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4233" r:id="rId4"/>
  </p:sldMasterIdLst>
  <p:notesMasterIdLst>
    <p:notesMasterId r:id="rId9"/>
  </p:notesMasterIdLst>
  <p:handoutMasterIdLst>
    <p:handoutMasterId r:id="rId10"/>
  </p:handoutMasterIdLst>
  <p:sldIdLst>
    <p:sldId id="294" r:id="rId5"/>
    <p:sldId id="287" r:id="rId6"/>
    <p:sldId id="289" r:id="rId7"/>
    <p:sldId id="291" r:id="rId8"/>
  </p:sldIdLst>
  <p:sldSz cx="15240000" cy="8572500"/>
  <p:notesSz cx="7023100" cy="9309100"/>
  <p:defaultTextStyle>
    <a:defPPr>
      <a:defRPr lang="en-US"/>
    </a:defPPr>
    <a:lvl1pPr marL="0" algn="l" defTabSz="1142939" rtl="0" eaLnBrk="1" latinLnBrk="0" hangingPunct="1">
      <a:defRPr sz="2249" kern="1200">
        <a:solidFill>
          <a:schemeClr val="tx1"/>
        </a:solidFill>
        <a:latin typeface="+mn-lt"/>
        <a:ea typeface="+mn-ea"/>
        <a:cs typeface="+mn-cs"/>
      </a:defRPr>
    </a:lvl1pPr>
    <a:lvl2pPr marL="571468" algn="l" defTabSz="1142939" rtl="0" eaLnBrk="1" latinLnBrk="0" hangingPunct="1">
      <a:defRPr sz="2249" kern="1200">
        <a:solidFill>
          <a:schemeClr val="tx1"/>
        </a:solidFill>
        <a:latin typeface="+mn-lt"/>
        <a:ea typeface="+mn-ea"/>
        <a:cs typeface="+mn-cs"/>
      </a:defRPr>
    </a:lvl2pPr>
    <a:lvl3pPr marL="1142939" algn="l" defTabSz="1142939" rtl="0" eaLnBrk="1" latinLnBrk="0" hangingPunct="1">
      <a:defRPr sz="2249" kern="1200">
        <a:solidFill>
          <a:schemeClr val="tx1"/>
        </a:solidFill>
        <a:latin typeface="+mn-lt"/>
        <a:ea typeface="+mn-ea"/>
        <a:cs typeface="+mn-cs"/>
      </a:defRPr>
    </a:lvl3pPr>
    <a:lvl4pPr marL="1714407" algn="l" defTabSz="1142939" rtl="0" eaLnBrk="1" latinLnBrk="0" hangingPunct="1">
      <a:defRPr sz="2249" kern="1200">
        <a:solidFill>
          <a:schemeClr val="tx1"/>
        </a:solidFill>
        <a:latin typeface="+mn-lt"/>
        <a:ea typeface="+mn-ea"/>
        <a:cs typeface="+mn-cs"/>
      </a:defRPr>
    </a:lvl4pPr>
    <a:lvl5pPr marL="2285878" algn="l" defTabSz="1142939" rtl="0" eaLnBrk="1" latinLnBrk="0" hangingPunct="1">
      <a:defRPr sz="2249" kern="1200">
        <a:solidFill>
          <a:schemeClr val="tx1"/>
        </a:solidFill>
        <a:latin typeface="+mn-lt"/>
        <a:ea typeface="+mn-ea"/>
        <a:cs typeface="+mn-cs"/>
      </a:defRPr>
    </a:lvl5pPr>
    <a:lvl6pPr marL="2857346" algn="l" defTabSz="1142939" rtl="0" eaLnBrk="1" latinLnBrk="0" hangingPunct="1">
      <a:defRPr sz="2249" kern="1200">
        <a:solidFill>
          <a:schemeClr val="tx1"/>
        </a:solidFill>
        <a:latin typeface="+mn-lt"/>
        <a:ea typeface="+mn-ea"/>
        <a:cs typeface="+mn-cs"/>
      </a:defRPr>
    </a:lvl6pPr>
    <a:lvl7pPr marL="3428814" algn="l" defTabSz="1142939" rtl="0" eaLnBrk="1" latinLnBrk="0" hangingPunct="1">
      <a:defRPr sz="2249" kern="1200">
        <a:solidFill>
          <a:schemeClr val="tx1"/>
        </a:solidFill>
        <a:latin typeface="+mn-lt"/>
        <a:ea typeface="+mn-ea"/>
        <a:cs typeface="+mn-cs"/>
      </a:defRPr>
    </a:lvl7pPr>
    <a:lvl8pPr marL="4000286" algn="l" defTabSz="1142939" rtl="0" eaLnBrk="1" latinLnBrk="0" hangingPunct="1">
      <a:defRPr sz="2249" kern="1200">
        <a:solidFill>
          <a:schemeClr val="tx1"/>
        </a:solidFill>
        <a:latin typeface="+mn-lt"/>
        <a:ea typeface="+mn-ea"/>
        <a:cs typeface="+mn-cs"/>
      </a:defRPr>
    </a:lvl8pPr>
    <a:lvl9pPr marL="4571754" algn="l" defTabSz="1142939" rtl="0" eaLnBrk="1" latinLnBrk="0" hangingPunct="1">
      <a:defRPr sz="2249"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D1C5"/>
    <a:srgbClr val="5F8E8E"/>
    <a:srgbClr val="5271FF"/>
    <a:srgbClr val="33BBE9"/>
    <a:srgbClr val="8E7CEB"/>
    <a:srgbClr val="FF7F50"/>
    <a:srgbClr val="00D27F"/>
    <a:srgbClr val="E74C3C"/>
    <a:srgbClr val="FF6F69"/>
    <a:srgbClr val="3CB4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684EC-CFAB-43B1-9E4A-7E889D64FADD}" v="1" dt="2026-03-04T09:38:03.7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327" autoAdjust="0"/>
  </p:normalViewPr>
  <p:slideViewPr>
    <p:cSldViewPr snapToGrid="0">
      <p:cViewPr varScale="1">
        <p:scale>
          <a:sx n="89" d="100"/>
          <a:sy n="89" d="100"/>
        </p:scale>
        <p:origin x="276"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90" d="100"/>
          <a:sy n="90" d="100"/>
        </p:scale>
        <p:origin x="4984" y="70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rzyka, Magdalena" userId="f732dfaf-ed88-405f-bfd9-9d8df78cafb7" providerId="ADAL" clId="{1046B2BA-7535-4B92-9F14-1026BF2F077F}"/>
    <pc:docChg chg="undo redo custSel addSld delSld modSld">
      <pc:chgData name="Zarzyka, Magdalena" userId="f732dfaf-ed88-405f-bfd9-9d8df78cafb7" providerId="ADAL" clId="{1046B2BA-7535-4B92-9F14-1026BF2F077F}" dt="2026-03-03T14:07:24.620" v="2087" actId="478"/>
      <pc:docMkLst>
        <pc:docMk/>
      </pc:docMkLst>
      <pc:sldChg chg="addSp delSp modSp mod">
        <pc:chgData name="Zarzyka, Magdalena" userId="f732dfaf-ed88-405f-bfd9-9d8df78cafb7" providerId="ADAL" clId="{1046B2BA-7535-4B92-9F14-1026BF2F077F}" dt="2026-02-24T17:51:24.529" v="2070" actId="20577"/>
        <pc:sldMkLst>
          <pc:docMk/>
          <pc:sldMk cId="785706252" sldId="287"/>
        </pc:sldMkLst>
        <pc:spChg chg="mod">
          <ac:chgData name="Zarzyka, Magdalena" userId="f732dfaf-ed88-405f-bfd9-9d8df78cafb7" providerId="ADAL" clId="{1046B2BA-7535-4B92-9F14-1026BF2F077F}" dt="2026-02-06T20:58:23.405" v="87" actId="1076"/>
          <ac:spMkLst>
            <pc:docMk/>
            <pc:sldMk cId="785706252" sldId="287"/>
            <ac:spMk id="2" creationId="{A24C3229-6C09-B316-9B8C-C3E23A8045D9}"/>
          </ac:spMkLst>
        </pc:spChg>
        <pc:spChg chg="add mod">
          <ac:chgData name="Zarzyka, Magdalena" userId="f732dfaf-ed88-405f-bfd9-9d8df78cafb7" providerId="ADAL" clId="{1046B2BA-7535-4B92-9F14-1026BF2F077F}" dt="2026-02-09T01:18:00.472" v="1032" actId="207"/>
          <ac:spMkLst>
            <pc:docMk/>
            <pc:sldMk cId="785706252" sldId="287"/>
            <ac:spMk id="4" creationId="{0498EB7A-9BCF-DABD-7205-12C72173D353}"/>
          </ac:spMkLst>
        </pc:spChg>
        <pc:spChg chg="add mod">
          <ac:chgData name="Zarzyka, Magdalena" userId="f732dfaf-ed88-405f-bfd9-9d8df78cafb7" providerId="ADAL" clId="{1046B2BA-7535-4B92-9F14-1026BF2F077F}" dt="2026-02-06T20:43:20.548" v="16" actId="164"/>
          <ac:spMkLst>
            <pc:docMk/>
            <pc:sldMk cId="785706252" sldId="287"/>
            <ac:spMk id="5" creationId="{AA17FEEB-A9C6-A2F5-6D55-30F9D08CC372}"/>
          </ac:spMkLst>
        </pc:spChg>
        <pc:spChg chg="mod">
          <ac:chgData name="Zarzyka, Magdalena" userId="f732dfaf-ed88-405f-bfd9-9d8df78cafb7" providerId="ADAL" clId="{1046B2BA-7535-4B92-9F14-1026BF2F077F}" dt="2026-02-06T20:50:55.447" v="37" actId="207"/>
          <ac:spMkLst>
            <pc:docMk/>
            <pc:sldMk cId="785706252" sldId="287"/>
            <ac:spMk id="18" creationId="{5419BADB-B5A0-4123-4F38-8BD12EE3A2E7}"/>
          </ac:spMkLst>
        </pc:spChg>
        <pc:spChg chg="mod">
          <ac:chgData name="Zarzyka, Magdalena" userId="f732dfaf-ed88-405f-bfd9-9d8df78cafb7" providerId="ADAL" clId="{1046B2BA-7535-4B92-9F14-1026BF2F077F}" dt="2026-02-06T20:47:35.369" v="30"/>
          <ac:spMkLst>
            <pc:docMk/>
            <pc:sldMk cId="785706252" sldId="287"/>
            <ac:spMk id="20" creationId="{461DD07C-F426-64CF-6184-3F583505DEBA}"/>
          </ac:spMkLst>
        </pc:spChg>
        <pc:spChg chg="mod">
          <ac:chgData name="Zarzyka, Magdalena" userId="f732dfaf-ed88-405f-bfd9-9d8df78cafb7" providerId="ADAL" clId="{1046B2BA-7535-4B92-9F14-1026BF2F077F}" dt="2026-02-06T20:51:03.434" v="38" actId="207"/>
          <ac:spMkLst>
            <pc:docMk/>
            <pc:sldMk cId="785706252" sldId="287"/>
            <ac:spMk id="22" creationId="{DC67B7C0-3EBE-63F5-4C31-1EA88D942FC0}"/>
          </ac:spMkLst>
        </pc:spChg>
        <pc:spChg chg="mod">
          <ac:chgData name="Zarzyka, Magdalena" userId="f732dfaf-ed88-405f-bfd9-9d8df78cafb7" providerId="ADAL" clId="{1046B2BA-7535-4B92-9F14-1026BF2F077F}" dt="2026-02-06T20:47:58.410" v="32"/>
          <ac:spMkLst>
            <pc:docMk/>
            <pc:sldMk cId="785706252" sldId="287"/>
            <ac:spMk id="23" creationId="{01C5E909-43A9-FD63-BF57-F39F9CBAF878}"/>
          </ac:spMkLst>
        </pc:spChg>
        <pc:spChg chg="add mod">
          <ac:chgData name="Zarzyka, Magdalena" userId="f732dfaf-ed88-405f-bfd9-9d8df78cafb7" providerId="ADAL" clId="{1046B2BA-7535-4B92-9F14-1026BF2F077F}" dt="2026-02-06T22:04:35.355" v="462" actId="1076"/>
          <ac:spMkLst>
            <pc:docMk/>
            <pc:sldMk cId="785706252" sldId="287"/>
            <ac:spMk id="24" creationId="{FCADFB20-5659-64D4-8C83-51614788DE01}"/>
          </ac:spMkLst>
        </pc:spChg>
        <pc:spChg chg="add mod">
          <ac:chgData name="Zarzyka, Magdalena" userId="f732dfaf-ed88-405f-bfd9-9d8df78cafb7" providerId="ADAL" clId="{1046B2BA-7535-4B92-9F14-1026BF2F077F}" dt="2026-02-09T01:10:07.842" v="1025" actId="207"/>
          <ac:spMkLst>
            <pc:docMk/>
            <pc:sldMk cId="785706252" sldId="287"/>
            <ac:spMk id="29" creationId="{2DCABA4F-392C-8A0F-B076-C17D15D92EFC}"/>
          </ac:spMkLst>
        </pc:spChg>
        <pc:spChg chg="add mod">
          <ac:chgData name="Zarzyka, Magdalena" userId="f732dfaf-ed88-405f-bfd9-9d8df78cafb7" providerId="ADAL" clId="{1046B2BA-7535-4B92-9F14-1026BF2F077F}" dt="2026-02-06T21:42:39.395" v="293" actId="164"/>
          <ac:spMkLst>
            <pc:docMk/>
            <pc:sldMk cId="785706252" sldId="287"/>
            <ac:spMk id="30" creationId="{6161E619-093A-C072-CE26-C226AA09BF44}"/>
          </ac:spMkLst>
        </pc:spChg>
        <pc:spChg chg="add del mod">
          <ac:chgData name="Zarzyka, Magdalena" userId="f732dfaf-ed88-405f-bfd9-9d8df78cafb7" providerId="ADAL" clId="{1046B2BA-7535-4B92-9F14-1026BF2F077F}" dt="2026-02-06T21:56:37.865" v="425" actId="20577"/>
          <ac:spMkLst>
            <pc:docMk/>
            <pc:sldMk cId="785706252" sldId="287"/>
            <ac:spMk id="33" creationId="{EBE2780D-DD38-1F2A-C436-3967022801FB}"/>
          </ac:spMkLst>
        </pc:spChg>
        <pc:spChg chg="mod">
          <ac:chgData name="Zarzyka, Magdalena" userId="f732dfaf-ed88-405f-bfd9-9d8df78cafb7" providerId="ADAL" clId="{1046B2BA-7535-4B92-9F14-1026BF2F077F}" dt="2026-02-06T21:43:22.067" v="310" actId="20577"/>
          <ac:spMkLst>
            <pc:docMk/>
            <pc:sldMk cId="785706252" sldId="287"/>
            <ac:spMk id="39" creationId="{81F6FD0A-9FE6-1539-C2AE-C812255BED4D}"/>
          </ac:spMkLst>
        </pc:spChg>
        <pc:spChg chg="mod">
          <ac:chgData name="Zarzyka, Magdalena" userId="f732dfaf-ed88-405f-bfd9-9d8df78cafb7" providerId="ADAL" clId="{1046B2BA-7535-4B92-9F14-1026BF2F077F}" dt="2026-02-06T21:56:58.267" v="443" actId="20577"/>
          <ac:spMkLst>
            <pc:docMk/>
            <pc:sldMk cId="785706252" sldId="287"/>
            <ac:spMk id="40" creationId="{0D04D19D-2841-E721-E3C3-70702C7BEC5C}"/>
          </ac:spMkLst>
        </pc:spChg>
        <pc:spChg chg="mod">
          <ac:chgData name="Zarzyka, Magdalena" userId="f732dfaf-ed88-405f-bfd9-9d8df78cafb7" providerId="ADAL" clId="{1046B2BA-7535-4B92-9F14-1026BF2F077F}" dt="2026-02-06T21:43:31.682" v="324" actId="20577"/>
          <ac:spMkLst>
            <pc:docMk/>
            <pc:sldMk cId="785706252" sldId="287"/>
            <ac:spMk id="44" creationId="{F6F378B4-32BC-4A23-80E2-E3D400949F4A}"/>
          </ac:spMkLst>
        </pc:spChg>
        <pc:spChg chg="mod">
          <ac:chgData name="Zarzyka, Magdalena" userId="f732dfaf-ed88-405f-bfd9-9d8df78cafb7" providerId="ADAL" clId="{1046B2BA-7535-4B92-9F14-1026BF2F077F}" dt="2026-02-06T21:57:18.774" v="461" actId="20577"/>
          <ac:spMkLst>
            <pc:docMk/>
            <pc:sldMk cId="785706252" sldId="287"/>
            <ac:spMk id="45" creationId="{16721891-05A9-C0E7-6208-6997EA56918A}"/>
          </ac:spMkLst>
        </pc:spChg>
        <pc:spChg chg="add mod">
          <ac:chgData name="Zarzyka, Magdalena" userId="f732dfaf-ed88-405f-bfd9-9d8df78cafb7" providerId="ADAL" clId="{1046B2BA-7535-4B92-9F14-1026BF2F077F}" dt="2026-02-08T14:45:51.166" v="905" actId="207"/>
          <ac:spMkLst>
            <pc:docMk/>
            <pc:sldMk cId="785706252" sldId="287"/>
            <ac:spMk id="53" creationId="{CB465C3F-A6B5-5FC7-B305-307F931A95BE}"/>
          </ac:spMkLst>
        </pc:spChg>
        <pc:spChg chg="mod topLvl">
          <ac:chgData name="Zarzyka, Magdalena" userId="f732dfaf-ed88-405f-bfd9-9d8df78cafb7" providerId="ADAL" clId="{1046B2BA-7535-4B92-9F14-1026BF2F077F}" dt="2026-02-08T14:31:23.170" v="770" actId="554"/>
          <ac:spMkLst>
            <pc:docMk/>
            <pc:sldMk cId="785706252" sldId="287"/>
            <ac:spMk id="55" creationId="{A3D2B1B9-B9F5-9CB0-A71C-79A520597063}"/>
          </ac:spMkLst>
        </pc:spChg>
        <pc:spChg chg="mod topLvl">
          <ac:chgData name="Zarzyka, Magdalena" userId="f732dfaf-ed88-405f-bfd9-9d8df78cafb7" providerId="ADAL" clId="{1046B2BA-7535-4B92-9F14-1026BF2F077F}" dt="2026-02-07T16:45:17.159" v="641" actId="478"/>
          <ac:spMkLst>
            <pc:docMk/>
            <pc:sldMk cId="785706252" sldId="287"/>
            <ac:spMk id="58" creationId="{757A321C-77A9-DB94-66DB-D2DBA298EA6D}"/>
          </ac:spMkLst>
        </pc:spChg>
        <pc:spChg chg="mod topLvl">
          <ac:chgData name="Zarzyka, Magdalena" userId="f732dfaf-ed88-405f-bfd9-9d8df78cafb7" providerId="ADAL" clId="{1046B2BA-7535-4B92-9F14-1026BF2F077F}" dt="2026-02-07T16:45:20.930" v="642" actId="478"/>
          <ac:spMkLst>
            <pc:docMk/>
            <pc:sldMk cId="785706252" sldId="287"/>
            <ac:spMk id="61" creationId="{CB5A2B0F-4BBA-A1E6-DCE6-D7C8763A817E}"/>
          </ac:spMkLst>
        </pc:spChg>
        <pc:spChg chg="add mod">
          <ac:chgData name="Zarzyka, Magdalena" userId="f732dfaf-ed88-405f-bfd9-9d8df78cafb7" providerId="ADAL" clId="{1046B2BA-7535-4B92-9F14-1026BF2F077F}" dt="2026-02-09T03:10:41.569" v="1033" actId="207"/>
          <ac:spMkLst>
            <pc:docMk/>
            <pc:sldMk cId="785706252" sldId="287"/>
            <ac:spMk id="65" creationId="{DC754407-E42F-668C-65D8-3E11D5259AD6}"/>
          </ac:spMkLst>
        </pc:spChg>
        <pc:spChg chg="mod">
          <ac:chgData name="Zarzyka, Magdalena" userId="f732dfaf-ed88-405f-bfd9-9d8df78cafb7" providerId="ADAL" clId="{1046B2BA-7535-4B92-9F14-1026BF2F077F}" dt="2026-02-24T17:51:16.685" v="2062" actId="20577"/>
          <ac:spMkLst>
            <pc:docMk/>
            <pc:sldMk cId="785706252" sldId="287"/>
            <ac:spMk id="79" creationId="{AD6EFF4C-2558-14FB-B08B-7FCE98E07840}"/>
          </ac:spMkLst>
        </pc:spChg>
        <pc:spChg chg="mod">
          <ac:chgData name="Zarzyka, Magdalena" userId="f732dfaf-ed88-405f-bfd9-9d8df78cafb7" providerId="ADAL" clId="{1046B2BA-7535-4B92-9F14-1026BF2F077F}" dt="2026-02-08T14:41:15.142" v="902" actId="20577"/>
          <ac:spMkLst>
            <pc:docMk/>
            <pc:sldMk cId="785706252" sldId="287"/>
            <ac:spMk id="80" creationId="{DF748BD6-47CC-2648-611A-B3533CCCCC13}"/>
          </ac:spMkLst>
        </pc:spChg>
        <pc:spChg chg="mod">
          <ac:chgData name="Zarzyka, Magdalena" userId="f732dfaf-ed88-405f-bfd9-9d8df78cafb7" providerId="ADAL" clId="{1046B2BA-7535-4B92-9F14-1026BF2F077F}" dt="2026-02-24T17:51:21.175" v="2066" actId="20577"/>
          <ac:spMkLst>
            <pc:docMk/>
            <pc:sldMk cId="785706252" sldId="287"/>
            <ac:spMk id="82" creationId="{BF78E618-0E76-FD43-CBA2-4BF7380417D1}"/>
          </ac:spMkLst>
        </pc:spChg>
        <pc:spChg chg="mod">
          <ac:chgData name="Zarzyka, Magdalena" userId="f732dfaf-ed88-405f-bfd9-9d8df78cafb7" providerId="ADAL" clId="{1046B2BA-7535-4B92-9F14-1026BF2F077F}" dt="2026-02-08T14:41:19.140" v="903" actId="20577"/>
          <ac:spMkLst>
            <pc:docMk/>
            <pc:sldMk cId="785706252" sldId="287"/>
            <ac:spMk id="83" creationId="{34A88798-6EF7-3CF4-4F45-3CF2EB5F78A8}"/>
          </ac:spMkLst>
        </pc:spChg>
        <pc:spChg chg="mod">
          <ac:chgData name="Zarzyka, Magdalena" userId="f732dfaf-ed88-405f-bfd9-9d8df78cafb7" providerId="ADAL" clId="{1046B2BA-7535-4B92-9F14-1026BF2F077F}" dt="2026-02-24T17:51:24.529" v="2070" actId="20577"/>
          <ac:spMkLst>
            <pc:docMk/>
            <pc:sldMk cId="785706252" sldId="287"/>
            <ac:spMk id="85" creationId="{0F713D69-8CDE-EC16-E6CB-6A2709E6FCC0}"/>
          </ac:spMkLst>
        </pc:spChg>
        <pc:spChg chg="mod">
          <ac:chgData name="Zarzyka, Magdalena" userId="f732dfaf-ed88-405f-bfd9-9d8df78cafb7" providerId="ADAL" clId="{1046B2BA-7535-4B92-9F14-1026BF2F077F}" dt="2026-02-08T14:39:45.270" v="901" actId="20577"/>
          <ac:spMkLst>
            <pc:docMk/>
            <pc:sldMk cId="785706252" sldId="287"/>
            <ac:spMk id="86" creationId="{342F9CFE-9F70-75E4-30A1-472E5F923D02}"/>
          </ac:spMkLst>
        </pc:spChg>
        <pc:grpChg chg="add mod">
          <ac:chgData name="Zarzyka, Magdalena" userId="f732dfaf-ed88-405f-bfd9-9d8df78cafb7" providerId="ADAL" clId="{1046B2BA-7535-4B92-9F14-1026BF2F077F}" dt="2026-02-06T20:57:34.902" v="80" actId="1076"/>
          <ac:grpSpMkLst>
            <pc:docMk/>
            <pc:sldMk cId="785706252" sldId="287"/>
            <ac:grpSpMk id="10" creationId="{09C4F48A-DEE2-47BB-FAFB-B8DA45FD22C1}"/>
          </ac:grpSpMkLst>
        </pc:grpChg>
        <pc:grpChg chg="add mod">
          <ac:chgData name="Zarzyka, Magdalena" userId="f732dfaf-ed88-405f-bfd9-9d8df78cafb7" providerId="ADAL" clId="{1046B2BA-7535-4B92-9F14-1026BF2F077F}" dt="2026-02-06T20:57:20.534" v="78" actId="1076"/>
          <ac:grpSpMkLst>
            <pc:docMk/>
            <pc:sldMk cId="785706252" sldId="287"/>
            <ac:grpSpMk id="17" creationId="{F32A55F2-4DF2-C2E9-1F88-FF6FB8174BFA}"/>
          </ac:grpSpMkLst>
        </pc:grpChg>
        <pc:grpChg chg="add mod">
          <ac:chgData name="Zarzyka, Magdalena" userId="f732dfaf-ed88-405f-bfd9-9d8df78cafb7" providerId="ADAL" clId="{1046B2BA-7535-4B92-9F14-1026BF2F077F}" dt="2026-02-06T20:58:06.101" v="84" actId="408"/>
          <ac:grpSpMkLst>
            <pc:docMk/>
            <pc:sldMk cId="785706252" sldId="287"/>
            <ac:grpSpMk id="21" creationId="{178ED527-374C-EAF8-D600-BEEF29AD1D39}"/>
          </ac:grpSpMkLst>
        </pc:grpChg>
        <pc:grpChg chg="add mod">
          <ac:chgData name="Zarzyka, Magdalena" userId="f732dfaf-ed88-405f-bfd9-9d8df78cafb7" providerId="ADAL" clId="{1046B2BA-7535-4B92-9F14-1026BF2F077F}" dt="2026-02-06T21:42:39.395" v="293" actId="164"/>
          <ac:grpSpMkLst>
            <pc:docMk/>
            <pc:sldMk cId="785706252" sldId="287"/>
            <ac:grpSpMk id="37" creationId="{FED91DC9-4602-E456-0A6B-CEB161A2FF89}"/>
          </ac:grpSpMkLst>
        </pc:grpChg>
        <pc:grpChg chg="add mod">
          <ac:chgData name="Zarzyka, Magdalena" userId="f732dfaf-ed88-405f-bfd9-9d8df78cafb7" providerId="ADAL" clId="{1046B2BA-7535-4B92-9F14-1026BF2F077F}" dt="2026-02-06T21:46:39.908" v="341" actId="1076"/>
          <ac:grpSpMkLst>
            <pc:docMk/>
            <pc:sldMk cId="785706252" sldId="287"/>
            <ac:grpSpMk id="38" creationId="{0BA9B4A8-47D4-CD0A-D99A-B8FD561BFA54}"/>
          </ac:grpSpMkLst>
        </pc:grpChg>
        <pc:grpChg chg="add mod">
          <ac:chgData name="Zarzyka, Magdalena" userId="f732dfaf-ed88-405f-bfd9-9d8df78cafb7" providerId="ADAL" clId="{1046B2BA-7535-4B92-9F14-1026BF2F077F}" dt="2026-02-06T21:46:14.394" v="338" actId="1076"/>
          <ac:grpSpMkLst>
            <pc:docMk/>
            <pc:sldMk cId="785706252" sldId="287"/>
            <ac:grpSpMk id="43" creationId="{10E64C83-597C-5AE7-F256-85D0FB35229F}"/>
          </ac:grpSpMkLst>
        </pc:grpChg>
        <pc:grpChg chg="add mod">
          <ac:chgData name="Zarzyka, Magdalena" userId="f732dfaf-ed88-405f-bfd9-9d8df78cafb7" providerId="ADAL" clId="{1046B2BA-7535-4B92-9F14-1026BF2F077F}" dt="2026-02-08T14:38:18.902" v="803" actId="1076"/>
          <ac:grpSpMkLst>
            <pc:docMk/>
            <pc:sldMk cId="785706252" sldId="287"/>
            <ac:grpSpMk id="78" creationId="{5D983DC9-6BB1-014E-6E8A-891EAC9FFC41}"/>
          </ac:grpSpMkLst>
        </pc:grpChg>
        <pc:grpChg chg="add mod">
          <ac:chgData name="Zarzyka, Magdalena" userId="f732dfaf-ed88-405f-bfd9-9d8df78cafb7" providerId="ADAL" clId="{1046B2BA-7535-4B92-9F14-1026BF2F077F}" dt="2026-02-08T14:38:18.902" v="803" actId="1076"/>
          <ac:grpSpMkLst>
            <pc:docMk/>
            <pc:sldMk cId="785706252" sldId="287"/>
            <ac:grpSpMk id="81" creationId="{301BDA61-3226-8E7F-9665-EB6E60E9D663}"/>
          </ac:grpSpMkLst>
        </pc:grpChg>
        <pc:grpChg chg="add mod">
          <ac:chgData name="Zarzyka, Magdalena" userId="f732dfaf-ed88-405f-bfd9-9d8df78cafb7" providerId="ADAL" clId="{1046B2BA-7535-4B92-9F14-1026BF2F077F}" dt="2026-02-08T14:38:18.902" v="803" actId="1076"/>
          <ac:grpSpMkLst>
            <pc:docMk/>
            <pc:sldMk cId="785706252" sldId="287"/>
            <ac:grpSpMk id="84" creationId="{C58CC066-D1A1-BAB8-C77E-DFABE2432FC1}"/>
          </ac:grpSpMkLst>
        </pc:grpChg>
      </pc:sldChg>
      <pc:sldChg chg="modSp add mod">
        <pc:chgData name="Zarzyka, Magdalena" userId="f732dfaf-ed88-405f-bfd9-9d8df78cafb7" providerId="ADAL" clId="{1046B2BA-7535-4B92-9F14-1026BF2F077F}" dt="2026-02-09T08:50:18.299" v="1051" actId="20577"/>
        <pc:sldMkLst>
          <pc:docMk/>
          <pc:sldMk cId="3362934595" sldId="289"/>
        </pc:sldMkLst>
        <pc:spChg chg="mod">
          <ac:chgData name="Zarzyka, Magdalena" userId="f732dfaf-ed88-405f-bfd9-9d8df78cafb7" providerId="ADAL" clId="{1046B2BA-7535-4B92-9F14-1026BF2F077F}" dt="2026-02-09T01:16:53.055" v="1031" actId="207"/>
          <ac:spMkLst>
            <pc:docMk/>
            <pc:sldMk cId="3362934595" sldId="289"/>
            <ac:spMk id="4" creationId="{3E7BC676-BDC9-E873-72EC-1F226EFD4CD0}"/>
          </ac:spMkLst>
        </pc:spChg>
        <pc:spChg chg="mod">
          <ac:chgData name="Zarzyka, Magdalena" userId="f732dfaf-ed88-405f-bfd9-9d8df78cafb7" providerId="ADAL" clId="{1046B2BA-7535-4B92-9F14-1026BF2F077F}" dt="2026-02-09T01:16:48.829" v="1030" actId="207"/>
          <ac:spMkLst>
            <pc:docMk/>
            <pc:sldMk cId="3362934595" sldId="289"/>
            <ac:spMk id="5" creationId="{730270D1-E5B1-43DE-17AD-297500565C77}"/>
          </ac:spMkLst>
        </pc:spChg>
        <pc:spChg chg="mod">
          <ac:chgData name="Zarzyka, Magdalena" userId="f732dfaf-ed88-405f-bfd9-9d8df78cafb7" providerId="ADAL" clId="{1046B2BA-7535-4B92-9F14-1026BF2F077F}" dt="2026-02-09T08:50:18.299" v="1051" actId="20577"/>
          <ac:spMkLst>
            <pc:docMk/>
            <pc:sldMk cId="3362934595" sldId="289"/>
            <ac:spMk id="24" creationId="{743C1390-07C8-F4A9-B037-F5E362253452}"/>
          </ac:spMkLst>
        </pc:spChg>
        <pc:grpChg chg="mod">
          <ac:chgData name="Zarzyka, Magdalena" userId="f732dfaf-ed88-405f-bfd9-9d8df78cafb7" providerId="ADAL" clId="{1046B2BA-7535-4B92-9F14-1026BF2F077F}" dt="2026-02-09T01:16:48.829" v="1030" actId="207"/>
          <ac:grpSpMkLst>
            <pc:docMk/>
            <pc:sldMk cId="3362934595" sldId="289"/>
            <ac:grpSpMk id="10" creationId="{C107F66F-FADA-02AE-BDB4-292FBBDE6C11}"/>
          </ac:grpSpMkLst>
        </pc:grpChg>
      </pc:sldChg>
      <pc:sldChg chg="modSp add mod">
        <pc:chgData name="Zarzyka, Magdalena" userId="f732dfaf-ed88-405f-bfd9-9d8df78cafb7" providerId="ADAL" clId="{1046B2BA-7535-4B92-9F14-1026BF2F077F}" dt="2026-02-09T01:16:40.704" v="1028" actId="207"/>
        <pc:sldMkLst>
          <pc:docMk/>
          <pc:sldMk cId="1789097158" sldId="290"/>
        </pc:sldMkLst>
        <pc:spChg chg="mod">
          <ac:chgData name="Zarzyka, Magdalena" userId="f732dfaf-ed88-405f-bfd9-9d8df78cafb7" providerId="ADAL" clId="{1046B2BA-7535-4B92-9F14-1026BF2F077F}" dt="2026-02-09T01:16:40.704" v="1028" actId="207"/>
          <ac:spMkLst>
            <pc:docMk/>
            <pc:sldMk cId="1789097158" sldId="290"/>
            <ac:spMk id="4" creationId="{84583263-EA65-1A11-9BB9-221246E2FB12}"/>
          </ac:spMkLst>
        </pc:spChg>
        <pc:spChg chg="mod">
          <ac:chgData name="Zarzyka, Magdalena" userId="f732dfaf-ed88-405f-bfd9-9d8df78cafb7" providerId="ADAL" clId="{1046B2BA-7535-4B92-9F14-1026BF2F077F}" dt="2026-02-08T19:34:58.393" v="983" actId="20577"/>
          <ac:spMkLst>
            <pc:docMk/>
            <pc:sldMk cId="1789097158" sldId="290"/>
            <ac:spMk id="24" creationId="{8DAF2F1D-975F-9B02-2EC6-42B94C7CBA8E}"/>
          </ac:spMkLst>
        </pc:spChg>
      </pc:sldChg>
      <pc:sldChg chg="modSp add mod">
        <pc:chgData name="Zarzyka, Magdalena" userId="f732dfaf-ed88-405f-bfd9-9d8df78cafb7" providerId="ADAL" clId="{1046B2BA-7535-4B92-9F14-1026BF2F077F}" dt="2026-02-08T20:06:40.055" v="1021" actId="20577"/>
        <pc:sldMkLst>
          <pc:docMk/>
          <pc:sldMk cId="1141113809" sldId="291"/>
        </pc:sldMkLst>
        <pc:spChg chg="mod">
          <ac:chgData name="Zarzyka, Magdalena" userId="f732dfaf-ed88-405f-bfd9-9d8df78cafb7" providerId="ADAL" clId="{1046B2BA-7535-4B92-9F14-1026BF2F077F}" dt="2026-02-08T19:39:23.056" v="985" actId="207"/>
          <ac:spMkLst>
            <pc:docMk/>
            <pc:sldMk cId="1141113809" sldId="291"/>
            <ac:spMk id="4" creationId="{935D1299-DE36-3AD9-1444-D3EF4ABCCC7E}"/>
          </ac:spMkLst>
        </pc:spChg>
        <pc:spChg chg="mod">
          <ac:chgData name="Zarzyka, Magdalena" userId="f732dfaf-ed88-405f-bfd9-9d8df78cafb7" providerId="ADAL" clId="{1046B2BA-7535-4B92-9F14-1026BF2F077F}" dt="2026-02-08T20:06:40.055" v="1021" actId="20577"/>
          <ac:spMkLst>
            <pc:docMk/>
            <pc:sldMk cId="1141113809" sldId="291"/>
            <ac:spMk id="24" creationId="{7FC7790C-77A1-58A4-8D68-3E5C03D4E089}"/>
          </ac:spMkLst>
        </pc:spChg>
      </pc:sldChg>
      <pc:sldChg chg="add">
        <pc:chgData name="Zarzyka, Magdalena" userId="f732dfaf-ed88-405f-bfd9-9d8df78cafb7" providerId="ADAL" clId="{1046B2BA-7535-4B92-9F14-1026BF2F077F}" dt="2026-02-08T20:06:32.946" v="1006" actId="2890"/>
        <pc:sldMkLst>
          <pc:docMk/>
          <pc:sldMk cId="2376414505" sldId="292"/>
        </pc:sldMkLst>
      </pc:sldChg>
      <pc:sldChg chg="addSp delSp modSp add mod">
        <pc:chgData name="Zarzyka, Magdalena" userId="f732dfaf-ed88-405f-bfd9-9d8df78cafb7" providerId="ADAL" clId="{1046B2BA-7535-4B92-9F14-1026BF2F077F}" dt="2026-02-12T20:20:04.266" v="2052" actId="1076"/>
        <pc:sldMkLst>
          <pc:docMk/>
          <pc:sldMk cId="1272304530" sldId="294"/>
        </pc:sldMkLst>
        <pc:spChg chg="mod">
          <ac:chgData name="Zarzyka, Magdalena" userId="f732dfaf-ed88-405f-bfd9-9d8df78cafb7" providerId="ADAL" clId="{1046B2BA-7535-4B92-9F14-1026BF2F077F}" dt="2026-02-12T20:02:28.298" v="1835" actId="20577"/>
          <ac:spMkLst>
            <pc:docMk/>
            <pc:sldMk cId="1272304530" sldId="294"/>
            <ac:spMk id="3" creationId="{BE47E617-EA99-3859-7FF2-4255F5C5A239}"/>
          </ac:spMkLst>
        </pc:spChg>
        <pc:spChg chg="mod">
          <ac:chgData name="Zarzyka, Magdalena" userId="f732dfaf-ed88-405f-bfd9-9d8df78cafb7" providerId="ADAL" clId="{1046B2BA-7535-4B92-9F14-1026BF2F077F}" dt="2026-02-12T20:18:52.050" v="2045" actId="20577"/>
          <ac:spMkLst>
            <pc:docMk/>
            <pc:sldMk cId="1272304530" sldId="294"/>
            <ac:spMk id="10" creationId="{ABBFA834-3F06-6F2A-EDCC-B2A91B9C06B2}"/>
          </ac:spMkLst>
        </pc:spChg>
        <pc:spChg chg="mod">
          <ac:chgData name="Zarzyka, Magdalena" userId="f732dfaf-ed88-405f-bfd9-9d8df78cafb7" providerId="ADAL" clId="{1046B2BA-7535-4B92-9F14-1026BF2F077F}" dt="2026-02-12T15:16:46.426" v="1821" actId="1076"/>
          <ac:spMkLst>
            <pc:docMk/>
            <pc:sldMk cId="1272304530" sldId="294"/>
            <ac:spMk id="11" creationId="{D02A72AE-887A-4E6D-AA40-65A8581230B7}"/>
          </ac:spMkLst>
        </pc:spChg>
        <pc:spChg chg="mod">
          <ac:chgData name="Zarzyka, Magdalena" userId="f732dfaf-ed88-405f-bfd9-9d8df78cafb7" providerId="ADAL" clId="{1046B2BA-7535-4B92-9F14-1026BF2F077F}" dt="2026-02-12T15:16:20.656" v="1818" actId="1076"/>
          <ac:spMkLst>
            <pc:docMk/>
            <pc:sldMk cId="1272304530" sldId="294"/>
            <ac:spMk id="12" creationId="{B0A7F699-84AD-219E-266B-B4B357BFF162}"/>
          </ac:spMkLst>
        </pc:spChg>
        <pc:spChg chg="mod">
          <ac:chgData name="Zarzyka, Magdalena" userId="f732dfaf-ed88-405f-bfd9-9d8df78cafb7" providerId="ADAL" clId="{1046B2BA-7535-4B92-9F14-1026BF2F077F}" dt="2026-02-12T15:13:41.913" v="1790" actId="14100"/>
          <ac:spMkLst>
            <pc:docMk/>
            <pc:sldMk cId="1272304530" sldId="294"/>
            <ac:spMk id="13" creationId="{C17F194A-0C6A-EF4E-4B4F-93A2728CE6C8}"/>
          </ac:spMkLst>
        </pc:spChg>
        <pc:spChg chg="mod">
          <ac:chgData name="Zarzyka, Magdalena" userId="f732dfaf-ed88-405f-bfd9-9d8df78cafb7" providerId="ADAL" clId="{1046B2BA-7535-4B92-9F14-1026BF2F077F}" dt="2026-02-12T15:29:59.624" v="1826" actId="207"/>
          <ac:spMkLst>
            <pc:docMk/>
            <pc:sldMk cId="1272304530" sldId="294"/>
            <ac:spMk id="43" creationId="{389357E1-FB77-D0B3-B06A-DBA2EE17D3F6}"/>
          </ac:spMkLst>
        </pc:spChg>
        <pc:picChg chg="mod">
          <ac:chgData name="Zarzyka, Magdalena" userId="f732dfaf-ed88-405f-bfd9-9d8df78cafb7" providerId="ADAL" clId="{1046B2BA-7535-4B92-9F14-1026BF2F077F}" dt="2026-02-12T15:08:44.994" v="1777" actId="1076"/>
          <ac:picMkLst>
            <pc:docMk/>
            <pc:sldMk cId="1272304530" sldId="294"/>
            <ac:picMk id="16" creationId="{1FEC0793-6BCA-AA19-255A-E52B23DFCA49}"/>
          </ac:picMkLst>
        </pc:picChg>
        <pc:picChg chg="mod">
          <ac:chgData name="Zarzyka, Magdalena" userId="f732dfaf-ed88-405f-bfd9-9d8df78cafb7" providerId="ADAL" clId="{1046B2BA-7535-4B92-9F14-1026BF2F077F}" dt="2026-02-12T20:20:04.266" v="2052" actId="1076"/>
          <ac:picMkLst>
            <pc:docMk/>
            <pc:sldMk cId="1272304530" sldId="294"/>
            <ac:picMk id="17" creationId="{68E9B422-D69F-B179-F35D-9E05898737C7}"/>
          </ac:picMkLst>
        </pc:picChg>
        <pc:picChg chg="mod">
          <ac:chgData name="Zarzyka, Magdalena" userId="f732dfaf-ed88-405f-bfd9-9d8df78cafb7" providerId="ADAL" clId="{1046B2BA-7535-4B92-9F14-1026BF2F077F}" dt="2026-02-12T15:16:20.656" v="1818" actId="1076"/>
          <ac:picMkLst>
            <pc:docMk/>
            <pc:sldMk cId="1272304530" sldId="294"/>
            <ac:picMk id="20" creationId="{D6E104A9-FD3D-5436-79A0-6910D27D605E}"/>
          </ac:picMkLst>
        </pc:picChg>
        <pc:picChg chg="mod">
          <ac:chgData name="Zarzyka, Magdalena" userId="f732dfaf-ed88-405f-bfd9-9d8df78cafb7" providerId="ADAL" clId="{1046B2BA-7535-4B92-9F14-1026BF2F077F}" dt="2026-02-12T15:16:46.426" v="1821" actId="1076"/>
          <ac:picMkLst>
            <pc:docMk/>
            <pc:sldMk cId="1272304530" sldId="294"/>
            <ac:picMk id="21" creationId="{BE37C55D-23D5-2405-F23C-889CBA819790}"/>
          </ac:picMkLst>
        </pc:picChg>
      </pc:sldChg>
      <pc:sldChg chg="delSp modSp add mod">
        <pc:chgData name="Zarzyka, Magdalena" userId="f732dfaf-ed88-405f-bfd9-9d8df78cafb7" providerId="ADAL" clId="{1046B2BA-7535-4B92-9F14-1026BF2F077F}" dt="2026-03-03T14:07:24.620" v="2087" actId="478"/>
        <pc:sldMkLst>
          <pc:docMk/>
          <pc:sldMk cId="3131592448" sldId="295"/>
        </pc:sldMkLst>
        <pc:spChg chg="mod">
          <ac:chgData name="Zarzyka, Magdalena" userId="f732dfaf-ed88-405f-bfd9-9d8df78cafb7" providerId="ADAL" clId="{1046B2BA-7535-4B92-9F14-1026BF2F077F}" dt="2026-03-03T14:07:00.057" v="2084" actId="20577"/>
          <ac:spMkLst>
            <pc:docMk/>
            <pc:sldMk cId="3131592448" sldId="295"/>
            <ac:spMk id="39" creationId="{D4F041C6-D227-CA37-C985-609DDC52821E}"/>
          </ac:spMkLst>
        </pc:spChg>
        <pc:spChg chg="mod">
          <ac:chgData name="Zarzyka, Magdalena" userId="f732dfaf-ed88-405f-bfd9-9d8df78cafb7" providerId="ADAL" clId="{1046B2BA-7535-4B92-9F14-1026BF2F077F}" dt="2026-03-03T14:07:11.014" v="2085" actId="20577"/>
          <ac:spMkLst>
            <pc:docMk/>
            <pc:sldMk cId="3131592448" sldId="295"/>
            <ac:spMk id="40" creationId="{8C4F116D-27FC-2B2B-89F1-BB432E8DAD6C}"/>
          </ac:spMkLst>
        </pc:spChg>
        <pc:spChg chg="del topLvl">
          <ac:chgData name="Zarzyka, Magdalena" userId="f732dfaf-ed88-405f-bfd9-9d8df78cafb7" providerId="ADAL" clId="{1046B2BA-7535-4B92-9F14-1026BF2F077F}" dt="2026-03-03T14:07:22.183" v="2086" actId="478"/>
          <ac:spMkLst>
            <pc:docMk/>
            <pc:sldMk cId="3131592448" sldId="295"/>
            <ac:spMk id="44" creationId="{373DB04B-CAE5-1B47-43FF-F9E56916C3A1}"/>
          </ac:spMkLst>
        </pc:spChg>
        <pc:spChg chg="del topLvl">
          <ac:chgData name="Zarzyka, Magdalena" userId="f732dfaf-ed88-405f-bfd9-9d8df78cafb7" providerId="ADAL" clId="{1046B2BA-7535-4B92-9F14-1026BF2F077F}" dt="2026-03-03T14:07:24.620" v="2087" actId="478"/>
          <ac:spMkLst>
            <pc:docMk/>
            <pc:sldMk cId="3131592448" sldId="295"/>
            <ac:spMk id="45" creationId="{1CB294EC-9BEA-A2F8-D89C-581ED09AEA7B}"/>
          </ac:spMkLst>
        </pc:spChg>
        <pc:grpChg chg="del">
          <ac:chgData name="Zarzyka, Magdalena" userId="f732dfaf-ed88-405f-bfd9-9d8df78cafb7" providerId="ADAL" clId="{1046B2BA-7535-4B92-9F14-1026BF2F077F}" dt="2026-03-03T14:07:22.183" v="2086" actId="478"/>
          <ac:grpSpMkLst>
            <pc:docMk/>
            <pc:sldMk cId="3131592448" sldId="295"/>
            <ac:grpSpMk id="43" creationId="{585BEEB5-8627-9BC5-927A-0B3EFC01F716}"/>
          </ac:grpSpMkLst>
        </pc:grpChg>
      </pc:sldChg>
    </pc:docChg>
  </pc:docChgLst>
  <pc:docChgLst>
    <pc:chgData name="Orzełowska, Aleksandra EX1" userId="e0721f86-103b-49e0-897a-e0c779834999" providerId="ADAL" clId="{3E8C04C8-BCAE-4D62-8B11-A6C057E1BE69}"/>
    <pc:docChg chg="custSel addSld modSld">
      <pc:chgData name="Orzełowska, Aleksandra EX1" userId="e0721f86-103b-49e0-897a-e0c779834999" providerId="ADAL" clId="{3E8C04C8-BCAE-4D62-8B11-A6C057E1BE69}" dt="2026-03-04T09:38:03.787" v="5"/>
      <pc:docMkLst>
        <pc:docMk/>
      </pc:docMkLst>
      <pc:sldChg chg="delSp modSp mod">
        <pc:chgData name="Orzełowska, Aleksandra EX1" userId="e0721f86-103b-49e0-897a-e0c779834999" providerId="ADAL" clId="{3E8C04C8-BCAE-4D62-8B11-A6C057E1BE69}" dt="2026-03-04T09:38:03.787" v="5"/>
        <pc:sldMkLst>
          <pc:docMk/>
          <pc:sldMk cId="3131592448" sldId="295"/>
        </pc:sldMkLst>
        <pc:spChg chg="mod">
          <ac:chgData name="Orzełowska, Aleksandra EX1" userId="e0721f86-103b-49e0-897a-e0c779834999" providerId="ADAL" clId="{3E8C04C8-BCAE-4D62-8B11-A6C057E1BE69}" dt="2026-03-04T09:37:21.240" v="2" actId="20577"/>
          <ac:spMkLst>
            <pc:docMk/>
            <pc:sldMk cId="3131592448" sldId="295"/>
            <ac:spMk id="58" creationId="{5B14AF4D-7055-E953-8235-A70F41E72A23}"/>
          </ac:spMkLst>
        </pc:spChg>
        <pc:spChg chg="del">
          <ac:chgData name="Orzełowska, Aleksandra EX1" userId="e0721f86-103b-49e0-897a-e0c779834999" providerId="ADAL" clId="{3E8C04C8-BCAE-4D62-8B11-A6C057E1BE69}" dt="2026-03-04T09:37:32.155" v="3" actId="478"/>
          <ac:spMkLst>
            <pc:docMk/>
            <pc:sldMk cId="3131592448" sldId="295"/>
            <ac:spMk id="61" creationId="{4E0DEB83-FB6A-16D8-D8EB-F334C99BA491}"/>
          </ac:spMkLst>
        </pc:spChg>
        <pc:spChg chg="mod">
          <ac:chgData name="Orzełowska, Aleksandra EX1" userId="e0721f86-103b-49e0-897a-e0c779834999" providerId="ADAL" clId="{3E8C04C8-BCAE-4D62-8B11-A6C057E1BE69}" dt="2026-03-04T09:37:44.929" v="4" actId="20577"/>
          <ac:spMkLst>
            <pc:docMk/>
            <pc:sldMk cId="3131592448" sldId="295"/>
            <ac:spMk id="79" creationId="{74FBB760-F408-5223-B7A0-76BB5DCA3D2D}"/>
          </ac:spMkLst>
        </pc:spChg>
        <pc:spChg chg="mod">
          <ac:chgData name="Orzełowska, Aleksandra EX1" userId="e0721f86-103b-49e0-897a-e0c779834999" providerId="ADAL" clId="{3E8C04C8-BCAE-4D62-8B11-A6C057E1BE69}" dt="2026-03-04T09:38:03.787" v="5"/>
          <ac:spMkLst>
            <pc:docMk/>
            <pc:sldMk cId="3131592448" sldId="295"/>
            <ac:spMk id="80" creationId="{32EDA615-91BA-7589-3B12-13D3E0D4470D}"/>
          </ac:spMkLst>
        </pc:spChg>
      </pc:sldChg>
      <pc:sldChg chg="modSp add mod">
        <pc:chgData name="Orzełowska, Aleksandra EX1" userId="e0721f86-103b-49e0-897a-e0c779834999" providerId="ADAL" clId="{3E8C04C8-BCAE-4D62-8B11-A6C057E1BE69}" dt="2026-03-04T09:35:34.237" v="1" actId="20577"/>
        <pc:sldMkLst>
          <pc:docMk/>
          <pc:sldMk cId="1321445359" sldId="296"/>
        </pc:sldMkLst>
        <pc:spChg chg="mod">
          <ac:chgData name="Orzełowska, Aleksandra EX1" userId="e0721f86-103b-49e0-897a-e0c779834999" providerId="ADAL" clId="{3E8C04C8-BCAE-4D62-8B11-A6C057E1BE69}" dt="2026-03-04T09:35:34.237" v="1" actId="20577"/>
          <ac:spMkLst>
            <pc:docMk/>
            <pc:sldMk cId="1321445359" sldId="296"/>
            <ac:spMk id="14" creationId="{EE6A03CC-4862-9A22-E7E7-8D30355F5D6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dirty="0"/>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3/9/2026</a:t>
            </a:fld>
            <a:endParaRPr lang="en-US" sz="1000" i="1" dirty="0"/>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dirty="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dirty="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3/9/2026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46835" indent="-146835" algn="l" defTabSz="1142939" rtl="0" eaLnBrk="1" latinLnBrk="0" hangingPunct="1">
      <a:spcBef>
        <a:spcPts val="499"/>
      </a:spcBef>
      <a:buFont typeface="Arial" panose="020B0604020202020204" pitchFamily="34" charset="0"/>
      <a:buChar char="•"/>
      <a:defRPr sz="1501" kern="1200">
        <a:solidFill>
          <a:schemeClr val="tx1"/>
        </a:solidFill>
        <a:latin typeface="+mn-lt"/>
        <a:ea typeface="+mn-ea"/>
        <a:cs typeface="+mn-cs"/>
      </a:defRPr>
    </a:lvl1pPr>
    <a:lvl2pPr marL="285734" indent="-138899" algn="l" defTabSz="1142939" rtl="0" eaLnBrk="1" latinLnBrk="0" hangingPunct="1">
      <a:spcBef>
        <a:spcPts val="499"/>
      </a:spcBef>
      <a:buFont typeface="Arial" panose="020B0604020202020204" pitchFamily="34" charset="0"/>
      <a:buChar char="-"/>
      <a:defRPr sz="1501" kern="1200">
        <a:solidFill>
          <a:schemeClr val="tx1"/>
        </a:solidFill>
        <a:latin typeface="+mn-lt"/>
        <a:ea typeface="+mn-ea"/>
        <a:cs typeface="+mn-cs"/>
      </a:defRPr>
    </a:lvl2pPr>
    <a:lvl3pPr marL="432572" indent="-146835" algn="l" defTabSz="1142939" rtl="0" eaLnBrk="1" latinLnBrk="0" hangingPunct="1">
      <a:spcBef>
        <a:spcPts val="499"/>
      </a:spcBef>
      <a:buFont typeface="Arial" panose="020B0604020202020204" pitchFamily="34" charset="0"/>
      <a:buChar char="›"/>
      <a:defRPr sz="1501" kern="1200">
        <a:solidFill>
          <a:schemeClr val="tx1"/>
        </a:solidFill>
        <a:latin typeface="+mn-lt"/>
        <a:ea typeface="+mn-ea"/>
        <a:cs typeface="+mn-cs"/>
      </a:defRPr>
    </a:lvl3pPr>
    <a:lvl4pPr marL="640921" indent="-208348" algn="l" defTabSz="1142939" rtl="0" eaLnBrk="1" latinLnBrk="0" hangingPunct="1">
      <a:spcBef>
        <a:spcPts val="499"/>
      </a:spcBef>
      <a:buFont typeface="Arial" panose="020B0604020202020204" pitchFamily="34" charset="0"/>
      <a:buChar char="»"/>
      <a:defRPr sz="1501" kern="1200">
        <a:solidFill>
          <a:schemeClr val="tx1"/>
        </a:solidFill>
        <a:latin typeface="+mn-lt"/>
        <a:ea typeface="+mn-ea"/>
        <a:cs typeface="+mn-cs"/>
      </a:defRPr>
    </a:lvl4pPr>
    <a:lvl5pPr marL="787756" indent="-146835" algn="l" defTabSz="1142939" rtl="0" eaLnBrk="1" latinLnBrk="0" hangingPunct="1">
      <a:spcBef>
        <a:spcPts val="499"/>
      </a:spcBef>
      <a:buSzPct val="75000"/>
      <a:buFont typeface="Wingdings" panose="05000000000000000000" pitchFamily="2" charset="2"/>
      <a:buChar char="§"/>
      <a:defRPr sz="1501" kern="1200">
        <a:solidFill>
          <a:schemeClr val="tx1"/>
        </a:solidFill>
        <a:latin typeface="+mn-lt"/>
        <a:ea typeface="+mn-ea"/>
        <a:cs typeface="+mn-cs"/>
      </a:defRPr>
    </a:lvl5pPr>
    <a:lvl6pPr marL="2857346" algn="l" defTabSz="1142939" rtl="0" eaLnBrk="1" latinLnBrk="0" hangingPunct="1">
      <a:defRPr sz="1501" kern="1200">
        <a:solidFill>
          <a:schemeClr val="tx1"/>
        </a:solidFill>
        <a:latin typeface="+mn-lt"/>
        <a:ea typeface="+mn-ea"/>
        <a:cs typeface="+mn-cs"/>
      </a:defRPr>
    </a:lvl6pPr>
    <a:lvl7pPr marL="3428814" algn="l" defTabSz="1142939" rtl="0" eaLnBrk="1" latinLnBrk="0" hangingPunct="1">
      <a:defRPr sz="1501" kern="1200">
        <a:solidFill>
          <a:schemeClr val="tx1"/>
        </a:solidFill>
        <a:latin typeface="+mn-lt"/>
        <a:ea typeface="+mn-ea"/>
        <a:cs typeface="+mn-cs"/>
      </a:defRPr>
    </a:lvl7pPr>
    <a:lvl8pPr marL="4000286" algn="l" defTabSz="1142939" rtl="0" eaLnBrk="1" latinLnBrk="0" hangingPunct="1">
      <a:defRPr sz="1501" kern="1200">
        <a:solidFill>
          <a:schemeClr val="tx1"/>
        </a:solidFill>
        <a:latin typeface="+mn-lt"/>
        <a:ea typeface="+mn-ea"/>
        <a:cs typeface="+mn-cs"/>
      </a:defRPr>
    </a:lvl8pPr>
    <a:lvl9pPr marL="4571754" algn="l" defTabSz="1142939" rtl="0" eaLnBrk="1" latinLnBrk="0" hangingPunct="1">
      <a:defRPr sz="150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E5F5-0184-9BDC-0BE0-6C4624467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7D987D-958E-64EF-C069-426701D0F8C9}"/>
              </a:ext>
            </a:extLst>
          </p:cNvPr>
          <p:cNvSpPr>
            <a:spLocks noGrp="1" noRot="1" noChangeAspect="1"/>
          </p:cNvSpPr>
          <p:nvPr>
            <p:ph type="sldImg"/>
          </p:nvPr>
        </p:nvSpPr>
        <p:spPr>
          <a:xfrm>
            <a:off x="4516438" y="6921500"/>
            <a:ext cx="2687637" cy="1512888"/>
          </a:xfrm>
          <a:prstGeom prst="rect">
            <a:avLst/>
          </a:prstGeom>
        </p:spPr>
        <p:txBody>
          <a:bodyPr/>
          <a:lstStyle/>
          <a:p>
            <a:endParaRPr lang="en-GB"/>
          </a:p>
        </p:txBody>
      </p:sp>
      <p:sp>
        <p:nvSpPr>
          <p:cNvPr id="3" name="Notes Placeholder 2">
            <a:extLst>
              <a:ext uri="{FF2B5EF4-FFF2-40B4-BE49-F238E27FC236}">
                <a16:creationId xmlns:a16="http://schemas.microsoft.com/office/drawing/2014/main" id="{F4C70903-2C5E-2804-FFC4-11826DDA575D}"/>
              </a:ext>
            </a:extLst>
          </p:cNvPr>
          <p:cNvSpPr>
            <a:spLocks noGrp="1"/>
          </p:cNvSpPr>
          <p:nvPr>
            <p:ph type="body" idx="1"/>
          </p:nvPr>
        </p:nvSpPr>
        <p:spPr>
          <a:xfrm>
            <a:off x="396415" y="1314911"/>
            <a:ext cx="6230270" cy="5259642"/>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08B71AD0-E935-7A3D-A328-68B4A8E62AB5}"/>
              </a:ext>
            </a:extLst>
          </p:cNvPr>
          <p:cNvSpPr>
            <a:spLocks noGrp="1"/>
          </p:cNvSpPr>
          <p:nvPr>
            <p:ph type="hdr" sz="quarter"/>
          </p:nvPr>
        </p:nvSpPr>
        <p:spPr>
          <a:xfrm>
            <a:off x="399926" y="329698"/>
            <a:ext cx="4476874" cy="418910"/>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7C734E3F-0467-4ACC-4BAD-F54FFD3CC36E}"/>
              </a:ext>
            </a:extLst>
          </p:cNvPr>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0</a:t>
            </a:fld>
            <a:endParaRPr lang="en-US" dirty="0"/>
          </a:p>
        </p:txBody>
      </p:sp>
    </p:spTree>
    <p:extLst>
      <p:ext uri="{BB962C8B-B14F-4D97-AF65-F5344CB8AC3E}">
        <p14:creationId xmlns:p14="http://schemas.microsoft.com/office/powerpoint/2010/main" val="74251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16438" y="6921500"/>
            <a:ext cx="2687637" cy="1512888"/>
          </a:xfrm>
          <a:prstGeom prst="rect">
            <a:avLst/>
          </a:prstGeom>
        </p:spPr>
        <p:txBody>
          <a:bodyPr/>
          <a:lstStyle/>
          <a:p>
            <a:endParaRPr lang="en-GB"/>
          </a:p>
        </p:txBody>
      </p:sp>
      <p:sp>
        <p:nvSpPr>
          <p:cNvPr id="3" name="Notes Placeholder 2"/>
          <p:cNvSpPr>
            <a:spLocks noGrp="1"/>
          </p:cNvSpPr>
          <p:nvPr>
            <p:ph type="body" idx="1"/>
          </p:nvPr>
        </p:nvSpPr>
        <p:spPr>
          <a:xfrm>
            <a:off x="396415" y="1314911"/>
            <a:ext cx="6230270" cy="5259642"/>
          </a:xfrm>
          <a:prstGeom prst="rect">
            <a:avLst/>
          </a:prstGeom>
        </p:spPr>
        <p:txBody>
          <a:bodyPr/>
          <a:lstStyle/>
          <a:p>
            <a:endParaRPr lang="en-US" dirty="0"/>
          </a:p>
        </p:txBody>
      </p:sp>
      <p:sp>
        <p:nvSpPr>
          <p:cNvPr id="4" name="Header Placeholder 3"/>
          <p:cNvSpPr>
            <a:spLocks noGrp="1"/>
          </p:cNvSpPr>
          <p:nvPr>
            <p:ph type="hdr" sz="quarter"/>
          </p:nvPr>
        </p:nvSpPr>
        <p:spPr>
          <a:xfrm>
            <a:off x="399926" y="329698"/>
            <a:ext cx="4476874" cy="418910"/>
          </a:xfrm>
          <a:prstGeom prst="rect">
            <a:avLst/>
          </a:prstGeom>
        </p:spPr>
        <p:txBody>
          <a:bodyPr/>
          <a:lstStyle/>
          <a:p>
            <a:endParaRPr lang="en-US" dirty="0"/>
          </a:p>
        </p:txBody>
      </p:sp>
      <p:sp>
        <p:nvSpPr>
          <p:cNvPr id="5" name="Slide Number Placeholder 4"/>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1</a:t>
            </a:fld>
            <a:endParaRPr lang="en-US" dirty="0"/>
          </a:p>
        </p:txBody>
      </p:sp>
    </p:spTree>
    <p:extLst>
      <p:ext uri="{BB962C8B-B14F-4D97-AF65-F5344CB8AC3E}">
        <p14:creationId xmlns:p14="http://schemas.microsoft.com/office/powerpoint/2010/main" val="2335322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80C8-13CE-5C32-7829-096FBCAE1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B3838-01B9-0D11-7347-06AD23AAD090}"/>
              </a:ext>
            </a:extLst>
          </p:cNvPr>
          <p:cNvSpPr>
            <a:spLocks noGrp="1" noRot="1" noChangeAspect="1"/>
          </p:cNvSpPr>
          <p:nvPr>
            <p:ph type="sldImg"/>
          </p:nvPr>
        </p:nvSpPr>
        <p:spPr>
          <a:xfrm>
            <a:off x="4516438" y="6921500"/>
            <a:ext cx="2687637" cy="1512888"/>
          </a:xfrm>
          <a:prstGeom prst="rect">
            <a:avLst/>
          </a:prstGeom>
        </p:spPr>
        <p:txBody>
          <a:bodyPr/>
          <a:lstStyle/>
          <a:p>
            <a:endParaRPr lang="en-GB"/>
          </a:p>
        </p:txBody>
      </p:sp>
      <p:sp>
        <p:nvSpPr>
          <p:cNvPr id="3" name="Notes Placeholder 2">
            <a:extLst>
              <a:ext uri="{FF2B5EF4-FFF2-40B4-BE49-F238E27FC236}">
                <a16:creationId xmlns:a16="http://schemas.microsoft.com/office/drawing/2014/main" id="{EA61E402-1588-C05E-21BC-26B9625138B1}"/>
              </a:ext>
            </a:extLst>
          </p:cNvPr>
          <p:cNvSpPr>
            <a:spLocks noGrp="1"/>
          </p:cNvSpPr>
          <p:nvPr>
            <p:ph type="body" idx="1"/>
          </p:nvPr>
        </p:nvSpPr>
        <p:spPr>
          <a:xfrm>
            <a:off x="396415" y="1314911"/>
            <a:ext cx="6230270" cy="5259642"/>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969B5848-64A8-CA45-3999-73A93DD63E60}"/>
              </a:ext>
            </a:extLst>
          </p:cNvPr>
          <p:cNvSpPr>
            <a:spLocks noGrp="1"/>
          </p:cNvSpPr>
          <p:nvPr>
            <p:ph type="hdr" sz="quarter"/>
          </p:nvPr>
        </p:nvSpPr>
        <p:spPr>
          <a:xfrm>
            <a:off x="399926" y="329698"/>
            <a:ext cx="4476874" cy="418910"/>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63FA9CAD-EB3D-48D7-5EDF-C6C282E7310C}"/>
              </a:ext>
            </a:extLst>
          </p:cNvPr>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2</a:t>
            </a:fld>
            <a:endParaRPr lang="en-US" dirty="0"/>
          </a:p>
        </p:txBody>
      </p:sp>
    </p:spTree>
    <p:extLst>
      <p:ext uri="{BB962C8B-B14F-4D97-AF65-F5344CB8AC3E}">
        <p14:creationId xmlns:p14="http://schemas.microsoft.com/office/powerpoint/2010/main" val="2822320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06209-B808-2110-AE3C-C37540338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AD3AC-078C-F2E8-9D96-2DC488088E43}"/>
              </a:ext>
            </a:extLst>
          </p:cNvPr>
          <p:cNvSpPr>
            <a:spLocks noGrp="1" noRot="1" noChangeAspect="1"/>
          </p:cNvSpPr>
          <p:nvPr>
            <p:ph type="sldImg"/>
          </p:nvPr>
        </p:nvSpPr>
        <p:spPr>
          <a:xfrm>
            <a:off x="4516438" y="6921500"/>
            <a:ext cx="2687637" cy="1512888"/>
          </a:xfrm>
          <a:prstGeom prst="rect">
            <a:avLst/>
          </a:prstGeom>
        </p:spPr>
        <p:txBody>
          <a:bodyPr/>
          <a:lstStyle/>
          <a:p>
            <a:endParaRPr lang="en-GB"/>
          </a:p>
        </p:txBody>
      </p:sp>
      <p:sp>
        <p:nvSpPr>
          <p:cNvPr id="3" name="Notes Placeholder 2">
            <a:extLst>
              <a:ext uri="{FF2B5EF4-FFF2-40B4-BE49-F238E27FC236}">
                <a16:creationId xmlns:a16="http://schemas.microsoft.com/office/drawing/2014/main" id="{561B3585-BFA9-8591-4398-EC931B6D7BFE}"/>
              </a:ext>
            </a:extLst>
          </p:cNvPr>
          <p:cNvSpPr>
            <a:spLocks noGrp="1"/>
          </p:cNvSpPr>
          <p:nvPr>
            <p:ph type="body" idx="1"/>
          </p:nvPr>
        </p:nvSpPr>
        <p:spPr>
          <a:xfrm>
            <a:off x="396415" y="1314911"/>
            <a:ext cx="6230270" cy="5259642"/>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09B1ACF7-9BAA-04DC-D823-D439D3B9BFDA}"/>
              </a:ext>
            </a:extLst>
          </p:cNvPr>
          <p:cNvSpPr>
            <a:spLocks noGrp="1"/>
          </p:cNvSpPr>
          <p:nvPr>
            <p:ph type="hdr" sz="quarter"/>
          </p:nvPr>
        </p:nvSpPr>
        <p:spPr>
          <a:xfrm>
            <a:off x="399926" y="329698"/>
            <a:ext cx="4476874" cy="418910"/>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41C73C25-787A-43A8-4877-FF76237B4D5E}"/>
              </a:ext>
            </a:extLst>
          </p:cNvPr>
          <p:cNvSpPr>
            <a:spLocks noGrp="1"/>
          </p:cNvSpPr>
          <p:nvPr>
            <p:ph type="sldNum" sz="quarter" idx="5"/>
          </p:nvPr>
        </p:nvSpPr>
        <p:spPr>
          <a:xfrm>
            <a:off x="5699651" y="8780243"/>
            <a:ext cx="927049" cy="251346"/>
          </a:xfrm>
          <a:prstGeom prst="rect">
            <a:avLst/>
          </a:prstGeom>
        </p:spPr>
        <p:txBody>
          <a:bodyPr/>
          <a:lstStyle/>
          <a:p>
            <a:fld id="{CA61E296-9532-40C3-9174-581AD2B7748B}" type="slidenum">
              <a:rPr lang="en-US" smtClean="0"/>
              <a:pPr/>
              <a:t>3</a:t>
            </a:fld>
            <a:endParaRPr lang="en-US" dirty="0"/>
          </a:p>
        </p:txBody>
      </p:sp>
    </p:spTree>
    <p:extLst>
      <p:ext uri="{BB962C8B-B14F-4D97-AF65-F5344CB8AC3E}">
        <p14:creationId xmlns:p14="http://schemas.microsoft.com/office/powerpoint/2010/main" val="25497895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Charcoal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913627" y="8149710"/>
            <a:ext cx="9653541" cy="269756"/>
          </a:xfrm>
          <a:prstGeom prst="rect">
            <a:avLst/>
          </a:prstGeom>
          <a:ln>
            <a:noFill/>
          </a:ln>
        </p:spPr>
        <p:txBody>
          <a:bodyPr vert="horz" wrap="square" lIns="114298" tIns="57151" rIns="114298" bIns="57151" numCol="1" rtlCol="0" anchor="ctr" anchorCtr="0" compatLnSpc="1">
            <a:prstTxWarp prst="textNoShape">
              <a:avLst/>
            </a:prstTxWarp>
            <a:spAutoFit/>
          </a:bodyPr>
          <a:lstStyle/>
          <a:p>
            <a:pPr marL="0" marR="0" indent="0" algn="l" defTabSz="1143237" rtl="0" eaLnBrk="1" fontAlgn="auto" latinLnBrk="0" hangingPunct="1">
              <a:lnSpc>
                <a:spcPct val="100000"/>
              </a:lnSpc>
              <a:spcBef>
                <a:spcPts val="0"/>
              </a:spcBef>
              <a:spcAft>
                <a:spcPts val="0"/>
              </a:spcAft>
              <a:buClrTx/>
              <a:buSzTx/>
              <a:buFontTx/>
              <a:buNone/>
              <a:tabLst/>
              <a:defRPr/>
            </a:pPr>
            <a:r>
              <a:rPr lang="en-US" sz="1003" dirty="0">
                <a:solidFill>
                  <a:srgbClr val="959CA0"/>
                </a:solidFill>
                <a:ea typeface="Arial" charset="0"/>
                <a:cs typeface="Arial" charset="0"/>
              </a:rPr>
              <a:t>© 2021. All rights reserved. IQVIA</a:t>
            </a:r>
            <a:r>
              <a:rPr lang="en-US" sz="1003" baseline="30000" dirty="0">
                <a:solidFill>
                  <a:srgbClr val="959CA0"/>
                </a:solidFill>
                <a:ea typeface="Arial" charset="0"/>
                <a:cs typeface="Arial" charset="0"/>
              </a:rPr>
              <a:t>®</a:t>
            </a:r>
            <a:r>
              <a:rPr lang="en-US" sz="1003" dirty="0">
                <a:solidFill>
                  <a:srgbClr val="959CA0"/>
                </a:solidFill>
                <a:ea typeface="Arial" charset="0"/>
                <a:cs typeface="Arial" charset="0"/>
              </a:rPr>
              <a:t> is a registered trademark of IQVIA Inc. in the United States, the European Union, and various other countries. </a:t>
            </a:r>
            <a:endParaRPr lang="en-US" sz="1003" kern="1200" dirty="0">
              <a:solidFill>
                <a:srgbClr val="959CA0"/>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929164" y="4602208"/>
            <a:ext cx="7937295" cy="1494750"/>
          </a:xfrm>
          <a:prstGeom prst="rect">
            <a:avLst/>
          </a:prstGeom>
        </p:spPr>
        <p:txBody>
          <a:bodyPr>
            <a:noAutofit/>
          </a:bodyPr>
          <a:lstStyle>
            <a:lvl1pPr marL="0" indent="0" algn="l">
              <a:lnSpc>
                <a:spcPct val="100000"/>
              </a:lnSpc>
              <a:spcBef>
                <a:spcPts val="0"/>
              </a:spcBef>
              <a:buNone/>
              <a:defRPr sz="3005" b="0" i="1">
                <a:solidFill>
                  <a:schemeClr val="bg1">
                    <a:lumMod val="75000"/>
                  </a:schemeClr>
                </a:solidFill>
              </a:defRPr>
            </a:lvl1pPr>
          </a:lstStyle>
          <a:p>
            <a:pPr lvl="0"/>
            <a:r>
              <a:rPr lang="en-US" dirty="0"/>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929164" y="1589470"/>
            <a:ext cx="9901943" cy="2802893"/>
          </a:xfrm>
          <a:prstGeom prst="rect">
            <a:avLst/>
          </a:prstGeom>
        </p:spPr>
        <p:txBody>
          <a:bodyPr anchor="b" anchorCtr="0"/>
          <a:lstStyle>
            <a:lvl1pPr algn="l">
              <a:lnSpc>
                <a:spcPct val="100000"/>
              </a:lnSpc>
              <a:defRPr sz="4504" b="1" i="0" baseline="0">
                <a:solidFill>
                  <a:schemeClr val="bg1"/>
                </a:solidFill>
              </a:defRPr>
            </a:lvl1pPr>
          </a:lstStyle>
          <a:p>
            <a:r>
              <a:rPr lang="en-US" dirty="0"/>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929164" y="6898081"/>
            <a:ext cx="7937295" cy="836590"/>
          </a:xfrm>
          <a:prstGeom prst="rect">
            <a:avLst/>
          </a:prstGeom>
        </p:spPr>
        <p:txBody>
          <a:bodyPr>
            <a:noAutofit/>
          </a:bodyPr>
          <a:lstStyle>
            <a:lvl1pPr marL="0" indent="0" algn="l">
              <a:lnSpc>
                <a:spcPct val="100000"/>
              </a:lnSpc>
              <a:spcBef>
                <a:spcPts val="250"/>
              </a:spcBef>
              <a:buNone/>
              <a:defRPr sz="2002" baseline="0">
                <a:solidFill>
                  <a:schemeClr val="bg1"/>
                </a:solidFill>
              </a:defRPr>
            </a:lvl1pPr>
            <a:lvl2pPr marL="571614" indent="0" algn="ctr">
              <a:buNone/>
              <a:defRPr sz="2502"/>
            </a:lvl2pPr>
            <a:lvl3pPr marL="1143237" indent="0" algn="ctr">
              <a:buNone/>
              <a:defRPr sz="2252"/>
            </a:lvl3pPr>
            <a:lvl4pPr marL="1714851" indent="0" algn="ctr">
              <a:buNone/>
              <a:defRPr sz="2002"/>
            </a:lvl4pPr>
            <a:lvl5pPr marL="2286465" indent="0" algn="ctr">
              <a:buNone/>
              <a:defRPr sz="2002"/>
            </a:lvl5pPr>
            <a:lvl6pPr marL="2858084" indent="0" algn="ctr">
              <a:buNone/>
              <a:defRPr sz="2002"/>
            </a:lvl6pPr>
            <a:lvl7pPr marL="3429702" indent="0" algn="ctr">
              <a:buNone/>
              <a:defRPr sz="2002"/>
            </a:lvl7pPr>
            <a:lvl8pPr marL="4001317" indent="0" algn="ctr">
              <a:buNone/>
              <a:defRPr sz="2002"/>
            </a:lvl8pPr>
            <a:lvl9pPr marL="4572935" indent="0" algn="ctr">
              <a:buNone/>
              <a:defRPr sz="2002"/>
            </a:lvl9pPr>
          </a:lstStyle>
          <a:p>
            <a:r>
              <a:rPr lang="en-US" dirty="0"/>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8795308" y="3440023"/>
            <a:ext cx="6444694" cy="4629150"/>
            <a:chOff x="7036244" y="2752016"/>
            <a:chExt cx="5155756" cy="3703320"/>
          </a:xfrm>
          <a:solidFill>
            <a:schemeClr val="accent1"/>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pic>
        <p:nvPicPr>
          <p:cNvPr id="12" name="Graphic 11">
            <a:extLst>
              <a:ext uri="{FF2B5EF4-FFF2-40B4-BE49-F238E27FC236}">
                <a16:creationId xmlns:a16="http://schemas.microsoft.com/office/drawing/2014/main" id="{8E3D6F47-43BF-4540-9690-AE662057D2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9600" y="554290"/>
            <a:ext cx="0" cy="0"/>
          </a:xfrm>
          <a:prstGeom prst="rect">
            <a:avLst/>
          </a:prstGeom>
        </p:spPr>
      </p:pic>
      <p:pic>
        <p:nvPicPr>
          <p:cNvPr id="6" name="Graphic 5">
            <a:extLst>
              <a:ext uri="{FF2B5EF4-FFF2-40B4-BE49-F238E27FC236}">
                <a16:creationId xmlns:a16="http://schemas.microsoft.com/office/drawing/2014/main" id="{E8E2C89B-7571-F544-938F-C9997978262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99896" y="919321"/>
            <a:ext cx="2809875" cy="508000"/>
          </a:xfrm>
          <a:prstGeom prst="rect">
            <a:avLst/>
          </a:prstGeom>
        </p:spPr>
      </p:pic>
      <p:pic>
        <p:nvPicPr>
          <p:cNvPr id="16" name="Graphic 15">
            <a:extLst>
              <a:ext uri="{FF2B5EF4-FFF2-40B4-BE49-F238E27FC236}">
                <a16:creationId xmlns:a16="http://schemas.microsoft.com/office/drawing/2014/main" id="{A849D536-F609-A744-B36A-8BFB5245F4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29600" y="554290"/>
            <a:ext cx="0" cy="0"/>
          </a:xfrm>
          <a:prstGeom prst="rect">
            <a:avLst/>
          </a:prstGeom>
        </p:spPr>
      </p:pic>
    </p:spTree>
    <p:extLst>
      <p:ext uri="{BB962C8B-B14F-4D97-AF65-F5344CB8AC3E}">
        <p14:creationId xmlns:p14="http://schemas.microsoft.com/office/powerpoint/2010/main" val="1801123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Blu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913627" y="8149710"/>
            <a:ext cx="9653541" cy="269756"/>
          </a:xfrm>
          <a:prstGeom prst="rect">
            <a:avLst/>
          </a:prstGeom>
          <a:ln>
            <a:noFill/>
          </a:ln>
        </p:spPr>
        <p:txBody>
          <a:bodyPr vert="horz" wrap="square" lIns="114298" tIns="57151" rIns="114298" bIns="57151" numCol="1" rtlCol="0" anchor="ctr" anchorCtr="0" compatLnSpc="1">
            <a:prstTxWarp prst="textNoShape">
              <a:avLst/>
            </a:prstTxWarp>
            <a:spAutoFit/>
          </a:bodyPr>
          <a:lstStyle/>
          <a:p>
            <a:pPr marL="0" marR="0" indent="0" algn="l" defTabSz="1143237" rtl="0" eaLnBrk="1" fontAlgn="auto" latinLnBrk="0" hangingPunct="1">
              <a:lnSpc>
                <a:spcPct val="100000"/>
              </a:lnSpc>
              <a:spcBef>
                <a:spcPts val="0"/>
              </a:spcBef>
              <a:spcAft>
                <a:spcPts val="0"/>
              </a:spcAft>
              <a:buClrTx/>
              <a:buSzTx/>
              <a:buFontTx/>
              <a:buNone/>
              <a:tabLst/>
              <a:defRPr/>
            </a:pPr>
            <a:r>
              <a:rPr lang="en-US" sz="1003" dirty="0">
                <a:solidFill>
                  <a:srgbClr val="7FD1EF"/>
                </a:solidFill>
                <a:ea typeface="Arial" charset="0"/>
                <a:cs typeface="Arial" charset="0"/>
              </a:rPr>
              <a:t>© 2021. All rights reserved. IQVIA</a:t>
            </a:r>
            <a:r>
              <a:rPr lang="en-US" sz="1003" baseline="30000" dirty="0">
                <a:solidFill>
                  <a:srgbClr val="7FD1EF"/>
                </a:solidFill>
                <a:ea typeface="Arial" charset="0"/>
                <a:cs typeface="Arial" charset="0"/>
              </a:rPr>
              <a:t>®</a:t>
            </a:r>
            <a:r>
              <a:rPr lang="en-US" sz="1003" dirty="0">
                <a:solidFill>
                  <a:srgbClr val="7FD1EF"/>
                </a:solidFill>
                <a:ea typeface="Arial" charset="0"/>
                <a:cs typeface="Arial" charset="0"/>
              </a:rPr>
              <a:t> is a registered trademark of IQVIA Inc. in the United States, the European Union, and various other countries. </a:t>
            </a: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929164" y="4602208"/>
            <a:ext cx="7937295" cy="1494750"/>
          </a:xfrm>
          <a:prstGeom prst="rect">
            <a:avLst/>
          </a:prstGeom>
        </p:spPr>
        <p:txBody>
          <a:bodyPr>
            <a:noAutofit/>
          </a:bodyPr>
          <a:lstStyle>
            <a:lvl1pPr marL="0" indent="0" algn="l">
              <a:lnSpc>
                <a:spcPct val="100000"/>
              </a:lnSpc>
              <a:spcBef>
                <a:spcPts val="0"/>
              </a:spcBef>
              <a:buNone/>
              <a:defRPr sz="3005" b="0" i="1">
                <a:solidFill>
                  <a:srgbClr val="BFE8F7"/>
                </a:solidFill>
              </a:defRPr>
            </a:lvl1pPr>
          </a:lstStyle>
          <a:p>
            <a:pPr lvl="0"/>
            <a:r>
              <a:rPr lang="en-US" dirty="0"/>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929164" y="1589470"/>
            <a:ext cx="9901943" cy="2802893"/>
          </a:xfrm>
          <a:prstGeom prst="rect">
            <a:avLst/>
          </a:prstGeom>
        </p:spPr>
        <p:txBody>
          <a:bodyPr anchor="b" anchorCtr="0"/>
          <a:lstStyle>
            <a:lvl1pPr algn="l">
              <a:lnSpc>
                <a:spcPct val="100000"/>
              </a:lnSpc>
              <a:defRPr sz="4504" b="1" i="0" baseline="0">
                <a:solidFill>
                  <a:schemeClr val="bg1"/>
                </a:solidFill>
              </a:defRPr>
            </a:lvl1pPr>
          </a:lstStyle>
          <a:p>
            <a:r>
              <a:rPr lang="en-US" dirty="0"/>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929164" y="6898081"/>
            <a:ext cx="7937295" cy="836590"/>
          </a:xfrm>
          <a:prstGeom prst="rect">
            <a:avLst/>
          </a:prstGeom>
        </p:spPr>
        <p:txBody>
          <a:bodyPr>
            <a:noAutofit/>
          </a:bodyPr>
          <a:lstStyle>
            <a:lvl1pPr marL="0" indent="0" algn="l">
              <a:lnSpc>
                <a:spcPct val="100000"/>
              </a:lnSpc>
              <a:spcBef>
                <a:spcPts val="250"/>
              </a:spcBef>
              <a:buNone/>
              <a:defRPr sz="2002" baseline="0">
                <a:solidFill>
                  <a:schemeClr val="bg1"/>
                </a:solidFill>
              </a:defRPr>
            </a:lvl1pPr>
            <a:lvl2pPr marL="571614" indent="0" algn="ctr">
              <a:buNone/>
              <a:defRPr sz="2502"/>
            </a:lvl2pPr>
            <a:lvl3pPr marL="1143237" indent="0" algn="ctr">
              <a:buNone/>
              <a:defRPr sz="2252"/>
            </a:lvl3pPr>
            <a:lvl4pPr marL="1714851" indent="0" algn="ctr">
              <a:buNone/>
              <a:defRPr sz="2002"/>
            </a:lvl4pPr>
            <a:lvl5pPr marL="2286465" indent="0" algn="ctr">
              <a:buNone/>
              <a:defRPr sz="2002"/>
            </a:lvl5pPr>
            <a:lvl6pPr marL="2858084" indent="0" algn="ctr">
              <a:buNone/>
              <a:defRPr sz="2002"/>
            </a:lvl6pPr>
            <a:lvl7pPr marL="3429702" indent="0" algn="ctr">
              <a:buNone/>
              <a:defRPr sz="2002"/>
            </a:lvl7pPr>
            <a:lvl8pPr marL="4001317" indent="0" algn="ctr">
              <a:buNone/>
              <a:defRPr sz="2002"/>
            </a:lvl8pPr>
            <a:lvl9pPr marL="4572935" indent="0" algn="ctr">
              <a:buNone/>
              <a:defRPr sz="2002"/>
            </a:lvl9pPr>
          </a:lstStyle>
          <a:p>
            <a:r>
              <a:rPr lang="en-US" dirty="0"/>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8795308" y="3440023"/>
            <a:ext cx="6444694" cy="4629150"/>
            <a:chOff x="7036244" y="2752016"/>
            <a:chExt cx="5155756" cy="3703320"/>
          </a:xfrm>
          <a:solidFill>
            <a:schemeClr val="accent2"/>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pic>
        <p:nvPicPr>
          <p:cNvPr id="16" name="Graphic 15">
            <a:extLst>
              <a:ext uri="{FF2B5EF4-FFF2-40B4-BE49-F238E27FC236}">
                <a16:creationId xmlns:a16="http://schemas.microsoft.com/office/drawing/2014/main" id="{0A1AF0D6-51EF-1945-B4E8-68EF85E87D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Tree>
    <p:extLst>
      <p:ext uri="{BB962C8B-B14F-4D97-AF65-F5344CB8AC3E}">
        <p14:creationId xmlns:p14="http://schemas.microsoft.com/office/powerpoint/2010/main" val="190137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Green - IQVIA">
    <p:bg>
      <p:bgPr>
        <a:gradFill>
          <a:gsLst>
            <a:gs pos="20000">
              <a:schemeClr val="accent4"/>
            </a:gs>
            <a:gs pos="80000">
              <a:schemeClr val="accent3"/>
            </a:gs>
          </a:gsLst>
          <a:lin ang="2700000" scaled="1"/>
        </a:gradFill>
        <a:effectLst/>
      </p:bgPr>
    </p:bg>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0EE6CC4-BDAD-452E-AE32-77E9A1B11636}"/>
              </a:ext>
            </a:extLst>
          </p:cNvPr>
          <p:cNvSpPr txBox="1"/>
          <p:nvPr/>
        </p:nvSpPr>
        <p:spPr bwMode="black">
          <a:xfrm>
            <a:off x="913627" y="8149710"/>
            <a:ext cx="9653541" cy="269756"/>
          </a:xfrm>
          <a:prstGeom prst="rect">
            <a:avLst/>
          </a:prstGeom>
          <a:ln>
            <a:noFill/>
          </a:ln>
        </p:spPr>
        <p:txBody>
          <a:bodyPr vert="horz" wrap="square" lIns="114298" tIns="57151" rIns="114298" bIns="57151" numCol="1" rtlCol="0" anchor="ctr" anchorCtr="0" compatLnSpc="1">
            <a:prstTxWarp prst="textNoShape">
              <a:avLst/>
            </a:prstTxWarp>
            <a:spAutoFit/>
          </a:bodyPr>
          <a:lstStyle/>
          <a:p>
            <a:pPr marL="0" marR="0" indent="0" algn="l" defTabSz="1143237" rtl="0" eaLnBrk="1" fontAlgn="auto" latinLnBrk="0" hangingPunct="1">
              <a:lnSpc>
                <a:spcPct val="100000"/>
              </a:lnSpc>
              <a:spcBef>
                <a:spcPts val="0"/>
              </a:spcBef>
              <a:spcAft>
                <a:spcPts val="0"/>
              </a:spcAft>
              <a:buClrTx/>
              <a:buSzTx/>
              <a:buFontTx/>
              <a:buNone/>
              <a:tabLst/>
              <a:defRPr/>
            </a:pPr>
            <a:r>
              <a:rPr lang="en-US" sz="1003" dirty="0">
                <a:solidFill>
                  <a:srgbClr val="A1D794"/>
                </a:solidFill>
                <a:ea typeface="Arial" charset="0"/>
                <a:cs typeface="Arial" charset="0"/>
              </a:rPr>
              <a:t>© 2021. All rights reserved. IQVIA</a:t>
            </a:r>
            <a:r>
              <a:rPr lang="en-US" sz="1003" baseline="30000" dirty="0">
                <a:solidFill>
                  <a:srgbClr val="A1D794"/>
                </a:solidFill>
                <a:ea typeface="Arial" charset="0"/>
                <a:cs typeface="Arial" charset="0"/>
              </a:rPr>
              <a:t>®</a:t>
            </a:r>
            <a:r>
              <a:rPr lang="en-US" sz="1003" dirty="0">
                <a:solidFill>
                  <a:srgbClr val="A1D794"/>
                </a:solidFill>
                <a:ea typeface="Arial" charset="0"/>
                <a:cs typeface="Arial" charset="0"/>
              </a:rPr>
              <a:t> is a registered trademark of IQVIA Inc. in the United States, the European Union, and various other countries. </a:t>
            </a:r>
            <a:endParaRPr lang="en-US" sz="1003" kern="1200" dirty="0">
              <a:solidFill>
                <a:srgbClr val="A1D794"/>
              </a:solidFill>
              <a:latin typeface="+mn-lt"/>
              <a:ea typeface="Arial" charset="0"/>
              <a:cs typeface="Arial" charset="0"/>
            </a:endParaRPr>
          </a:p>
        </p:txBody>
      </p:sp>
      <p:sp>
        <p:nvSpPr>
          <p:cNvPr id="64" name="Text Placeholder 21">
            <a:extLst>
              <a:ext uri="{FF2B5EF4-FFF2-40B4-BE49-F238E27FC236}">
                <a16:creationId xmlns:a16="http://schemas.microsoft.com/office/drawing/2014/main" id="{21604DCE-2860-47E1-9A45-B850AE2D5253}"/>
              </a:ext>
            </a:extLst>
          </p:cNvPr>
          <p:cNvSpPr>
            <a:spLocks noGrp="1"/>
          </p:cNvSpPr>
          <p:nvPr>
            <p:ph type="body" sz="quarter" idx="10" hasCustomPrompt="1"/>
          </p:nvPr>
        </p:nvSpPr>
        <p:spPr>
          <a:xfrm>
            <a:off x="929164" y="4602208"/>
            <a:ext cx="7937295" cy="1494750"/>
          </a:xfrm>
          <a:prstGeom prst="rect">
            <a:avLst/>
          </a:prstGeom>
        </p:spPr>
        <p:txBody>
          <a:bodyPr>
            <a:noAutofit/>
          </a:bodyPr>
          <a:lstStyle>
            <a:lvl1pPr marL="0" indent="0" algn="l">
              <a:lnSpc>
                <a:spcPct val="100000"/>
              </a:lnSpc>
              <a:spcBef>
                <a:spcPts val="0"/>
              </a:spcBef>
              <a:buNone/>
              <a:defRPr sz="3005" b="0" i="1">
                <a:solidFill>
                  <a:srgbClr val="D0EBCA"/>
                </a:solidFill>
              </a:defRPr>
            </a:lvl1pPr>
          </a:lstStyle>
          <a:p>
            <a:pPr lvl="0"/>
            <a:r>
              <a:rPr lang="en-US" dirty="0"/>
              <a:t>Subheads are 24pt Arial Italic sentence case and can be 2 lines.</a:t>
            </a:r>
          </a:p>
        </p:txBody>
      </p:sp>
      <p:sp>
        <p:nvSpPr>
          <p:cNvPr id="71" name="Title 1">
            <a:extLst>
              <a:ext uri="{FF2B5EF4-FFF2-40B4-BE49-F238E27FC236}">
                <a16:creationId xmlns:a16="http://schemas.microsoft.com/office/drawing/2014/main" id="{4A4E4609-F19E-4DD3-A900-7CA905D6E6D5}"/>
              </a:ext>
            </a:extLst>
          </p:cNvPr>
          <p:cNvSpPr>
            <a:spLocks noGrp="1"/>
          </p:cNvSpPr>
          <p:nvPr>
            <p:ph type="ctrTitle" hasCustomPrompt="1"/>
          </p:nvPr>
        </p:nvSpPr>
        <p:spPr>
          <a:xfrm>
            <a:off x="929164" y="1589470"/>
            <a:ext cx="9901943" cy="2802893"/>
          </a:xfrm>
          <a:prstGeom prst="rect">
            <a:avLst/>
          </a:prstGeom>
        </p:spPr>
        <p:txBody>
          <a:bodyPr anchor="b" anchorCtr="0"/>
          <a:lstStyle>
            <a:lvl1pPr algn="l">
              <a:lnSpc>
                <a:spcPct val="100000"/>
              </a:lnSpc>
              <a:defRPr sz="4504" b="1" i="0" baseline="0">
                <a:solidFill>
                  <a:schemeClr val="bg1"/>
                </a:solidFill>
              </a:defRPr>
            </a:lvl1pPr>
          </a:lstStyle>
          <a:p>
            <a:r>
              <a:rPr lang="en-US" dirty="0"/>
              <a:t>Headline 36pt Arial Bold Title Case Should Be No More Than 2 Lines</a:t>
            </a:r>
          </a:p>
        </p:txBody>
      </p:sp>
      <p:sp>
        <p:nvSpPr>
          <p:cNvPr id="73" name="Subtitle 2">
            <a:extLst>
              <a:ext uri="{FF2B5EF4-FFF2-40B4-BE49-F238E27FC236}">
                <a16:creationId xmlns:a16="http://schemas.microsoft.com/office/drawing/2014/main" id="{BB2AC513-3F13-403A-8294-79335D9E7653}"/>
              </a:ext>
            </a:extLst>
          </p:cNvPr>
          <p:cNvSpPr>
            <a:spLocks noGrp="1"/>
          </p:cNvSpPr>
          <p:nvPr>
            <p:ph type="subTitle" idx="1" hasCustomPrompt="1"/>
          </p:nvPr>
        </p:nvSpPr>
        <p:spPr>
          <a:xfrm>
            <a:off x="929164" y="6898081"/>
            <a:ext cx="7937295" cy="836590"/>
          </a:xfrm>
          <a:prstGeom prst="rect">
            <a:avLst/>
          </a:prstGeom>
        </p:spPr>
        <p:txBody>
          <a:bodyPr>
            <a:noAutofit/>
          </a:bodyPr>
          <a:lstStyle>
            <a:lvl1pPr marL="0" indent="0" algn="l">
              <a:lnSpc>
                <a:spcPct val="100000"/>
              </a:lnSpc>
              <a:spcBef>
                <a:spcPts val="250"/>
              </a:spcBef>
              <a:buNone/>
              <a:defRPr sz="2002" baseline="0">
                <a:solidFill>
                  <a:schemeClr val="bg1"/>
                </a:solidFill>
              </a:defRPr>
            </a:lvl1pPr>
            <a:lvl2pPr marL="571614" indent="0" algn="ctr">
              <a:buNone/>
              <a:defRPr sz="2502"/>
            </a:lvl2pPr>
            <a:lvl3pPr marL="1143237" indent="0" algn="ctr">
              <a:buNone/>
              <a:defRPr sz="2252"/>
            </a:lvl3pPr>
            <a:lvl4pPr marL="1714851" indent="0" algn="ctr">
              <a:buNone/>
              <a:defRPr sz="2002"/>
            </a:lvl4pPr>
            <a:lvl5pPr marL="2286465" indent="0" algn="ctr">
              <a:buNone/>
              <a:defRPr sz="2002"/>
            </a:lvl5pPr>
            <a:lvl6pPr marL="2858084" indent="0" algn="ctr">
              <a:buNone/>
              <a:defRPr sz="2002"/>
            </a:lvl6pPr>
            <a:lvl7pPr marL="3429702" indent="0" algn="ctr">
              <a:buNone/>
              <a:defRPr sz="2002"/>
            </a:lvl7pPr>
            <a:lvl8pPr marL="4001317" indent="0" algn="ctr">
              <a:buNone/>
              <a:defRPr sz="2002"/>
            </a:lvl8pPr>
            <a:lvl9pPr marL="4572935" indent="0" algn="ctr">
              <a:buNone/>
              <a:defRPr sz="2002"/>
            </a:lvl9pPr>
          </a:lstStyle>
          <a:p>
            <a:r>
              <a:rPr lang="en-US" dirty="0"/>
              <a:t>Author First Last Name, Title 16pt Arial</a:t>
            </a:r>
          </a:p>
        </p:txBody>
      </p:sp>
      <p:grpSp>
        <p:nvGrpSpPr>
          <p:cNvPr id="4" name="Group 3">
            <a:extLst>
              <a:ext uri="{FF2B5EF4-FFF2-40B4-BE49-F238E27FC236}">
                <a16:creationId xmlns:a16="http://schemas.microsoft.com/office/drawing/2014/main" id="{77F8B223-93F9-9E4B-8F7C-EC9FC4ACDAD5}"/>
              </a:ext>
            </a:extLst>
          </p:cNvPr>
          <p:cNvGrpSpPr/>
          <p:nvPr/>
        </p:nvGrpSpPr>
        <p:grpSpPr>
          <a:xfrm>
            <a:off x="8795308" y="3440023"/>
            <a:ext cx="6444694" cy="4629150"/>
            <a:chOff x="7036244" y="2752016"/>
            <a:chExt cx="5155756" cy="3703320"/>
          </a:xfrm>
          <a:solidFill>
            <a:schemeClr val="accent4"/>
          </a:solidFill>
        </p:grpSpPr>
        <p:sp>
          <p:nvSpPr>
            <p:cNvPr id="103" name="Freeform 102">
              <a:extLst>
                <a:ext uri="{FF2B5EF4-FFF2-40B4-BE49-F238E27FC236}">
                  <a16:creationId xmlns:a16="http://schemas.microsoft.com/office/drawing/2014/main" id="{676A8BEE-D814-7949-9114-89017682369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00" name="Freeform 99">
              <a:extLst>
                <a:ext uri="{FF2B5EF4-FFF2-40B4-BE49-F238E27FC236}">
                  <a16:creationId xmlns:a16="http://schemas.microsoft.com/office/drawing/2014/main" id="{796E5C83-B5E5-1D4C-84FB-62353DC44BD9}"/>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02" name="Freeform 101">
              <a:extLst>
                <a:ext uri="{FF2B5EF4-FFF2-40B4-BE49-F238E27FC236}">
                  <a16:creationId xmlns:a16="http://schemas.microsoft.com/office/drawing/2014/main" id="{F694892D-C7AC-A442-B8F6-4CDEB7DD8228}"/>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01" name="Freeform 100">
              <a:extLst>
                <a:ext uri="{FF2B5EF4-FFF2-40B4-BE49-F238E27FC236}">
                  <a16:creationId xmlns:a16="http://schemas.microsoft.com/office/drawing/2014/main" id="{6671C44A-5B20-DD46-8500-55C2BAA1DA5A}"/>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pic>
        <p:nvPicPr>
          <p:cNvPr id="16" name="Graphic 15">
            <a:extLst>
              <a:ext uri="{FF2B5EF4-FFF2-40B4-BE49-F238E27FC236}">
                <a16:creationId xmlns:a16="http://schemas.microsoft.com/office/drawing/2014/main" id="{4D06917E-3E0E-6D47-9181-57DC0B9695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Tree>
    <p:extLst>
      <p:ext uri="{BB962C8B-B14F-4D97-AF65-F5344CB8AC3E}">
        <p14:creationId xmlns:p14="http://schemas.microsoft.com/office/powerpoint/2010/main" val="59733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White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913627" y="8149710"/>
            <a:ext cx="9653541" cy="269756"/>
          </a:xfrm>
          <a:prstGeom prst="rect">
            <a:avLst/>
          </a:prstGeom>
          <a:ln>
            <a:noFill/>
          </a:ln>
        </p:spPr>
        <p:txBody>
          <a:bodyPr vert="horz" wrap="square" lIns="114298" tIns="57151" rIns="114298" bIns="57151" numCol="1" rtlCol="0" anchor="ctr" anchorCtr="0" compatLnSpc="1">
            <a:prstTxWarp prst="textNoShape">
              <a:avLst/>
            </a:prstTxWarp>
            <a:spAutoFit/>
          </a:bodyPr>
          <a:lstStyle/>
          <a:p>
            <a:pPr marL="0" marR="0" indent="0" algn="l" defTabSz="1143237" rtl="0" eaLnBrk="1" fontAlgn="auto" latinLnBrk="0" hangingPunct="1">
              <a:lnSpc>
                <a:spcPct val="100000"/>
              </a:lnSpc>
              <a:spcBef>
                <a:spcPts val="0"/>
              </a:spcBef>
              <a:spcAft>
                <a:spcPts val="0"/>
              </a:spcAft>
              <a:buClrTx/>
              <a:buSzTx/>
              <a:buFontTx/>
              <a:buNone/>
              <a:tabLst/>
              <a:defRPr/>
            </a:pPr>
            <a:r>
              <a:rPr lang="en-US" sz="1003" dirty="0">
                <a:solidFill>
                  <a:schemeClr val="bg1">
                    <a:lumMod val="50000"/>
                  </a:schemeClr>
                </a:solidFill>
                <a:ea typeface="Arial" charset="0"/>
                <a:cs typeface="Arial" charset="0"/>
              </a:rPr>
              <a:t>© 2021. All rights reserved. IQVIA</a:t>
            </a:r>
            <a:r>
              <a:rPr lang="en-US" sz="1003" baseline="30000" dirty="0">
                <a:solidFill>
                  <a:schemeClr val="bg1">
                    <a:lumMod val="50000"/>
                  </a:schemeClr>
                </a:solidFill>
                <a:ea typeface="Arial" charset="0"/>
                <a:cs typeface="Arial" charset="0"/>
              </a:rPr>
              <a:t>®</a:t>
            </a:r>
            <a:r>
              <a:rPr lang="en-US" sz="1003" dirty="0">
                <a:solidFill>
                  <a:schemeClr val="bg1">
                    <a:lumMod val="50000"/>
                  </a:schemeClr>
                </a:solidFill>
                <a:ea typeface="Arial" charset="0"/>
                <a:cs typeface="Arial" charset="0"/>
              </a:rPr>
              <a:t> is a registered trademark of IQVIA Inc. in the United States, the European Union, and various other countries. </a:t>
            </a:r>
            <a:endParaRPr lang="en-US" sz="1003" kern="1200" dirty="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929164" y="4602208"/>
            <a:ext cx="7937295" cy="1494750"/>
          </a:xfrm>
          <a:prstGeom prst="rect">
            <a:avLst/>
          </a:prstGeom>
        </p:spPr>
        <p:txBody>
          <a:bodyPr>
            <a:noAutofit/>
          </a:bodyPr>
          <a:lstStyle>
            <a:lvl1pPr marL="0" indent="0" algn="l">
              <a:lnSpc>
                <a:spcPct val="100000"/>
              </a:lnSpc>
              <a:spcBef>
                <a:spcPts val="0"/>
              </a:spcBef>
              <a:buNone/>
              <a:defRPr sz="3005" b="0" i="1">
                <a:solidFill>
                  <a:schemeClr val="accent1"/>
                </a:solidFill>
              </a:defRPr>
            </a:lvl1pPr>
          </a:lstStyle>
          <a:p>
            <a:pPr lvl="0"/>
            <a:r>
              <a:rPr lang="en-US" dirty="0"/>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929164" y="1589470"/>
            <a:ext cx="9901943" cy="2802893"/>
          </a:xfrm>
          <a:prstGeom prst="rect">
            <a:avLst/>
          </a:prstGeom>
        </p:spPr>
        <p:txBody>
          <a:bodyPr anchor="b" anchorCtr="0"/>
          <a:lstStyle>
            <a:lvl1pPr algn="l">
              <a:lnSpc>
                <a:spcPct val="100000"/>
              </a:lnSpc>
              <a:defRPr sz="4504" b="1" i="0" baseline="0">
                <a:solidFill>
                  <a:schemeClr val="accent2"/>
                </a:solidFill>
              </a:defRPr>
            </a:lvl1pPr>
          </a:lstStyle>
          <a:p>
            <a:r>
              <a:rPr lang="en-US" dirty="0"/>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929164" y="6898081"/>
            <a:ext cx="7937295" cy="836590"/>
          </a:xfrm>
          <a:prstGeom prst="rect">
            <a:avLst/>
          </a:prstGeom>
        </p:spPr>
        <p:txBody>
          <a:bodyPr>
            <a:noAutofit/>
          </a:bodyPr>
          <a:lstStyle>
            <a:lvl1pPr marL="0" indent="0" algn="l">
              <a:lnSpc>
                <a:spcPct val="100000"/>
              </a:lnSpc>
              <a:spcBef>
                <a:spcPts val="250"/>
              </a:spcBef>
              <a:buNone/>
              <a:defRPr sz="2002" baseline="0">
                <a:solidFill>
                  <a:schemeClr val="accent2"/>
                </a:solidFill>
              </a:defRPr>
            </a:lvl1pPr>
            <a:lvl2pPr marL="571614" indent="0" algn="ctr">
              <a:buNone/>
              <a:defRPr sz="2502"/>
            </a:lvl2pPr>
            <a:lvl3pPr marL="1143237" indent="0" algn="ctr">
              <a:buNone/>
              <a:defRPr sz="2252"/>
            </a:lvl3pPr>
            <a:lvl4pPr marL="1714851" indent="0" algn="ctr">
              <a:buNone/>
              <a:defRPr sz="2002"/>
            </a:lvl4pPr>
            <a:lvl5pPr marL="2286465" indent="0" algn="ctr">
              <a:buNone/>
              <a:defRPr sz="2002"/>
            </a:lvl5pPr>
            <a:lvl6pPr marL="2858084" indent="0" algn="ctr">
              <a:buNone/>
              <a:defRPr sz="2002"/>
            </a:lvl6pPr>
            <a:lvl7pPr marL="3429702" indent="0" algn="ctr">
              <a:buNone/>
              <a:defRPr sz="2002"/>
            </a:lvl7pPr>
            <a:lvl8pPr marL="4001317" indent="0" algn="ctr">
              <a:buNone/>
              <a:defRPr sz="2002"/>
            </a:lvl8pPr>
            <a:lvl9pPr marL="4572935" indent="0" algn="ctr">
              <a:buNone/>
              <a:defRPr sz="2002"/>
            </a:lvl9pPr>
          </a:lstStyle>
          <a:p>
            <a:r>
              <a:rPr lang="en-US" dirty="0"/>
              <a:t>Author First Last Name, Title 16pt Arial</a:t>
            </a:r>
          </a:p>
        </p:txBody>
      </p:sp>
      <p:grpSp>
        <p:nvGrpSpPr>
          <p:cNvPr id="61" name="Group 60">
            <a:extLst>
              <a:ext uri="{FF2B5EF4-FFF2-40B4-BE49-F238E27FC236}">
                <a16:creationId xmlns:a16="http://schemas.microsoft.com/office/drawing/2014/main" id="{B29175BC-552B-D64A-8152-E96EE8CE39AF}"/>
              </a:ext>
            </a:extLst>
          </p:cNvPr>
          <p:cNvGrpSpPr/>
          <p:nvPr/>
        </p:nvGrpSpPr>
        <p:grpSpPr>
          <a:xfrm>
            <a:off x="8795308" y="3440023"/>
            <a:ext cx="6444694" cy="4629150"/>
            <a:chOff x="7036244" y="2752016"/>
            <a:chExt cx="5155756" cy="3703320"/>
          </a:xfrm>
          <a:solidFill>
            <a:schemeClr val="accent1"/>
          </a:solidFill>
        </p:grpSpPr>
        <p:sp>
          <p:nvSpPr>
            <p:cNvPr id="63" name="Freeform 62">
              <a:extLst>
                <a:ext uri="{FF2B5EF4-FFF2-40B4-BE49-F238E27FC236}">
                  <a16:creationId xmlns:a16="http://schemas.microsoft.com/office/drawing/2014/main" id="{D370C788-BCB9-AA4B-83CC-830DE2532168}"/>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65" name="Freeform 64">
              <a:extLst>
                <a:ext uri="{FF2B5EF4-FFF2-40B4-BE49-F238E27FC236}">
                  <a16:creationId xmlns:a16="http://schemas.microsoft.com/office/drawing/2014/main" id="{86A666F2-61DC-1141-A28D-9C664CF9E0D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66" name="Freeform 65">
              <a:extLst>
                <a:ext uri="{FF2B5EF4-FFF2-40B4-BE49-F238E27FC236}">
                  <a16:creationId xmlns:a16="http://schemas.microsoft.com/office/drawing/2014/main" id="{B36DAFEC-9E33-D342-8F38-9280EB50249D}"/>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67" name="Freeform 66">
              <a:extLst>
                <a:ext uri="{FF2B5EF4-FFF2-40B4-BE49-F238E27FC236}">
                  <a16:creationId xmlns:a16="http://schemas.microsoft.com/office/drawing/2014/main" id="{14487FF1-1618-4249-B143-BEFFD4E4E8FD}"/>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pic>
        <p:nvPicPr>
          <p:cNvPr id="16" name="Graphic 15">
            <a:extLst>
              <a:ext uri="{FF2B5EF4-FFF2-40B4-BE49-F238E27FC236}">
                <a16:creationId xmlns:a16="http://schemas.microsoft.com/office/drawing/2014/main" id="{4A43F6D9-2B76-4F47-8BB1-588F5D046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Tree>
    <p:extLst>
      <p:ext uri="{BB962C8B-B14F-4D97-AF65-F5344CB8AC3E}">
        <p14:creationId xmlns:p14="http://schemas.microsoft.com/office/powerpoint/2010/main" val="1564217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Co-Brand - IQVIA">
    <p:bg>
      <p:bgPr>
        <a:solidFill>
          <a:schemeClr val="bg1"/>
        </a:solidFill>
        <a:effectLst/>
      </p:bgPr>
    </p:bg>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7AB75BD1-2507-44E0-91E4-42F78B5D2D49}"/>
              </a:ext>
            </a:extLst>
          </p:cNvPr>
          <p:cNvSpPr txBox="1"/>
          <p:nvPr/>
        </p:nvSpPr>
        <p:spPr bwMode="black">
          <a:xfrm>
            <a:off x="913627" y="8149710"/>
            <a:ext cx="9653541" cy="269756"/>
          </a:xfrm>
          <a:prstGeom prst="rect">
            <a:avLst/>
          </a:prstGeom>
          <a:ln>
            <a:noFill/>
          </a:ln>
        </p:spPr>
        <p:txBody>
          <a:bodyPr vert="horz" wrap="square" lIns="114298" tIns="57151" rIns="114298" bIns="57151" numCol="1" rtlCol="0" anchor="ctr" anchorCtr="0" compatLnSpc="1">
            <a:prstTxWarp prst="textNoShape">
              <a:avLst/>
            </a:prstTxWarp>
            <a:spAutoFit/>
          </a:bodyPr>
          <a:lstStyle/>
          <a:p>
            <a:pPr marL="0" marR="0" indent="0" algn="l" defTabSz="1143237" rtl="0" eaLnBrk="1" fontAlgn="auto" latinLnBrk="0" hangingPunct="1">
              <a:lnSpc>
                <a:spcPct val="100000"/>
              </a:lnSpc>
              <a:spcBef>
                <a:spcPts val="0"/>
              </a:spcBef>
              <a:spcAft>
                <a:spcPts val="0"/>
              </a:spcAft>
              <a:buClrTx/>
              <a:buSzTx/>
              <a:buFontTx/>
              <a:buNone/>
              <a:tabLst/>
              <a:defRPr/>
            </a:pPr>
            <a:r>
              <a:rPr lang="en-US" sz="1003" dirty="0">
                <a:solidFill>
                  <a:schemeClr val="bg1">
                    <a:lumMod val="50000"/>
                  </a:schemeClr>
                </a:solidFill>
                <a:ea typeface="Arial" charset="0"/>
                <a:cs typeface="Arial" charset="0"/>
              </a:rPr>
              <a:t>© 2021. All rights reserved. IQVIA</a:t>
            </a:r>
            <a:r>
              <a:rPr lang="en-US" sz="1003" baseline="30000" dirty="0">
                <a:solidFill>
                  <a:schemeClr val="bg1">
                    <a:lumMod val="50000"/>
                  </a:schemeClr>
                </a:solidFill>
                <a:ea typeface="Arial" charset="0"/>
                <a:cs typeface="Arial" charset="0"/>
              </a:rPr>
              <a:t>®</a:t>
            </a:r>
            <a:r>
              <a:rPr lang="en-US" sz="1003" dirty="0">
                <a:solidFill>
                  <a:schemeClr val="bg1">
                    <a:lumMod val="50000"/>
                  </a:schemeClr>
                </a:solidFill>
                <a:ea typeface="Arial" charset="0"/>
                <a:cs typeface="Arial" charset="0"/>
              </a:rPr>
              <a:t> is a registered trademark of IQVIA Inc. in the United States, the European Union, and various other countries. </a:t>
            </a:r>
            <a:endParaRPr lang="en-US" sz="1003" kern="1200" dirty="0">
              <a:solidFill>
                <a:schemeClr val="bg1">
                  <a:lumMod val="50000"/>
                </a:schemeClr>
              </a:solidFill>
              <a:latin typeface="+mn-lt"/>
              <a:ea typeface="Arial" charset="0"/>
              <a:cs typeface="Arial" charset="0"/>
            </a:endParaRPr>
          </a:p>
        </p:txBody>
      </p:sp>
      <p:sp>
        <p:nvSpPr>
          <p:cNvPr id="64" name="Text Placeholder 21">
            <a:extLst>
              <a:ext uri="{FF2B5EF4-FFF2-40B4-BE49-F238E27FC236}">
                <a16:creationId xmlns:a16="http://schemas.microsoft.com/office/drawing/2014/main" id="{098CCE30-6B5A-4DFB-97B5-AF5CCDE0C848}"/>
              </a:ext>
            </a:extLst>
          </p:cNvPr>
          <p:cNvSpPr>
            <a:spLocks noGrp="1"/>
          </p:cNvSpPr>
          <p:nvPr>
            <p:ph type="body" sz="quarter" idx="10" hasCustomPrompt="1"/>
          </p:nvPr>
        </p:nvSpPr>
        <p:spPr>
          <a:xfrm>
            <a:off x="929164" y="4602208"/>
            <a:ext cx="7937295" cy="1494750"/>
          </a:xfrm>
          <a:prstGeom prst="rect">
            <a:avLst/>
          </a:prstGeom>
        </p:spPr>
        <p:txBody>
          <a:bodyPr>
            <a:noAutofit/>
          </a:bodyPr>
          <a:lstStyle>
            <a:lvl1pPr marL="0" indent="0" algn="l">
              <a:lnSpc>
                <a:spcPct val="100000"/>
              </a:lnSpc>
              <a:spcBef>
                <a:spcPts val="0"/>
              </a:spcBef>
              <a:buNone/>
              <a:defRPr sz="3005" b="0" i="1">
                <a:solidFill>
                  <a:schemeClr val="accent1"/>
                </a:solidFill>
              </a:defRPr>
            </a:lvl1pPr>
          </a:lstStyle>
          <a:p>
            <a:pPr lvl="0"/>
            <a:r>
              <a:rPr lang="en-US" dirty="0"/>
              <a:t>Subheads are 24pt Arial Italic sentence case and can be 2 lines.</a:t>
            </a:r>
          </a:p>
        </p:txBody>
      </p:sp>
      <p:sp>
        <p:nvSpPr>
          <p:cNvPr id="70" name="Title 1">
            <a:extLst>
              <a:ext uri="{FF2B5EF4-FFF2-40B4-BE49-F238E27FC236}">
                <a16:creationId xmlns:a16="http://schemas.microsoft.com/office/drawing/2014/main" id="{184C4A24-4E36-49F8-AE34-FEFD57A98171}"/>
              </a:ext>
            </a:extLst>
          </p:cNvPr>
          <p:cNvSpPr>
            <a:spLocks noGrp="1"/>
          </p:cNvSpPr>
          <p:nvPr>
            <p:ph type="ctrTitle" hasCustomPrompt="1"/>
          </p:nvPr>
        </p:nvSpPr>
        <p:spPr>
          <a:xfrm>
            <a:off x="929164" y="1589470"/>
            <a:ext cx="9901943" cy="2802893"/>
          </a:xfrm>
          <a:prstGeom prst="rect">
            <a:avLst/>
          </a:prstGeom>
        </p:spPr>
        <p:txBody>
          <a:bodyPr anchor="b" anchorCtr="0"/>
          <a:lstStyle>
            <a:lvl1pPr algn="l">
              <a:lnSpc>
                <a:spcPct val="100000"/>
              </a:lnSpc>
              <a:defRPr sz="4504" b="1" i="0" baseline="0">
                <a:solidFill>
                  <a:schemeClr val="accent2"/>
                </a:solidFill>
              </a:defRPr>
            </a:lvl1pPr>
          </a:lstStyle>
          <a:p>
            <a:r>
              <a:rPr lang="en-US" dirty="0"/>
              <a:t>Headline 36pt Arial Bold Title Case Should Be No More Than 2 Lines</a:t>
            </a:r>
          </a:p>
        </p:txBody>
      </p:sp>
      <p:sp>
        <p:nvSpPr>
          <p:cNvPr id="71" name="Subtitle 2">
            <a:extLst>
              <a:ext uri="{FF2B5EF4-FFF2-40B4-BE49-F238E27FC236}">
                <a16:creationId xmlns:a16="http://schemas.microsoft.com/office/drawing/2014/main" id="{0E82B801-11C9-4FD7-9D6A-B8DAA2120461}"/>
              </a:ext>
            </a:extLst>
          </p:cNvPr>
          <p:cNvSpPr>
            <a:spLocks noGrp="1"/>
          </p:cNvSpPr>
          <p:nvPr>
            <p:ph type="subTitle" idx="1" hasCustomPrompt="1"/>
          </p:nvPr>
        </p:nvSpPr>
        <p:spPr>
          <a:xfrm>
            <a:off x="929164" y="6898081"/>
            <a:ext cx="7937295" cy="836590"/>
          </a:xfrm>
          <a:prstGeom prst="rect">
            <a:avLst/>
          </a:prstGeom>
        </p:spPr>
        <p:txBody>
          <a:bodyPr>
            <a:noAutofit/>
          </a:bodyPr>
          <a:lstStyle>
            <a:lvl1pPr marL="0" indent="0" algn="l">
              <a:lnSpc>
                <a:spcPct val="100000"/>
              </a:lnSpc>
              <a:spcBef>
                <a:spcPts val="250"/>
              </a:spcBef>
              <a:buNone/>
              <a:defRPr sz="2002" baseline="0">
                <a:solidFill>
                  <a:schemeClr val="accent2"/>
                </a:solidFill>
              </a:defRPr>
            </a:lvl1pPr>
            <a:lvl2pPr marL="571614" indent="0" algn="ctr">
              <a:buNone/>
              <a:defRPr sz="2502"/>
            </a:lvl2pPr>
            <a:lvl3pPr marL="1143237" indent="0" algn="ctr">
              <a:buNone/>
              <a:defRPr sz="2252"/>
            </a:lvl3pPr>
            <a:lvl4pPr marL="1714851" indent="0" algn="ctr">
              <a:buNone/>
              <a:defRPr sz="2002"/>
            </a:lvl4pPr>
            <a:lvl5pPr marL="2286465" indent="0" algn="ctr">
              <a:buNone/>
              <a:defRPr sz="2002"/>
            </a:lvl5pPr>
            <a:lvl6pPr marL="2858084" indent="0" algn="ctr">
              <a:buNone/>
              <a:defRPr sz="2002"/>
            </a:lvl6pPr>
            <a:lvl7pPr marL="3429702" indent="0" algn="ctr">
              <a:buNone/>
              <a:defRPr sz="2002"/>
            </a:lvl7pPr>
            <a:lvl8pPr marL="4001317" indent="0" algn="ctr">
              <a:buNone/>
              <a:defRPr sz="2002"/>
            </a:lvl8pPr>
            <a:lvl9pPr marL="4572935" indent="0" algn="ctr">
              <a:buNone/>
              <a:defRPr sz="2002"/>
            </a:lvl9pPr>
          </a:lstStyle>
          <a:p>
            <a:r>
              <a:rPr lang="en-US" dirty="0"/>
              <a:t>Author First Last Name, Title 16pt Arial</a:t>
            </a:r>
          </a:p>
        </p:txBody>
      </p:sp>
      <p:sp>
        <p:nvSpPr>
          <p:cNvPr id="14" name="Text Placeholder 21">
            <a:extLst>
              <a:ext uri="{FF2B5EF4-FFF2-40B4-BE49-F238E27FC236}">
                <a16:creationId xmlns:a16="http://schemas.microsoft.com/office/drawing/2014/main" id="{E5C45F24-760D-4806-80BF-4B954EEA03A3}"/>
              </a:ext>
            </a:extLst>
          </p:cNvPr>
          <p:cNvSpPr>
            <a:spLocks noGrp="1"/>
          </p:cNvSpPr>
          <p:nvPr>
            <p:ph type="body" sz="quarter" idx="11" hasCustomPrompt="1"/>
          </p:nvPr>
        </p:nvSpPr>
        <p:spPr>
          <a:xfrm>
            <a:off x="9194125" y="6068257"/>
            <a:ext cx="2905126" cy="1677190"/>
          </a:xfrm>
          <a:prstGeom prst="rect">
            <a:avLst/>
          </a:prstGeom>
          <a:solidFill>
            <a:srgbClr val="DA291C"/>
          </a:solidFill>
        </p:spPr>
        <p:txBody>
          <a:bodyPr>
            <a:noAutofit/>
          </a:bodyPr>
          <a:lstStyle>
            <a:lvl1pPr marL="0" indent="0" algn="l">
              <a:lnSpc>
                <a:spcPct val="100000"/>
              </a:lnSpc>
              <a:spcBef>
                <a:spcPts val="0"/>
              </a:spcBef>
              <a:buNone/>
              <a:defRPr sz="1249" b="0" i="0">
                <a:solidFill>
                  <a:schemeClr val="bg1"/>
                </a:solidFill>
              </a:defRPr>
            </a:lvl1pPr>
          </a:lstStyle>
          <a:p>
            <a:pPr lvl="0"/>
            <a:r>
              <a:rPr lang="en-US" dirty="0"/>
              <a:t>Co-brand and bid defense only: You may replace this box with a sponsor logo. Ensure the logo is on a white or transparent background and you have usage permission.</a:t>
            </a:r>
            <a:br>
              <a:rPr lang="en-US" dirty="0"/>
            </a:br>
            <a:br>
              <a:rPr lang="en-US" dirty="0"/>
            </a:br>
            <a:r>
              <a:rPr lang="en-US" dirty="0"/>
              <a:t>All other presentations, or without sponsor logo: Please delete this box.</a:t>
            </a:r>
          </a:p>
        </p:txBody>
      </p:sp>
      <p:grpSp>
        <p:nvGrpSpPr>
          <p:cNvPr id="39" name="Group 38">
            <a:extLst>
              <a:ext uri="{FF2B5EF4-FFF2-40B4-BE49-F238E27FC236}">
                <a16:creationId xmlns:a16="http://schemas.microsoft.com/office/drawing/2014/main" id="{39C359E7-88C6-42D4-9B64-F7D5FE9CDBC5}"/>
              </a:ext>
            </a:extLst>
          </p:cNvPr>
          <p:cNvGrpSpPr/>
          <p:nvPr/>
        </p:nvGrpSpPr>
        <p:grpSpPr>
          <a:xfrm>
            <a:off x="12426912" y="4755037"/>
            <a:ext cx="2813088" cy="3314136"/>
            <a:chOff x="9941531" y="3804028"/>
            <a:chExt cx="2250469" cy="2651308"/>
          </a:xfrm>
        </p:grpSpPr>
        <p:sp>
          <p:nvSpPr>
            <p:cNvPr id="40" name="Freeform: Shape 39">
              <a:extLst>
                <a:ext uri="{FF2B5EF4-FFF2-40B4-BE49-F238E27FC236}">
                  <a16:creationId xmlns:a16="http://schemas.microsoft.com/office/drawing/2014/main" id="{C4384A34-21CA-42A4-8E46-1EEAC237500E}"/>
                </a:ext>
              </a:extLst>
            </p:cNvPr>
            <p:cNvSpPr/>
            <p:nvPr/>
          </p:nvSpPr>
          <p:spPr>
            <a:xfrm>
              <a:off x="10755844" y="5906186"/>
              <a:ext cx="1436156" cy="549150"/>
            </a:xfrm>
            <a:custGeom>
              <a:avLst/>
              <a:gdLst>
                <a:gd name="connsiteX0" fmla="*/ 274575 w 1436156"/>
                <a:gd name="connsiteY0" fmla="*/ 0 h 549150"/>
                <a:gd name="connsiteX1" fmla="*/ 276477 w 1436156"/>
                <a:gd name="connsiteY1" fmla="*/ 192 h 549150"/>
                <a:gd name="connsiteX2" fmla="*/ 276477 w 1436156"/>
                <a:gd name="connsiteY2" fmla="*/ 0 h 549150"/>
                <a:gd name="connsiteX3" fmla="*/ 1436156 w 1436156"/>
                <a:gd name="connsiteY3" fmla="*/ 0 h 549150"/>
                <a:gd name="connsiteX4" fmla="*/ 1436156 w 1436156"/>
                <a:gd name="connsiteY4" fmla="*/ 549150 h 549150"/>
                <a:gd name="connsiteX5" fmla="*/ 276477 w 1436156"/>
                <a:gd name="connsiteY5" fmla="*/ 549150 h 549150"/>
                <a:gd name="connsiteX6" fmla="*/ 276477 w 1436156"/>
                <a:gd name="connsiteY6" fmla="*/ 548959 h 549150"/>
                <a:gd name="connsiteX7" fmla="*/ 274575 w 1436156"/>
                <a:gd name="connsiteY7" fmla="*/ 549150 h 549150"/>
                <a:gd name="connsiteX8" fmla="*/ 0 w 1436156"/>
                <a:gd name="connsiteY8" fmla="*/ 274575 h 549150"/>
                <a:gd name="connsiteX9" fmla="*/ 274575 w 143615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6156" h="549150">
                  <a:moveTo>
                    <a:pt x="274575" y="0"/>
                  </a:moveTo>
                  <a:lnTo>
                    <a:pt x="276477" y="192"/>
                  </a:lnTo>
                  <a:lnTo>
                    <a:pt x="276477" y="0"/>
                  </a:lnTo>
                  <a:lnTo>
                    <a:pt x="1436156" y="0"/>
                  </a:lnTo>
                  <a:lnTo>
                    <a:pt x="1436156"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41" name="Freeform: Shape 40">
              <a:extLst>
                <a:ext uri="{FF2B5EF4-FFF2-40B4-BE49-F238E27FC236}">
                  <a16:creationId xmlns:a16="http://schemas.microsoft.com/office/drawing/2014/main" id="{80C482A3-7472-489E-8622-A62D97CBD17C}"/>
                </a:ext>
              </a:extLst>
            </p:cNvPr>
            <p:cNvSpPr/>
            <p:nvPr/>
          </p:nvSpPr>
          <p:spPr>
            <a:xfrm>
              <a:off x="10356354" y="3804028"/>
              <a:ext cx="1835646" cy="549150"/>
            </a:xfrm>
            <a:custGeom>
              <a:avLst/>
              <a:gdLst>
                <a:gd name="connsiteX0" fmla="*/ 274073 w 1835646"/>
                <a:gd name="connsiteY0" fmla="*/ 0 h 549150"/>
                <a:gd name="connsiteX1" fmla="*/ 278104 w 1835646"/>
                <a:gd name="connsiteY1" fmla="*/ 407 h 549150"/>
                <a:gd name="connsiteX2" fmla="*/ 278104 w 1835646"/>
                <a:gd name="connsiteY2" fmla="*/ 0 h 549150"/>
                <a:gd name="connsiteX3" fmla="*/ 1835646 w 1835646"/>
                <a:gd name="connsiteY3" fmla="*/ 0 h 549150"/>
                <a:gd name="connsiteX4" fmla="*/ 1835646 w 1835646"/>
                <a:gd name="connsiteY4" fmla="*/ 549150 h 549150"/>
                <a:gd name="connsiteX5" fmla="*/ 278104 w 1835646"/>
                <a:gd name="connsiteY5" fmla="*/ 549150 h 549150"/>
                <a:gd name="connsiteX6" fmla="*/ 278104 w 1835646"/>
                <a:gd name="connsiteY6" fmla="*/ 547742 h 549150"/>
                <a:gd name="connsiteX7" fmla="*/ 274073 w 1835646"/>
                <a:gd name="connsiteY7" fmla="*/ 548148 h 549150"/>
                <a:gd name="connsiteX8" fmla="*/ 0 w 1835646"/>
                <a:gd name="connsiteY8" fmla="*/ 274074 h 549150"/>
                <a:gd name="connsiteX9" fmla="*/ 274073 w 1835646"/>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35646" h="549150">
                  <a:moveTo>
                    <a:pt x="274073" y="0"/>
                  </a:moveTo>
                  <a:lnTo>
                    <a:pt x="278104" y="407"/>
                  </a:lnTo>
                  <a:lnTo>
                    <a:pt x="278104" y="0"/>
                  </a:lnTo>
                  <a:lnTo>
                    <a:pt x="1835646" y="0"/>
                  </a:lnTo>
                  <a:lnTo>
                    <a:pt x="1835646"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42" name="Freeform: Shape 41">
              <a:extLst>
                <a:ext uri="{FF2B5EF4-FFF2-40B4-BE49-F238E27FC236}">
                  <a16:creationId xmlns:a16="http://schemas.microsoft.com/office/drawing/2014/main" id="{14C68CD5-1D99-4C2F-8258-B69F780AC527}"/>
                </a:ext>
              </a:extLst>
            </p:cNvPr>
            <p:cNvSpPr/>
            <p:nvPr/>
          </p:nvSpPr>
          <p:spPr>
            <a:xfrm>
              <a:off x="9941531" y="4854606"/>
              <a:ext cx="2250469" cy="549150"/>
            </a:xfrm>
            <a:custGeom>
              <a:avLst/>
              <a:gdLst>
                <a:gd name="connsiteX0" fmla="*/ 299044 w 2250469"/>
                <a:gd name="connsiteY0" fmla="*/ 0 h 549150"/>
                <a:gd name="connsiteX1" fmla="*/ 300889 w 2250469"/>
                <a:gd name="connsiteY1" fmla="*/ 171 h 549150"/>
                <a:gd name="connsiteX2" fmla="*/ 300889 w 2250469"/>
                <a:gd name="connsiteY2" fmla="*/ 0 h 549150"/>
                <a:gd name="connsiteX3" fmla="*/ 2250469 w 2250469"/>
                <a:gd name="connsiteY3" fmla="*/ 0 h 549150"/>
                <a:gd name="connsiteX4" fmla="*/ 2250469 w 2250469"/>
                <a:gd name="connsiteY4" fmla="*/ 549150 h 549150"/>
                <a:gd name="connsiteX5" fmla="*/ 300889 w 2250469"/>
                <a:gd name="connsiteY5" fmla="*/ 549150 h 549150"/>
                <a:gd name="connsiteX6" fmla="*/ 300889 w 2250469"/>
                <a:gd name="connsiteY6" fmla="*/ 548980 h 549150"/>
                <a:gd name="connsiteX7" fmla="*/ 299044 w 2250469"/>
                <a:gd name="connsiteY7" fmla="*/ 549150 h 549150"/>
                <a:gd name="connsiteX8" fmla="*/ 0 w 2250469"/>
                <a:gd name="connsiteY8" fmla="*/ 274575 h 549150"/>
                <a:gd name="connsiteX9" fmla="*/ 299044 w 2250469"/>
                <a:gd name="connsiteY9"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50469" h="549150">
                  <a:moveTo>
                    <a:pt x="299044" y="0"/>
                  </a:moveTo>
                  <a:lnTo>
                    <a:pt x="300889" y="171"/>
                  </a:lnTo>
                  <a:lnTo>
                    <a:pt x="300889" y="0"/>
                  </a:lnTo>
                  <a:lnTo>
                    <a:pt x="2250469" y="0"/>
                  </a:lnTo>
                  <a:lnTo>
                    <a:pt x="2250469"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err="1"/>
            </a:p>
          </p:txBody>
        </p:sp>
      </p:grpSp>
      <p:pic>
        <p:nvPicPr>
          <p:cNvPr id="19" name="Graphic 18">
            <a:extLst>
              <a:ext uri="{FF2B5EF4-FFF2-40B4-BE49-F238E27FC236}">
                <a16:creationId xmlns:a16="http://schemas.microsoft.com/office/drawing/2014/main" id="{EFFBAF58-7775-B441-95B2-60BAEE630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Tree>
    <p:extLst>
      <p:ext uri="{BB962C8B-B14F-4D97-AF65-F5344CB8AC3E}">
        <p14:creationId xmlns:p14="http://schemas.microsoft.com/office/powerpoint/2010/main" val="3801807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80874" y="1607950"/>
            <a:ext cx="14173202" cy="6242657"/>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3" name="Title 1"/>
          <p:cNvSpPr>
            <a:spLocks noGrp="1"/>
          </p:cNvSpPr>
          <p:nvPr>
            <p:ph type="title" hasCustomPrompt="1"/>
          </p:nvPr>
        </p:nvSpPr>
        <p:spPr>
          <a:xfrm>
            <a:off x="480874" y="368088"/>
            <a:ext cx="14173202" cy="960329"/>
          </a:xfrm>
          <a:prstGeom prst="rect">
            <a:avLst/>
          </a:prstGeom>
        </p:spPr>
        <p:txBody>
          <a:bodyPr anchor="b" anchorCtr="0"/>
          <a:lstStyle>
            <a:lvl1pPr>
              <a:defRPr sz="3501" b="1">
                <a:solidFill>
                  <a:schemeClr val="tx1"/>
                </a:solidFill>
              </a:defRPr>
            </a:lvl1pPr>
          </a:lstStyle>
          <a:p>
            <a:r>
              <a:rPr lang="en-US" dirty="0"/>
              <a:t>Headlines are 28pt Arial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480874" y="2128286"/>
            <a:ext cx="14173202" cy="5722319"/>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9" name="Text Placeholder 8"/>
          <p:cNvSpPr>
            <a:spLocks noGrp="1"/>
          </p:cNvSpPr>
          <p:nvPr>
            <p:ph type="body" sz="quarter" idx="16" hasCustomPrompt="1"/>
          </p:nvPr>
        </p:nvSpPr>
        <p:spPr>
          <a:xfrm>
            <a:off x="480874" y="1352283"/>
            <a:ext cx="14173202" cy="502919"/>
          </a:xfrm>
          <a:prstGeom prst="rect">
            <a:avLst/>
          </a:prstGeom>
        </p:spPr>
        <p:txBody>
          <a:bodyPr/>
          <a:lstStyle>
            <a:lvl1pPr marL="0" indent="0">
              <a:spcBef>
                <a:spcPts val="0"/>
              </a:spcBef>
              <a:buNone/>
              <a:defRPr sz="2502" i="1" baseline="0">
                <a:solidFill>
                  <a:schemeClr val="accent1"/>
                </a:solidFill>
              </a:defRPr>
            </a:lvl1pPr>
          </a:lstStyle>
          <a:p>
            <a:pPr lvl="0"/>
            <a:r>
              <a:rPr lang="en-US" dirty="0"/>
              <a:t>Subheads are 20pt Arial Italic sentence case</a:t>
            </a:r>
          </a:p>
        </p:txBody>
      </p:sp>
      <p:sp>
        <p:nvSpPr>
          <p:cNvPr id="2" name="Title 1"/>
          <p:cNvSpPr>
            <a:spLocks noGrp="1"/>
          </p:cNvSpPr>
          <p:nvPr>
            <p:ph type="title" hasCustomPrompt="1"/>
          </p:nvPr>
        </p:nvSpPr>
        <p:spPr>
          <a:xfrm>
            <a:off x="480874" y="368088"/>
            <a:ext cx="14173202" cy="960329"/>
          </a:xfrm>
          <a:prstGeom prst="rect">
            <a:avLst/>
          </a:prstGeom>
        </p:spPr>
        <p:txBody>
          <a:bodyPr anchor="b" anchorCtr="0"/>
          <a:lstStyle>
            <a:lvl1pPr>
              <a:defRPr sz="3501" b="1">
                <a:solidFill>
                  <a:schemeClr val="tx1"/>
                </a:solidFill>
              </a:defRPr>
            </a:lvl1pPr>
          </a:lstStyle>
          <a:p>
            <a:r>
              <a:rPr lang="en-US" dirty="0"/>
              <a:t>Headlines are 28pt Arial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10165079" y="2231160"/>
            <a:ext cx="5185414"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480870" y="2128284"/>
            <a:ext cx="9365600" cy="5722312"/>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8" name="Text Placeholder 11"/>
          <p:cNvSpPr>
            <a:spLocks noGrp="1"/>
          </p:cNvSpPr>
          <p:nvPr>
            <p:ph type="body" sz="quarter" idx="15" hasCustomPrompt="1"/>
          </p:nvPr>
        </p:nvSpPr>
        <p:spPr bwMode="gray">
          <a:xfrm>
            <a:off x="10165079" y="2345451"/>
            <a:ext cx="4705829" cy="5505145"/>
          </a:xfrm>
          <a:prstGeom prst="rect">
            <a:avLst/>
          </a:prstGeom>
        </p:spPr>
        <p:txBody>
          <a:bodyPr wrap="square" anchor="t" anchorCtr="0">
            <a:noAutofit/>
          </a:bodyPr>
          <a:lstStyle>
            <a:lvl1pPr marL="0" marR="0" indent="0" algn="l" defTabSz="1524274" rtl="0" eaLnBrk="0" fontAlgn="base" latinLnBrk="0" hangingPunct="0">
              <a:lnSpc>
                <a:spcPct val="125000"/>
              </a:lnSpc>
              <a:spcBef>
                <a:spcPts val="0"/>
              </a:spcBef>
              <a:spcAft>
                <a:spcPct val="0"/>
              </a:spcAft>
              <a:buClrTx/>
              <a:buSzTx/>
              <a:buFontTx/>
              <a:buNone/>
              <a:tabLst/>
              <a:defRPr sz="2502" b="1" i="0" baseline="0">
                <a:solidFill>
                  <a:schemeClr val="accent2"/>
                </a:solidFill>
                <a:latin typeface="+mj-lt"/>
              </a:defRPr>
            </a:lvl1pPr>
            <a:lvl2pPr marL="287792" indent="-148859">
              <a:lnSpc>
                <a:spcPct val="100000"/>
              </a:lnSpc>
              <a:buFont typeface="Arial"/>
              <a:buChar char="•"/>
              <a:defRPr sz="1498" b="0" i="0" baseline="0">
                <a:solidFill>
                  <a:schemeClr val="accent1"/>
                </a:solidFill>
                <a:latin typeface="+mj-lt"/>
                <a:cs typeface="Arial"/>
              </a:defRPr>
            </a:lvl2pPr>
            <a:lvl3pPr marL="762133" indent="-285803">
              <a:lnSpc>
                <a:spcPct val="100000"/>
              </a:lnSpc>
              <a:buFont typeface="Arial" pitchFamily="34" charset="0"/>
              <a:buChar char="•"/>
              <a:defRPr sz="1498" b="0" i="0">
                <a:solidFill>
                  <a:schemeClr val="bg1"/>
                </a:solidFill>
                <a:latin typeface="+mj-lt"/>
                <a:cs typeface="Arial"/>
              </a:defRPr>
            </a:lvl3pPr>
            <a:lvl4pPr>
              <a:defRPr sz="2667" b="0" i="0">
                <a:latin typeface="Georgia" pitchFamily="18" charset="0"/>
              </a:defRPr>
            </a:lvl4pPr>
          </a:lstStyle>
          <a:p>
            <a:pPr lvl="0"/>
            <a:r>
              <a:rPr lang="en-US" noProof="0" dirty="0"/>
              <a:t>Callouts are 20pt Arial Bold sentence case lorem ipsum dolor sit </a:t>
            </a:r>
            <a:r>
              <a:rPr lang="en-US" noProof="0" dirty="0" err="1"/>
              <a:t>amet</a:t>
            </a:r>
            <a:r>
              <a:rPr lang="en-US" noProof="0" dirty="0"/>
              <a:t>, </a:t>
            </a:r>
            <a:r>
              <a:rPr lang="en-US" noProof="0" dirty="0" err="1"/>
              <a:t>consec</a:t>
            </a:r>
            <a:r>
              <a:rPr lang="en-US" noProof="0" dirty="0"/>
              <a:t> </a:t>
            </a:r>
            <a:r>
              <a:rPr lang="en-US" noProof="0" dirty="0" err="1"/>
              <a:t>tetuer</a:t>
            </a:r>
            <a:r>
              <a:rPr lang="en-US" noProof="0" dirty="0"/>
              <a:t> </a:t>
            </a:r>
            <a:r>
              <a:rPr lang="en-US" noProof="0" dirty="0" err="1"/>
              <a:t>adipiscing</a:t>
            </a:r>
            <a:r>
              <a:rPr lang="en-US" noProof="0" dirty="0"/>
              <a:t> </a:t>
            </a:r>
            <a:r>
              <a:rPr lang="en-US" noProof="0" dirty="0" err="1"/>
              <a:t>elit</a:t>
            </a:r>
            <a:r>
              <a:rPr lang="en-US" noProof="0" dirty="0"/>
              <a:t>, </a:t>
            </a:r>
            <a:r>
              <a:rPr lang="en-US" noProof="0" dirty="0" err="1"/>
              <a:t>sed</a:t>
            </a:r>
            <a:r>
              <a:rPr lang="en-US" noProof="0" dirty="0"/>
              <a:t> </a:t>
            </a:r>
            <a:r>
              <a:rPr lang="en-US" noProof="0" dirty="0" err="1"/>
              <a:t>diam</a:t>
            </a:r>
            <a:r>
              <a:rPr lang="en-US" noProof="0" dirty="0"/>
              <a:t> </a:t>
            </a:r>
            <a:r>
              <a:rPr lang="en-US" noProof="0" dirty="0" err="1"/>
              <a:t>nonummy</a:t>
            </a:r>
            <a:r>
              <a:rPr lang="en-US" noProof="0" dirty="0"/>
              <a:t> </a:t>
            </a:r>
            <a:r>
              <a:rPr lang="en-US" noProof="0" dirty="0" err="1"/>
              <a:t>nibh</a:t>
            </a:r>
            <a:r>
              <a:rPr lang="en-US" noProof="0" dirty="0"/>
              <a:t> </a:t>
            </a:r>
            <a:r>
              <a:rPr lang="en-US" noProof="0" dirty="0" err="1"/>
              <a:t>euismod</a:t>
            </a:r>
            <a:r>
              <a:rPr lang="en-US" noProof="0" dirty="0"/>
              <a:t> </a:t>
            </a:r>
            <a:r>
              <a:rPr lang="en-US" noProof="0" dirty="0" err="1"/>
              <a:t>tincidunt</a:t>
            </a:r>
            <a:r>
              <a:rPr lang="en-US" noProof="0" dirty="0"/>
              <a:t> </a:t>
            </a:r>
            <a:r>
              <a:rPr lang="en-US" noProof="0" dirty="0" err="1"/>
              <a:t>ut</a:t>
            </a:r>
            <a:r>
              <a:rPr lang="en-US" noProof="0" dirty="0"/>
              <a:t> </a:t>
            </a:r>
            <a:r>
              <a:rPr lang="en-US" noProof="0" dirty="0" err="1"/>
              <a:t>laoreet</a:t>
            </a:r>
            <a:r>
              <a:rPr lang="en-US" noProof="0" dirty="0"/>
              <a:t> dolore magna </a:t>
            </a:r>
            <a:r>
              <a:rPr lang="en-US" noProof="0" dirty="0" err="1"/>
              <a:t>aliquam</a:t>
            </a:r>
            <a:r>
              <a:rPr lang="en-US" noProof="0" dirty="0"/>
              <a:t> </a:t>
            </a:r>
            <a:r>
              <a:rPr lang="en-US" noProof="0" dirty="0" err="1"/>
              <a:t>erat</a:t>
            </a:r>
            <a:r>
              <a:rPr lang="en-US" noProof="0" dirty="0"/>
              <a:t> </a:t>
            </a:r>
            <a:r>
              <a:rPr lang="en-US" noProof="0" dirty="0" err="1"/>
              <a:t>volutpat</a:t>
            </a:r>
            <a:r>
              <a:rPr lang="en-US" noProof="0" dirty="0"/>
              <a:t>. </a:t>
            </a:r>
          </a:p>
        </p:txBody>
      </p:sp>
      <p:sp>
        <p:nvSpPr>
          <p:cNvPr id="14" name="Text Placeholder 8"/>
          <p:cNvSpPr>
            <a:spLocks noGrp="1"/>
          </p:cNvSpPr>
          <p:nvPr>
            <p:ph type="body" sz="quarter" idx="16" hasCustomPrompt="1"/>
          </p:nvPr>
        </p:nvSpPr>
        <p:spPr>
          <a:xfrm>
            <a:off x="480874" y="1352283"/>
            <a:ext cx="14173202" cy="502919"/>
          </a:xfrm>
          <a:prstGeom prst="rect">
            <a:avLst/>
          </a:prstGeom>
        </p:spPr>
        <p:txBody>
          <a:bodyPr wrap="square">
            <a:noAutofit/>
          </a:bodyPr>
          <a:lstStyle>
            <a:lvl1pPr marL="0" indent="0">
              <a:spcBef>
                <a:spcPts val="0"/>
              </a:spcBef>
              <a:buNone/>
              <a:defRPr sz="2502" i="1" baseline="0">
                <a:solidFill>
                  <a:schemeClr val="accent1"/>
                </a:solidFill>
              </a:defRPr>
            </a:lvl1pPr>
          </a:lstStyle>
          <a:p>
            <a:pPr lvl="0"/>
            <a:r>
              <a:rPr lang="en-US" dirty="0"/>
              <a:t>Subheads are 20pt Arial Italic sentence case</a:t>
            </a:r>
          </a:p>
        </p:txBody>
      </p:sp>
      <p:sp>
        <p:nvSpPr>
          <p:cNvPr id="15" name="Title 1"/>
          <p:cNvSpPr>
            <a:spLocks noGrp="1"/>
          </p:cNvSpPr>
          <p:nvPr>
            <p:ph type="title" hasCustomPrompt="1"/>
          </p:nvPr>
        </p:nvSpPr>
        <p:spPr>
          <a:xfrm>
            <a:off x="480874" y="368088"/>
            <a:ext cx="14173202" cy="960329"/>
          </a:xfrm>
          <a:prstGeom prst="rect">
            <a:avLst/>
          </a:prstGeom>
        </p:spPr>
        <p:txBody>
          <a:bodyPr wrap="square" anchor="b" anchorCtr="0">
            <a:noAutofit/>
          </a:bodyPr>
          <a:lstStyle>
            <a:lvl1pPr>
              <a:defRPr sz="3501" b="1">
                <a:solidFill>
                  <a:schemeClr val="tx1"/>
                </a:solidFill>
              </a:defRPr>
            </a:lvl1pPr>
          </a:lstStyle>
          <a:p>
            <a:r>
              <a:rPr lang="en-US" dirty="0"/>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480870" y="2128285"/>
            <a:ext cx="9365600" cy="5722307"/>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8" name="Text Placeholder 11"/>
          <p:cNvSpPr>
            <a:spLocks noGrp="1"/>
          </p:cNvSpPr>
          <p:nvPr>
            <p:ph type="body" sz="quarter" idx="15" hasCustomPrompt="1"/>
          </p:nvPr>
        </p:nvSpPr>
        <p:spPr bwMode="gray">
          <a:xfrm>
            <a:off x="10165079" y="2345450"/>
            <a:ext cx="4705829" cy="5505138"/>
          </a:xfrm>
          <a:prstGeom prst="rect">
            <a:avLst/>
          </a:prstGeom>
        </p:spPr>
        <p:txBody>
          <a:bodyPr wrap="square" anchor="t" anchorCtr="0">
            <a:noAutofit/>
          </a:bodyPr>
          <a:lstStyle>
            <a:lvl1pPr marL="0" marR="0" indent="0" algn="l" defTabSz="1524274" rtl="0" eaLnBrk="0" fontAlgn="base" latinLnBrk="0" hangingPunct="0">
              <a:lnSpc>
                <a:spcPct val="125000"/>
              </a:lnSpc>
              <a:spcBef>
                <a:spcPts val="0"/>
              </a:spcBef>
              <a:spcAft>
                <a:spcPct val="0"/>
              </a:spcAft>
              <a:buClrTx/>
              <a:buSzTx/>
              <a:buFontTx/>
              <a:buNone/>
              <a:tabLst/>
              <a:defRPr sz="2502" b="1" i="0" baseline="0">
                <a:solidFill>
                  <a:schemeClr val="accent1"/>
                </a:solidFill>
                <a:latin typeface="+mj-lt"/>
              </a:defRPr>
            </a:lvl1pPr>
            <a:lvl2pPr marL="287792" indent="-148859">
              <a:lnSpc>
                <a:spcPct val="100000"/>
              </a:lnSpc>
              <a:buFont typeface="Arial"/>
              <a:buChar char="•"/>
              <a:defRPr sz="1498" b="0" i="0" baseline="0">
                <a:solidFill>
                  <a:schemeClr val="accent1"/>
                </a:solidFill>
                <a:latin typeface="+mj-lt"/>
                <a:cs typeface="Arial"/>
              </a:defRPr>
            </a:lvl2pPr>
            <a:lvl3pPr marL="762133" indent="-285803">
              <a:lnSpc>
                <a:spcPct val="100000"/>
              </a:lnSpc>
              <a:buFont typeface="Arial" pitchFamily="34" charset="0"/>
              <a:buChar char="•"/>
              <a:defRPr sz="1498" b="0" i="0">
                <a:solidFill>
                  <a:schemeClr val="bg1"/>
                </a:solidFill>
                <a:latin typeface="+mj-lt"/>
                <a:cs typeface="Arial"/>
              </a:defRPr>
            </a:lvl3pPr>
            <a:lvl4pPr>
              <a:defRPr sz="2667" b="0" i="0">
                <a:latin typeface="Georgia" pitchFamily="18" charset="0"/>
              </a:defRPr>
            </a:lvl4pPr>
          </a:lstStyle>
          <a:p>
            <a:pPr lvl="0"/>
            <a:r>
              <a:rPr lang="en-US" noProof="0" dirty="0"/>
              <a:t>Callouts are 20pt Arial Bold sentence case lorem ipsum dolor sit </a:t>
            </a:r>
            <a:r>
              <a:rPr lang="en-US" noProof="0" dirty="0" err="1"/>
              <a:t>amet</a:t>
            </a:r>
            <a:r>
              <a:rPr lang="en-US" noProof="0" dirty="0"/>
              <a:t>, </a:t>
            </a:r>
            <a:r>
              <a:rPr lang="en-US" noProof="0" dirty="0" err="1"/>
              <a:t>consec</a:t>
            </a:r>
            <a:r>
              <a:rPr lang="en-US" noProof="0" dirty="0"/>
              <a:t> </a:t>
            </a:r>
            <a:r>
              <a:rPr lang="en-US" noProof="0" dirty="0" err="1"/>
              <a:t>tetuer</a:t>
            </a:r>
            <a:r>
              <a:rPr lang="en-US" noProof="0" dirty="0"/>
              <a:t> </a:t>
            </a:r>
            <a:r>
              <a:rPr lang="en-US" noProof="0" dirty="0" err="1"/>
              <a:t>adipiscing</a:t>
            </a:r>
            <a:r>
              <a:rPr lang="en-US" noProof="0" dirty="0"/>
              <a:t> </a:t>
            </a:r>
            <a:r>
              <a:rPr lang="en-US" noProof="0" dirty="0" err="1"/>
              <a:t>elit</a:t>
            </a:r>
            <a:r>
              <a:rPr lang="en-US" noProof="0" dirty="0"/>
              <a:t>, </a:t>
            </a:r>
            <a:r>
              <a:rPr lang="en-US" noProof="0" dirty="0" err="1"/>
              <a:t>sed</a:t>
            </a:r>
            <a:r>
              <a:rPr lang="en-US" noProof="0" dirty="0"/>
              <a:t> </a:t>
            </a:r>
            <a:r>
              <a:rPr lang="en-US" noProof="0" dirty="0" err="1"/>
              <a:t>diam</a:t>
            </a:r>
            <a:r>
              <a:rPr lang="en-US" noProof="0" dirty="0"/>
              <a:t> </a:t>
            </a:r>
            <a:r>
              <a:rPr lang="en-US" noProof="0" dirty="0" err="1"/>
              <a:t>nonummy</a:t>
            </a:r>
            <a:r>
              <a:rPr lang="en-US" noProof="0" dirty="0"/>
              <a:t> </a:t>
            </a:r>
            <a:r>
              <a:rPr lang="en-US" noProof="0" dirty="0" err="1"/>
              <a:t>nibh</a:t>
            </a:r>
            <a:r>
              <a:rPr lang="en-US" noProof="0" dirty="0"/>
              <a:t> </a:t>
            </a:r>
            <a:r>
              <a:rPr lang="en-US" noProof="0" dirty="0" err="1"/>
              <a:t>euismod</a:t>
            </a:r>
            <a:r>
              <a:rPr lang="en-US" noProof="0" dirty="0"/>
              <a:t> </a:t>
            </a:r>
            <a:r>
              <a:rPr lang="en-US" noProof="0" dirty="0" err="1"/>
              <a:t>tincidunt</a:t>
            </a:r>
            <a:r>
              <a:rPr lang="en-US" noProof="0" dirty="0"/>
              <a:t> </a:t>
            </a:r>
            <a:r>
              <a:rPr lang="en-US" noProof="0" dirty="0" err="1"/>
              <a:t>ut</a:t>
            </a:r>
            <a:r>
              <a:rPr lang="en-US" noProof="0" dirty="0"/>
              <a:t> </a:t>
            </a:r>
            <a:r>
              <a:rPr lang="en-US" noProof="0" dirty="0" err="1"/>
              <a:t>laoreet</a:t>
            </a:r>
            <a:r>
              <a:rPr lang="en-US" noProof="0" dirty="0"/>
              <a:t> dolore magna </a:t>
            </a:r>
            <a:r>
              <a:rPr lang="en-US" noProof="0" dirty="0" err="1"/>
              <a:t>aliquam</a:t>
            </a:r>
            <a:r>
              <a:rPr lang="en-US" noProof="0" dirty="0"/>
              <a:t> </a:t>
            </a:r>
            <a:r>
              <a:rPr lang="en-US" noProof="0" dirty="0" err="1"/>
              <a:t>erat</a:t>
            </a:r>
            <a:r>
              <a:rPr lang="en-US" noProof="0" dirty="0"/>
              <a:t> </a:t>
            </a:r>
            <a:r>
              <a:rPr lang="en-US" noProof="0" dirty="0" err="1"/>
              <a:t>volutpat</a:t>
            </a:r>
            <a:r>
              <a:rPr lang="en-US" noProof="0" dirty="0"/>
              <a:t>. </a:t>
            </a:r>
          </a:p>
        </p:txBody>
      </p:sp>
      <p:sp>
        <p:nvSpPr>
          <p:cNvPr id="14" name="Text Placeholder 8"/>
          <p:cNvSpPr>
            <a:spLocks noGrp="1"/>
          </p:cNvSpPr>
          <p:nvPr>
            <p:ph type="body" sz="quarter" idx="16" hasCustomPrompt="1"/>
          </p:nvPr>
        </p:nvSpPr>
        <p:spPr>
          <a:xfrm>
            <a:off x="480874" y="1352283"/>
            <a:ext cx="14173202" cy="502919"/>
          </a:xfrm>
          <a:prstGeom prst="rect">
            <a:avLst/>
          </a:prstGeom>
        </p:spPr>
        <p:txBody>
          <a:bodyPr wrap="square">
            <a:noAutofit/>
          </a:bodyPr>
          <a:lstStyle>
            <a:lvl1pPr marL="0" indent="0">
              <a:spcBef>
                <a:spcPts val="0"/>
              </a:spcBef>
              <a:buNone/>
              <a:defRPr sz="2502" i="1" baseline="0">
                <a:solidFill>
                  <a:schemeClr val="accent1"/>
                </a:solidFill>
              </a:defRPr>
            </a:lvl1pPr>
          </a:lstStyle>
          <a:p>
            <a:pPr lvl="0"/>
            <a:r>
              <a:rPr lang="en-US" dirty="0"/>
              <a:t>Subheads are 20pt Arial Italic sentence case</a:t>
            </a:r>
          </a:p>
        </p:txBody>
      </p:sp>
      <p:sp>
        <p:nvSpPr>
          <p:cNvPr id="15" name="Title 1"/>
          <p:cNvSpPr>
            <a:spLocks noGrp="1"/>
          </p:cNvSpPr>
          <p:nvPr>
            <p:ph type="title" hasCustomPrompt="1"/>
          </p:nvPr>
        </p:nvSpPr>
        <p:spPr>
          <a:xfrm>
            <a:off x="480874" y="368088"/>
            <a:ext cx="14173202" cy="960329"/>
          </a:xfrm>
          <a:prstGeom prst="rect">
            <a:avLst/>
          </a:prstGeom>
        </p:spPr>
        <p:txBody>
          <a:bodyPr wrap="square" anchor="b" anchorCtr="0">
            <a:noAutofit/>
          </a:bodyPr>
          <a:lstStyle>
            <a:lvl1pPr>
              <a:defRPr sz="3501" b="1">
                <a:solidFill>
                  <a:schemeClr val="tx1"/>
                </a:solidFill>
              </a:defRPr>
            </a:lvl1pPr>
          </a:lstStyle>
          <a:p>
            <a:r>
              <a:rPr lang="en-US" dirty="0"/>
              <a:t>Headlines are 28pt Arial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10165079" y="2231160"/>
            <a:ext cx="5185414" cy="0"/>
          </a:xfrm>
          <a:prstGeom prst="line">
            <a:avLst/>
          </a:prstGeom>
          <a:ln w="254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7738927" y="2128285"/>
            <a:ext cx="6915145" cy="5726431"/>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480874" y="2128286"/>
            <a:ext cx="6915145" cy="5722319"/>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3" name="Text Placeholder 8"/>
          <p:cNvSpPr>
            <a:spLocks noGrp="1"/>
          </p:cNvSpPr>
          <p:nvPr>
            <p:ph type="body" sz="quarter" idx="16" hasCustomPrompt="1"/>
          </p:nvPr>
        </p:nvSpPr>
        <p:spPr>
          <a:xfrm>
            <a:off x="480874" y="1352283"/>
            <a:ext cx="14173202" cy="502919"/>
          </a:xfrm>
          <a:prstGeom prst="rect">
            <a:avLst/>
          </a:prstGeom>
        </p:spPr>
        <p:txBody>
          <a:bodyPr/>
          <a:lstStyle>
            <a:lvl1pPr marL="0" indent="0">
              <a:spcBef>
                <a:spcPts val="0"/>
              </a:spcBef>
              <a:buNone/>
              <a:defRPr sz="2502" i="1" baseline="0">
                <a:solidFill>
                  <a:schemeClr val="accent1"/>
                </a:solidFill>
              </a:defRPr>
            </a:lvl1pPr>
          </a:lstStyle>
          <a:p>
            <a:pPr lvl="0"/>
            <a:r>
              <a:rPr lang="en-US" dirty="0"/>
              <a:t>Subheads are 20pt Arial Italic sentence case</a:t>
            </a:r>
          </a:p>
        </p:txBody>
      </p:sp>
      <p:sp>
        <p:nvSpPr>
          <p:cNvPr id="14" name="Title 1"/>
          <p:cNvSpPr>
            <a:spLocks noGrp="1"/>
          </p:cNvSpPr>
          <p:nvPr>
            <p:ph type="title" hasCustomPrompt="1"/>
          </p:nvPr>
        </p:nvSpPr>
        <p:spPr>
          <a:xfrm>
            <a:off x="480874" y="368088"/>
            <a:ext cx="14173202" cy="960329"/>
          </a:xfrm>
          <a:prstGeom prst="rect">
            <a:avLst/>
          </a:prstGeom>
        </p:spPr>
        <p:txBody>
          <a:bodyPr anchor="b" anchorCtr="0"/>
          <a:lstStyle>
            <a:lvl1pPr>
              <a:defRPr sz="3501" b="1">
                <a:solidFill>
                  <a:schemeClr val="tx1"/>
                </a:solidFill>
              </a:defRPr>
            </a:lvl1pPr>
          </a:lstStyle>
          <a:p>
            <a:r>
              <a:rPr lang="en-US" dirty="0"/>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7738927" y="1607948"/>
            <a:ext cx="6915145" cy="6242657"/>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480874" y="1607948"/>
            <a:ext cx="6915145" cy="6242657"/>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4" name="Title 1"/>
          <p:cNvSpPr>
            <a:spLocks noGrp="1"/>
          </p:cNvSpPr>
          <p:nvPr>
            <p:ph type="title" hasCustomPrompt="1"/>
          </p:nvPr>
        </p:nvSpPr>
        <p:spPr>
          <a:xfrm>
            <a:off x="480874" y="368088"/>
            <a:ext cx="14173202" cy="960329"/>
          </a:xfrm>
          <a:prstGeom prst="rect">
            <a:avLst/>
          </a:prstGeom>
        </p:spPr>
        <p:txBody>
          <a:bodyPr anchor="b" anchorCtr="0"/>
          <a:lstStyle>
            <a:lvl1pPr>
              <a:defRPr sz="3501" b="1">
                <a:solidFill>
                  <a:schemeClr val="tx1"/>
                </a:solidFill>
              </a:defRPr>
            </a:lvl1pPr>
          </a:lstStyle>
          <a:p>
            <a:r>
              <a:rPr lang="en-US" dirty="0"/>
              <a:t>Headlines are 28pt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480872" y="2128286"/>
            <a:ext cx="4526281" cy="5722319"/>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10127789" y="2128286"/>
            <a:ext cx="4526281" cy="5722319"/>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5304326" y="2128286"/>
            <a:ext cx="4526281" cy="5722319"/>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4" name="Text Placeholder 8"/>
          <p:cNvSpPr>
            <a:spLocks noGrp="1"/>
          </p:cNvSpPr>
          <p:nvPr>
            <p:ph type="body" sz="quarter" idx="16" hasCustomPrompt="1"/>
          </p:nvPr>
        </p:nvSpPr>
        <p:spPr>
          <a:xfrm>
            <a:off x="480874" y="1352283"/>
            <a:ext cx="14173202" cy="502919"/>
          </a:xfrm>
          <a:prstGeom prst="rect">
            <a:avLst/>
          </a:prstGeom>
        </p:spPr>
        <p:txBody>
          <a:bodyPr/>
          <a:lstStyle>
            <a:lvl1pPr marL="0" indent="0">
              <a:spcBef>
                <a:spcPts val="0"/>
              </a:spcBef>
              <a:buNone/>
              <a:defRPr sz="2502" i="1" baseline="0">
                <a:solidFill>
                  <a:schemeClr val="accent1"/>
                </a:solidFill>
              </a:defRPr>
            </a:lvl1pPr>
          </a:lstStyle>
          <a:p>
            <a:pPr lvl="0"/>
            <a:r>
              <a:rPr lang="en-US" dirty="0"/>
              <a:t>Subheads are 20pt Arial Italic sentence case</a:t>
            </a:r>
          </a:p>
        </p:txBody>
      </p:sp>
      <p:sp>
        <p:nvSpPr>
          <p:cNvPr id="15" name="Title 1"/>
          <p:cNvSpPr>
            <a:spLocks noGrp="1"/>
          </p:cNvSpPr>
          <p:nvPr>
            <p:ph type="title" hasCustomPrompt="1"/>
          </p:nvPr>
        </p:nvSpPr>
        <p:spPr>
          <a:xfrm>
            <a:off x="480874" y="368088"/>
            <a:ext cx="14173202" cy="960329"/>
          </a:xfrm>
          <a:prstGeom prst="rect">
            <a:avLst/>
          </a:prstGeom>
        </p:spPr>
        <p:txBody>
          <a:bodyPr anchor="b" anchorCtr="0"/>
          <a:lstStyle>
            <a:lvl1pPr>
              <a:defRPr sz="3501" b="1">
                <a:solidFill>
                  <a:schemeClr val="tx1"/>
                </a:solidFill>
              </a:defRPr>
            </a:lvl1pPr>
          </a:lstStyle>
          <a:p>
            <a:r>
              <a:rPr lang="en-US" dirty="0"/>
              <a:t>Headlines are 28pt Arial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480874" y="368088"/>
            <a:ext cx="14173202" cy="960329"/>
          </a:xfrm>
          <a:prstGeom prst="rect">
            <a:avLst/>
          </a:prstGeom>
        </p:spPr>
        <p:txBody>
          <a:bodyPr lIns="91440" tIns="45720" rIns="91440" bIns="45720" anchor="b" anchorCtr="0"/>
          <a:lstStyle>
            <a:lvl1pPr>
              <a:defRPr sz="3501" b="1">
                <a:solidFill>
                  <a:schemeClr val="tx1"/>
                </a:solidFill>
              </a:defRPr>
            </a:lvl1pPr>
          </a:lstStyle>
          <a:p>
            <a:r>
              <a:rPr lang="en-US" dirty="0"/>
              <a:t>Headlines are 28pt Arial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sp>
        <p:nvSpPr>
          <p:cNvPr id="12" name="Text Placeholder 8"/>
          <p:cNvSpPr>
            <a:spLocks noGrp="1"/>
          </p:cNvSpPr>
          <p:nvPr>
            <p:ph type="body" sz="quarter" idx="16" hasCustomPrompt="1"/>
          </p:nvPr>
        </p:nvSpPr>
        <p:spPr>
          <a:xfrm>
            <a:off x="480874" y="1352283"/>
            <a:ext cx="14173202" cy="502919"/>
          </a:xfrm>
          <a:prstGeom prst="rect">
            <a:avLst/>
          </a:prstGeom>
        </p:spPr>
        <p:txBody>
          <a:bodyPr/>
          <a:lstStyle>
            <a:lvl1pPr marL="0" indent="0">
              <a:spcBef>
                <a:spcPts val="0"/>
              </a:spcBef>
              <a:buNone/>
              <a:defRPr sz="2502" i="1" baseline="0">
                <a:solidFill>
                  <a:schemeClr val="accent1"/>
                </a:solidFill>
              </a:defRPr>
            </a:lvl1pPr>
          </a:lstStyle>
          <a:p>
            <a:pPr lvl="0"/>
            <a:r>
              <a:rPr lang="en-US" dirty="0"/>
              <a:t>Subheads are 20pt Arial Italic sentence case</a:t>
            </a:r>
          </a:p>
        </p:txBody>
      </p:sp>
      <p:sp>
        <p:nvSpPr>
          <p:cNvPr id="13" name="Title 1"/>
          <p:cNvSpPr>
            <a:spLocks noGrp="1"/>
          </p:cNvSpPr>
          <p:nvPr>
            <p:ph type="title" hasCustomPrompt="1"/>
          </p:nvPr>
        </p:nvSpPr>
        <p:spPr>
          <a:xfrm>
            <a:off x="480874" y="368088"/>
            <a:ext cx="14173202" cy="960329"/>
          </a:xfrm>
          <a:prstGeom prst="rect">
            <a:avLst/>
          </a:prstGeom>
        </p:spPr>
        <p:txBody>
          <a:bodyPr anchor="b" anchorCtr="0"/>
          <a:lstStyle>
            <a:lvl1pPr>
              <a:defRPr sz="3501" b="1">
                <a:solidFill>
                  <a:schemeClr val="tx1"/>
                </a:solidFill>
              </a:defRPr>
            </a:lvl1pPr>
          </a:lstStyle>
          <a:p>
            <a:r>
              <a:rPr lang="en-US" dirty="0"/>
              <a:t>Headlines are 28pt Arial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480874" y="7984824"/>
            <a:ext cx="11606853"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able of Contents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441964" y="0"/>
            <a:ext cx="14356080" cy="85725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811" dirty="0"/>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2453031" y="1952367"/>
            <a:ext cx="11454980" cy="5890781"/>
          </a:xfrm>
          <a:prstGeom prst="rect">
            <a:avLst/>
          </a:prstGeom>
        </p:spPr>
        <p:txBody>
          <a:bodyPr/>
          <a:lstStyle>
            <a:lvl1pPr marL="228647" indent="-228647">
              <a:lnSpc>
                <a:spcPct val="100000"/>
              </a:lnSpc>
              <a:spcBef>
                <a:spcPts val="2502"/>
              </a:spcBef>
              <a:buClr>
                <a:schemeClr val="accent1"/>
              </a:buClr>
              <a:buFont typeface="System Font Regular"/>
              <a:buChar char="+"/>
              <a:defRPr sz="2252">
                <a:solidFill>
                  <a:schemeClr val="tx1"/>
                </a:solidFill>
              </a:defRPr>
            </a:lvl1pPr>
            <a:lvl2pPr marL="457295" indent="-228647">
              <a:lnSpc>
                <a:spcPct val="100000"/>
              </a:lnSpc>
              <a:spcBef>
                <a:spcPts val="1003"/>
              </a:spcBef>
              <a:buClr>
                <a:schemeClr val="tx1"/>
              </a:buClr>
              <a:buFont typeface="Arial" panose="020B0604020202020204" pitchFamily="34" charset="0"/>
              <a:buChar char="•"/>
              <a:defRPr sz="2002">
                <a:solidFill>
                  <a:schemeClr val="tx1"/>
                </a:solidFill>
              </a:defRPr>
            </a:lvl2pPr>
            <a:lvl3pPr marL="685942" indent="-228647">
              <a:lnSpc>
                <a:spcPct val="100000"/>
              </a:lnSpc>
              <a:spcBef>
                <a:spcPts val="1003"/>
              </a:spcBef>
              <a:buClrTx/>
              <a:buFont typeface="Arial" panose="020B0604020202020204" pitchFamily="34" charset="0"/>
              <a:buChar char="›"/>
              <a:defRPr sz="2002">
                <a:solidFill>
                  <a:schemeClr val="tx1"/>
                </a:solidFill>
              </a:defRPr>
            </a:lvl3pPr>
            <a:lvl4pPr marL="914585" indent="-228647">
              <a:lnSpc>
                <a:spcPct val="100000"/>
              </a:lnSpc>
              <a:spcBef>
                <a:spcPts val="1003"/>
              </a:spcBef>
              <a:buClrTx/>
              <a:buFont typeface="Arial" panose="020B0604020202020204" pitchFamily="34" charset="0"/>
              <a:buChar char="»"/>
              <a:defRPr sz="2002">
                <a:solidFill>
                  <a:schemeClr val="tx1"/>
                </a:solidFill>
              </a:defRPr>
            </a:lvl4pPr>
            <a:lvl5pPr marL="1143237" indent="-228647">
              <a:lnSpc>
                <a:spcPct val="100000"/>
              </a:lnSpc>
              <a:spcBef>
                <a:spcPts val="1003"/>
              </a:spcBef>
              <a:buClrTx/>
              <a:buSzPct val="75000"/>
              <a:buFont typeface="Wingdings" panose="05000000000000000000" pitchFamily="2" charset="2"/>
              <a:buChar char="§"/>
              <a:defRPr sz="2002">
                <a:solidFill>
                  <a:schemeClr val="tx1"/>
                </a:solidFill>
              </a:defRPr>
            </a:lvl5pPr>
          </a:lstStyle>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2453031" y="1029251"/>
            <a:ext cx="11454980" cy="742950"/>
          </a:xfrm>
          <a:prstGeom prst="rect">
            <a:avLst/>
          </a:prstGeom>
        </p:spPr>
        <p:txBody>
          <a:bodyPr anchor="ctr"/>
          <a:lstStyle>
            <a:lvl1pPr>
              <a:defRPr sz="4000" b="1">
                <a:solidFill>
                  <a:schemeClr val="accent1"/>
                </a:solidFill>
              </a:defRPr>
            </a:lvl1pPr>
          </a:lstStyle>
          <a:p>
            <a:r>
              <a:rPr lang="en-US" dirty="0"/>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0" y="325405"/>
            <a:ext cx="1562988" cy="1969776"/>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266868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able of Contents_Two Column - IQVIA">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38658025-8660-B74C-8ED5-6D1A405A1A70}"/>
              </a:ext>
            </a:extLst>
          </p:cNvPr>
          <p:cNvSpPr/>
          <p:nvPr/>
        </p:nvSpPr>
        <p:spPr bwMode="gray">
          <a:xfrm>
            <a:off x="441964" y="0"/>
            <a:ext cx="14356080" cy="85725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811" dirty="0"/>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2453031" y="1952367"/>
            <a:ext cx="5553477" cy="5890781"/>
          </a:xfrm>
          <a:prstGeom prst="rect">
            <a:avLst/>
          </a:prstGeom>
        </p:spPr>
        <p:txBody>
          <a:bodyPr/>
          <a:lstStyle>
            <a:lvl1pPr marL="228647" indent="-228647">
              <a:lnSpc>
                <a:spcPct val="100000"/>
              </a:lnSpc>
              <a:spcBef>
                <a:spcPts val="2502"/>
              </a:spcBef>
              <a:buClr>
                <a:schemeClr val="accent1"/>
              </a:buClr>
              <a:buFont typeface="System Font Regular"/>
              <a:buChar char="+"/>
              <a:defRPr sz="2252">
                <a:solidFill>
                  <a:schemeClr val="tx1"/>
                </a:solidFill>
              </a:defRPr>
            </a:lvl1pPr>
            <a:lvl2pPr marL="457295" indent="-228647">
              <a:lnSpc>
                <a:spcPct val="100000"/>
              </a:lnSpc>
              <a:spcBef>
                <a:spcPts val="1003"/>
              </a:spcBef>
              <a:buClr>
                <a:schemeClr val="tx1"/>
              </a:buClr>
              <a:buFont typeface="Arial" panose="020B0604020202020204" pitchFamily="34" charset="0"/>
              <a:buChar char="•"/>
              <a:defRPr sz="2002">
                <a:solidFill>
                  <a:schemeClr val="tx1"/>
                </a:solidFill>
              </a:defRPr>
            </a:lvl2pPr>
            <a:lvl3pPr marL="685942" indent="-228647">
              <a:lnSpc>
                <a:spcPct val="100000"/>
              </a:lnSpc>
              <a:spcBef>
                <a:spcPts val="1003"/>
              </a:spcBef>
              <a:buClrTx/>
              <a:buFont typeface="Arial" panose="020B0604020202020204" pitchFamily="34" charset="0"/>
              <a:buChar char="›"/>
              <a:defRPr sz="2002">
                <a:solidFill>
                  <a:schemeClr val="tx1"/>
                </a:solidFill>
              </a:defRPr>
            </a:lvl3pPr>
            <a:lvl4pPr marL="914585" indent="-228647">
              <a:lnSpc>
                <a:spcPct val="100000"/>
              </a:lnSpc>
              <a:spcBef>
                <a:spcPts val="1003"/>
              </a:spcBef>
              <a:buClrTx/>
              <a:buFont typeface="Arial" panose="020B0604020202020204" pitchFamily="34" charset="0"/>
              <a:buChar char="»"/>
              <a:defRPr sz="2002">
                <a:solidFill>
                  <a:schemeClr val="tx1"/>
                </a:solidFill>
              </a:defRPr>
            </a:lvl4pPr>
            <a:lvl5pPr marL="1143237" indent="-228647">
              <a:lnSpc>
                <a:spcPct val="100000"/>
              </a:lnSpc>
              <a:spcBef>
                <a:spcPts val="1003"/>
              </a:spcBef>
              <a:buClrTx/>
              <a:buSzPct val="75000"/>
              <a:buFont typeface="Wingdings" panose="05000000000000000000" pitchFamily="2" charset="2"/>
              <a:buChar char="§"/>
              <a:defRPr sz="2002">
                <a:solidFill>
                  <a:schemeClr val="tx1"/>
                </a:solidFill>
              </a:defRPr>
            </a:lvl5pPr>
          </a:lstStyle>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2453031" y="1029251"/>
            <a:ext cx="11454980" cy="742950"/>
          </a:xfrm>
          <a:prstGeom prst="rect">
            <a:avLst/>
          </a:prstGeom>
        </p:spPr>
        <p:txBody>
          <a:bodyPr anchor="ctr"/>
          <a:lstStyle>
            <a:lvl1pPr>
              <a:defRPr sz="4000" b="1">
                <a:solidFill>
                  <a:schemeClr val="accent1"/>
                </a:solidFill>
              </a:defRPr>
            </a:lvl1pPr>
          </a:lstStyle>
          <a:p>
            <a:r>
              <a:rPr lang="en-US" dirty="0"/>
              <a:t>Table of contents or Agenda</a:t>
            </a:r>
          </a:p>
        </p:txBody>
      </p:sp>
      <p:grpSp>
        <p:nvGrpSpPr>
          <p:cNvPr id="4" name="Group 3">
            <a:extLst>
              <a:ext uri="{FF2B5EF4-FFF2-40B4-BE49-F238E27FC236}">
                <a16:creationId xmlns:a16="http://schemas.microsoft.com/office/drawing/2014/main" id="{6A1CD0AD-A634-4EA6-AE67-C63B52CE7B06}"/>
              </a:ext>
            </a:extLst>
          </p:cNvPr>
          <p:cNvGrpSpPr/>
          <p:nvPr/>
        </p:nvGrpSpPr>
        <p:grpSpPr>
          <a:xfrm>
            <a:off x="0" y="325405"/>
            <a:ext cx="1562988" cy="1969776"/>
            <a:chOff x="-1" y="260324"/>
            <a:chExt cx="1250388" cy="1575820"/>
          </a:xfrm>
          <a:solidFill>
            <a:schemeClr val="accent1"/>
          </a:solidFill>
        </p:grpSpPr>
        <p:grpSp>
          <p:nvGrpSpPr>
            <p:cNvPr id="78" name="Group 77">
              <a:extLst>
                <a:ext uri="{FF2B5EF4-FFF2-40B4-BE49-F238E27FC236}">
                  <a16:creationId xmlns:a16="http://schemas.microsoft.com/office/drawing/2014/main" id="{B2E777F5-EFF3-457A-8259-AC8F3FAFC249}"/>
                </a:ext>
              </a:extLst>
            </p:cNvPr>
            <p:cNvGrpSpPr/>
            <p:nvPr/>
          </p:nvGrpSpPr>
          <p:grpSpPr>
            <a:xfrm>
              <a:off x="686264" y="1652391"/>
              <a:ext cx="564123" cy="183753"/>
              <a:chOff x="876236" y="5534957"/>
              <a:chExt cx="1674271" cy="545364"/>
            </a:xfrm>
            <a:grpFill/>
          </p:grpSpPr>
          <p:sp>
            <p:nvSpPr>
              <p:cNvPr id="96" name="Rectangle 95">
                <a:extLst>
                  <a:ext uri="{FF2B5EF4-FFF2-40B4-BE49-F238E27FC236}">
                    <a16:creationId xmlns:a16="http://schemas.microsoft.com/office/drawing/2014/main" id="{B117E7E6-D510-412B-8045-21F2179CDBFD}"/>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7" name="Oval 96">
                <a:extLst>
                  <a:ext uri="{FF2B5EF4-FFF2-40B4-BE49-F238E27FC236}">
                    <a16:creationId xmlns:a16="http://schemas.microsoft.com/office/drawing/2014/main" id="{79A544B5-B37E-40F9-A3D1-E4A00DF6E89F}"/>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8" name="Oval 97">
                <a:extLst>
                  <a:ext uri="{FF2B5EF4-FFF2-40B4-BE49-F238E27FC236}">
                    <a16:creationId xmlns:a16="http://schemas.microsoft.com/office/drawing/2014/main" id="{EF1038BB-A4E9-41A9-B2F4-23E7F5CD6621}"/>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79" name="Group 78">
              <a:extLst>
                <a:ext uri="{FF2B5EF4-FFF2-40B4-BE49-F238E27FC236}">
                  <a16:creationId xmlns:a16="http://schemas.microsoft.com/office/drawing/2014/main" id="{029BE464-4CCF-4D58-8077-7337778D29CA}"/>
                </a:ext>
              </a:extLst>
            </p:cNvPr>
            <p:cNvGrpSpPr/>
            <p:nvPr/>
          </p:nvGrpSpPr>
          <p:grpSpPr>
            <a:xfrm>
              <a:off x="864211" y="1304375"/>
              <a:ext cx="386176" cy="183753"/>
              <a:chOff x="1404367" y="4502072"/>
              <a:chExt cx="1146140" cy="545364"/>
            </a:xfrm>
            <a:grpFill/>
          </p:grpSpPr>
          <p:sp>
            <p:nvSpPr>
              <p:cNvPr id="93" name="Rectangle 92">
                <a:extLst>
                  <a:ext uri="{FF2B5EF4-FFF2-40B4-BE49-F238E27FC236}">
                    <a16:creationId xmlns:a16="http://schemas.microsoft.com/office/drawing/2014/main" id="{D0DC8CC7-4C81-439E-B602-330616AC3184}"/>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4" name="Oval 93">
                <a:extLst>
                  <a:ext uri="{FF2B5EF4-FFF2-40B4-BE49-F238E27FC236}">
                    <a16:creationId xmlns:a16="http://schemas.microsoft.com/office/drawing/2014/main" id="{ECB59EFB-5B99-4637-9821-186308CA811D}"/>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5" name="Oval 94">
                <a:extLst>
                  <a:ext uri="{FF2B5EF4-FFF2-40B4-BE49-F238E27FC236}">
                    <a16:creationId xmlns:a16="http://schemas.microsoft.com/office/drawing/2014/main" id="{7060CC02-8F6C-45AF-9DBE-33B4EAA77FAE}"/>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80" name="Group 79">
              <a:extLst>
                <a:ext uri="{FF2B5EF4-FFF2-40B4-BE49-F238E27FC236}">
                  <a16:creationId xmlns:a16="http://schemas.microsoft.com/office/drawing/2014/main" id="{EDBE8CF3-142D-438A-880B-7423D1E442C5}"/>
                </a:ext>
              </a:extLst>
            </p:cNvPr>
            <p:cNvGrpSpPr/>
            <p:nvPr/>
          </p:nvGrpSpPr>
          <p:grpSpPr>
            <a:xfrm>
              <a:off x="917753" y="956358"/>
              <a:ext cx="332634" cy="183753"/>
              <a:chOff x="1560101" y="3469185"/>
              <a:chExt cx="987231" cy="545364"/>
            </a:xfrm>
            <a:grpFill/>
          </p:grpSpPr>
          <p:sp>
            <p:nvSpPr>
              <p:cNvPr id="90" name="Oval 89">
                <a:extLst>
                  <a:ext uri="{FF2B5EF4-FFF2-40B4-BE49-F238E27FC236}">
                    <a16:creationId xmlns:a16="http://schemas.microsoft.com/office/drawing/2014/main" id="{61D9E7AA-5FDE-45C3-B7AC-F8C06B142069}"/>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1" name="Rectangle 90">
                <a:extLst>
                  <a:ext uri="{FF2B5EF4-FFF2-40B4-BE49-F238E27FC236}">
                    <a16:creationId xmlns:a16="http://schemas.microsoft.com/office/drawing/2014/main" id="{13502E5E-1590-4501-977E-A406C72F35D0}"/>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92" name="Oval 91">
                <a:extLst>
                  <a:ext uri="{FF2B5EF4-FFF2-40B4-BE49-F238E27FC236}">
                    <a16:creationId xmlns:a16="http://schemas.microsoft.com/office/drawing/2014/main" id="{9849375F-4430-4BAF-8CD8-BABE2895B0CD}"/>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81" name="Group 80">
              <a:extLst>
                <a:ext uri="{FF2B5EF4-FFF2-40B4-BE49-F238E27FC236}">
                  <a16:creationId xmlns:a16="http://schemas.microsoft.com/office/drawing/2014/main" id="{7C368109-07EC-4B00-B53E-7AA055EEDBEE}"/>
                </a:ext>
              </a:extLst>
            </p:cNvPr>
            <p:cNvGrpSpPr/>
            <p:nvPr/>
          </p:nvGrpSpPr>
          <p:grpSpPr>
            <a:xfrm>
              <a:off x="868078" y="608341"/>
              <a:ext cx="382309" cy="183753"/>
              <a:chOff x="1415887" y="2436300"/>
              <a:chExt cx="1134663" cy="545364"/>
            </a:xfrm>
            <a:grpFill/>
          </p:grpSpPr>
          <p:sp>
            <p:nvSpPr>
              <p:cNvPr id="87" name="Oval 86">
                <a:extLst>
                  <a:ext uri="{FF2B5EF4-FFF2-40B4-BE49-F238E27FC236}">
                    <a16:creationId xmlns:a16="http://schemas.microsoft.com/office/drawing/2014/main" id="{458E032A-AC8B-4235-848E-250F4190B814}"/>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8" name="Oval 87">
                <a:extLst>
                  <a:ext uri="{FF2B5EF4-FFF2-40B4-BE49-F238E27FC236}">
                    <a16:creationId xmlns:a16="http://schemas.microsoft.com/office/drawing/2014/main" id="{6E7F926D-F5AA-4D9E-9C81-33784AC45D5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9" name="Rectangle 88">
                <a:extLst>
                  <a:ext uri="{FF2B5EF4-FFF2-40B4-BE49-F238E27FC236}">
                    <a16:creationId xmlns:a16="http://schemas.microsoft.com/office/drawing/2014/main" id="{C1912F97-C2EB-4275-9791-4E9C64D9ACD9}"/>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82" name="Group 81">
              <a:extLst>
                <a:ext uri="{FF2B5EF4-FFF2-40B4-BE49-F238E27FC236}">
                  <a16:creationId xmlns:a16="http://schemas.microsoft.com/office/drawing/2014/main" id="{C16323A1-198A-411C-8014-263092240122}"/>
                </a:ext>
              </a:extLst>
            </p:cNvPr>
            <p:cNvGrpSpPr/>
            <p:nvPr/>
          </p:nvGrpSpPr>
          <p:grpSpPr>
            <a:xfrm>
              <a:off x="693506" y="260324"/>
              <a:ext cx="556881" cy="183753"/>
              <a:chOff x="898206" y="1403413"/>
              <a:chExt cx="1652778" cy="545364"/>
            </a:xfrm>
            <a:grpFill/>
          </p:grpSpPr>
          <p:sp>
            <p:nvSpPr>
              <p:cNvPr id="84" name="Oval 83">
                <a:extLst>
                  <a:ext uri="{FF2B5EF4-FFF2-40B4-BE49-F238E27FC236}">
                    <a16:creationId xmlns:a16="http://schemas.microsoft.com/office/drawing/2014/main" id="{EBCE0676-4E25-4F10-A07B-A47F92C7CF81}"/>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5" name="Oval 84">
                <a:extLst>
                  <a:ext uri="{FF2B5EF4-FFF2-40B4-BE49-F238E27FC236}">
                    <a16:creationId xmlns:a16="http://schemas.microsoft.com/office/drawing/2014/main" id="{54E9DB86-0937-4D11-B319-669FF994439C}"/>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6" name="Rectangle 85">
                <a:extLst>
                  <a:ext uri="{FF2B5EF4-FFF2-40B4-BE49-F238E27FC236}">
                    <a16:creationId xmlns:a16="http://schemas.microsoft.com/office/drawing/2014/main" id="{3D6AB82A-C88A-4E42-B5CF-C687B3371284}"/>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
          <p:nvSpPr>
            <p:cNvPr id="103" name="Freeform: Shape 102">
              <a:extLst>
                <a:ext uri="{FF2B5EF4-FFF2-40B4-BE49-F238E27FC236}">
                  <a16:creationId xmlns:a16="http://schemas.microsoft.com/office/drawing/2014/main" id="{754DFB64-FFE8-4762-8BD2-6D5B67A56394}"/>
                </a:ext>
              </a:extLst>
            </p:cNvPr>
            <p:cNvSpPr/>
            <p:nvPr/>
          </p:nvSpPr>
          <p:spPr>
            <a:xfrm>
              <a:off x="0" y="260324"/>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06" name="Freeform: Shape 105">
              <a:extLst>
                <a:ext uri="{FF2B5EF4-FFF2-40B4-BE49-F238E27FC236}">
                  <a16:creationId xmlns:a16="http://schemas.microsoft.com/office/drawing/2014/main" id="{82D6BF1B-7B4E-4715-B3AA-0137D5565B61}"/>
                </a:ext>
              </a:extLst>
            </p:cNvPr>
            <p:cNvSpPr/>
            <p:nvPr/>
          </p:nvSpPr>
          <p:spPr>
            <a:xfrm>
              <a:off x="-1" y="608341"/>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12" name="Freeform: Shape 111">
              <a:extLst>
                <a:ext uri="{FF2B5EF4-FFF2-40B4-BE49-F238E27FC236}">
                  <a16:creationId xmlns:a16="http://schemas.microsoft.com/office/drawing/2014/main" id="{DFFECD78-AD3E-430A-825C-361F3F0A6DF1}"/>
                </a:ext>
              </a:extLst>
            </p:cNvPr>
            <p:cNvSpPr/>
            <p:nvPr/>
          </p:nvSpPr>
          <p:spPr>
            <a:xfrm>
              <a:off x="0" y="952508"/>
              <a:ext cx="786403" cy="183006"/>
            </a:xfrm>
            <a:custGeom>
              <a:avLst/>
              <a:gdLst>
                <a:gd name="connsiteX0" fmla="*/ 0 w 786403"/>
                <a:gd name="connsiteY0" fmla="*/ 0 h 183006"/>
                <a:gd name="connsiteX1" fmla="*/ 692936 w 786403"/>
                <a:gd name="connsiteY1" fmla="*/ 0 h 183006"/>
                <a:gd name="connsiteX2" fmla="*/ 692936 w 786403"/>
                <a:gd name="connsiteY2" fmla="*/ 397 h 183006"/>
                <a:gd name="connsiteX3" fmla="*/ 694900 w 786403"/>
                <a:gd name="connsiteY3" fmla="*/ 0 h 183006"/>
                <a:gd name="connsiteX4" fmla="*/ 786403 w 786403"/>
                <a:gd name="connsiteY4" fmla="*/ 91503 h 183006"/>
                <a:gd name="connsiteX5" fmla="*/ 694900 w 786403"/>
                <a:gd name="connsiteY5" fmla="*/ 183006 h 183006"/>
                <a:gd name="connsiteX6" fmla="*/ 692936 w 786403"/>
                <a:gd name="connsiteY6" fmla="*/ 182610 h 183006"/>
                <a:gd name="connsiteX7" fmla="*/ 692936 w 786403"/>
                <a:gd name="connsiteY7" fmla="*/ 183006 h 183006"/>
                <a:gd name="connsiteX8" fmla="*/ 0 w 786403"/>
                <a:gd name="connsiteY8" fmla="*/ 183006 h 183006"/>
                <a:gd name="connsiteX9" fmla="*/ 0 w 786403"/>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6403" h="183006">
                  <a:moveTo>
                    <a:pt x="0" y="0"/>
                  </a:moveTo>
                  <a:lnTo>
                    <a:pt x="692936" y="0"/>
                  </a:lnTo>
                  <a:lnTo>
                    <a:pt x="692936" y="397"/>
                  </a:lnTo>
                  <a:lnTo>
                    <a:pt x="694900" y="0"/>
                  </a:lnTo>
                  <a:cubicBezTo>
                    <a:pt x="745436" y="0"/>
                    <a:pt x="786403" y="40967"/>
                    <a:pt x="786403" y="91503"/>
                  </a:cubicBezTo>
                  <a:cubicBezTo>
                    <a:pt x="786403" y="142039"/>
                    <a:pt x="745436" y="183006"/>
                    <a:pt x="694900" y="183006"/>
                  </a:cubicBezTo>
                  <a:lnTo>
                    <a:pt x="692936" y="182610"/>
                  </a:lnTo>
                  <a:lnTo>
                    <a:pt x="69293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15" name="Freeform: Shape 114">
              <a:extLst>
                <a:ext uri="{FF2B5EF4-FFF2-40B4-BE49-F238E27FC236}">
                  <a16:creationId xmlns:a16="http://schemas.microsoft.com/office/drawing/2014/main" id="{01864E2F-2224-4B8D-A54C-010E70A5006D}"/>
                </a:ext>
              </a:extLst>
            </p:cNvPr>
            <p:cNvSpPr/>
            <p:nvPr/>
          </p:nvSpPr>
          <p:spPr>
            <a:xfrm>
              <a:off x="-1" y="1304902"/>
              <a:ext cx="733596" cy="182880"/>
            </a:xfrm>
            <a:custGeom>
              <a:avLst/>
              <a:gdLst>
                <a:gd name="connsiteX0" fmla="*/ 0 w 733596"/>
                <a:gd name="connsiteY0" fmla="*/ 0 h 182880"/>
                <a:gd name="connsiteX1" fmla="*/ 642156 w 733596"/>
                <a:gd name="connsiteY1" fmla="*/ 0 h 182880"/>
                <a:gd name="connsiteX2" fmla="*/ 733596 w 733596"/>
                <a:gd name="connsiteY2" fmla="*/ 91440 h 182880"/>
                <a:gd name="connsiteX3" fmla="*/ 642156 w 733596"/>
                <a:gd name="connsiteY3" fmla="*/ 182880 h 182880"/>
                <a:gd name="connsiteX4" fmla="*/ 0 w 733596"/>
                <a:gd name="connsiteY4" fmla="*/ 182880 h 182880"/>
                <a:gd name="connsiteX5" fmla="*/ 0 w 733596"/>
                <a:gd name="connsiteY5" fmla="*/ 0 h 18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3596" h="182880">
                  <a:moveTo>
                    <a:pt x="0" y="0"/>
                  </a:moveTo>
                  <a:lnTo>
                    <a:pt x="642156" y="0"/>
                  </a:lnTo>
                  <a:cubicBezTo>
                    <a:pt x="692657" y="0"/>
                    <a:pt x="733596" y="40939"/>
                    <a:pt x="733596" y="91440"/>
                  </a:cubicBezTo>
                  <a:cubicBezTo>
                    <a:pt x="733596" y="141941"/>
                    <a:pt x="692657" y="182880"/>
                    <a:pt x="642156" y="182880"/>
                  </a:cubicBezTo>
                  <a:lnTo>
                    <a:pt x="0" y="182880"/>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18" name="Freeform: Shape 117">
              <a:extLst>
                <a:ext uri="{FF2B5EF4-FFF2-40B4-BE49-F238E27FC236}">
                  <a16:creationId xmlns:a16="http://schemas.microsoft.com/office/drawing/2014/main" id="{8652EA3D-B91A-4960-BC33-8380D943F8F9}"/>
                </a:ext>
              </a:extLst>
            </p:cNvPr>
            <p:cNvSpPr/>
            <p:nvPr/>
          </p:nvSpPr>
          <p:spPr>
            <a:xfrm>
              <a:off x="0" y="1649603"/>
              <a:ext cx="550424" cy="183006"/>
            </a:xfrm>
            <a:custGeom>
              <a:avLst/>
              <a:gdLst>
                <a:gd name="connsiteX0" fmla="*/ 0 w 550424"/>
                <a:gd name="connsiteY0" fmla="*/ 0 h 183006"/>
                <a:gd name="connsiteX1" fmla="*/ 456956 w 550424"/>
                <a:gd name="connsiteY1" fmla="*/ 0 h 183006"/>
                <a:gd name="connsiteX2" fmla="*/ 456956 w 550424"/>
                <a:gd name="connsiteY2" fmla="*/ 397 h 183006"/>
                <a:gd name="connsiteX3" fmla="*/ 458921 w 550424"/>
                <a:gd name="connsiteY3" fmla="*/ 0 h 183006"/>
                <a:gd name="connsiteX4" fmla="*/ 550424 w 550424"/>
                <a:gd name="connsiteY4" fmla="*/ 91503 h 183006"/>
                <a:gd name="connsiteX5" fmla="*/ 458921 w 550424"/>
                <a:gd name="connsiteY5" fmla="*/ 183006 h 183006"/>
                <a:gd name="connsiteX6" fmla="*/ 456956 w 550424"/>
                <a:gd name="connsiteY6" fmla="*/ 182609 h 183006"/>
                <a:gd name="connsiteX7" fmla="*/ 456956 w 550424"/>
                <a:gd name="connsiteY7" fmla="*/ 183006 h 183006"/>
                <a:gd name="connsiteX8" fmla="*/ 0 w 550424"/>
                <a:gd name="connsiteY8" fmla="*/ 183006 h 183006"/>
                <a:gd name="connsiteX9" fmla="*/ 0 w 550424"/>
                <a:gd name="connsiteY9" fmla="*/ 0 h 183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0424" h="183006">
                  <a:moveTo>
                    <a:pt x="0" y="0"/>
                  </a:moveTo>
                  <a:lnTo>
                    <a:pt x="456956" y="0"/>
                  </a:lnTo>
                  <a:lnTo>
                    <a:pt x="456956" y="397"/>
                  </a:lnTo>
                  <a:lnTo>
                    <a:pt x="458921" y="0"/>
                  </a:lnTo>
                  <a:cubicBezTo>
                    <a:pt x="509457" y="0"/>
                    <a:pt x="550424" y="40967"/>
                    <a:pt x="550424" y="91503"/>
                  </a:cubicBezTo>
                  <a:cubicBezTo>
                    <a:pt x="550424" y="142039"/>
                    <a:pt x="509457" y="183006"/>
                    <a:pt x="458921" y="183006"/>
                  </a:cubicBezTo>
                  <a:lnTo>
                    <a:pt x="456956" y="182609"/>
                  </a:lnTo>
                  <a:lnTo>
                    <a:pt x="456956" y="183006"/>
                  </a:lnTo>
                  <a:lnTo>
                    <a:pt x="0" y="18300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sp>
        <p:nvSpPr>
          <p:cNvPr id="34" name="Content Placeholder 2">
            <a:extLst>
              <a:ext uri="{FF2B5EF4-FFF2-40B4-BE49-F238E27FC236}">
                <a16:creationId xmlns:a16="http://schemas.microsoft.com/office/drawing/2014/main" id="{A38DDCEC-B402-6B40-82F9-F72F5C447EC7}"/>
              </a:ext>
            </a:extLst>
          </p:cNvPr>
          <p:cNvSpPr>
            <a:spLocks noGrp="1"/>
          </p:cNvSpPr>
          <p:nvPr>
            <p:ph idx="10" hasCustomPrompt="1"/>
          </p:nvPr>
        </p:nvSpPr>
        <p:spPr>
          <a:xfrm>
            <a:off x="8349407" y="1952367"/>
            <a:ext cx="5558599" cy="5890781"/>
          </a:xfrm>
          <a:prstGeom prst="rect">
            <a:avLst/>
          </a:prstGeom>
        </p:spPr>
        <p:txBody>
          <a:bodyPr/>
          <a:lstStyle>
            <a:lvl1pPr marL="228647" indent="-228647">
              <a:lnSpc>
                <a:spcPct val="100000"/>
              </a:lnSpc>
              <a:spcBef>
                <a:spcPts val="2502"/>
              </a:spcBef>
              <a:buClr>
                <a:schemeClr val="accent1"/>
              </a:buClr>
              <a:buFont typeface="System Font Regular"/>
              <a:buChar char="+"/>
              <a:defRPr sz="2252">
                <a:solidFill>
                  <a:schemeClr val="tx1"/>
                </a:solidFill>
              </a:defRPr>
            </a:lvl1pPr>
            <a:lvl2pPr marL="457295" indent="-228647">
              <a:lnSpc>
                <a:spcPct val="100000"/>
              </a:lnSpc>
              <a:spcBef>
                <a:spcPts val="1003"/>
              </a:spcBef>
              <a:buClr>
                <a:schemeClr val="tx1"/>
              </a:buClr>
              <a:buFont typeface="Arial" panose="020B0604020202020204" pitchFamily="34" charset="0"/>
              <a:buChar char="•"/>
              <a:defRPr sz="2002">
                <a:solidFill>
                  <a:schemeClr val="tx1"/>
                </a:solidFill>
              </a:defRPr>
            </a:lvl2pPr>
            <a:lvl3pPr marL="685942" indent="-228647">
              <a:lnSpc>
                <a:spcPct val="100000"/>
              </a:lnSpc>
              <a:spcBef>
                <a:spcPts val="1003"/>
              </a:spcBef>
              <a:buClrTx/>
              <a:buFont typeface="Arial" panose="020B0604020202020204" pitchFamily="34" charset="0"/>
              <a:buChar char="›"/>
              <a:defRPr sz="2002">
                <a:solidFill>
                  <a:schemeClr val="tx1"/>
                </a:solidFill>
              </a:defRPr>
            </a:lvl3pPr>
            <a:lvl4pPr marL="914585" indent="-228647">
              <a:lnSpc>
                <a:spcPct val="100000"/>
              </a:lnSpc>
              <a:spcBef>
                <a:spcPts val="1003"/>
              </a:spcBef>
              <a:buClrTx/>
              <a:buFont typeface="Arial" panose="020B0604020202020204" pitchFamily="34" charset="0"/>
              <a:buChar char="»"/>
              <a:defRPr sz="2002">
                <a:solidFill>
                  <a:schemeClr val="tx1"/>
                </a:solidFill>
              </a:defRPr>
            </a:lvl4pPr>
            <a:lvl5pPr marL="1143237" indent="-228647">
              <a:lnSpc>
                <a:spcPct val="100000"/>
              </a:lnSpc>
              <a:spcBef>
                <a:spcPts val="1003"/>
              </a:spcBef>
              <a:buClrTx/>
              <a:buSzPct val="75000"/>
              <a:buFont typeface="Wingdings" panose="05000000000000000000" pitchFamily="2" charset="2"/>
              <a:buChar char="§"/>
              <a:defRPr sz="2002">
                <a:solidFill>
                  <a:schemeClr val="tx1"/>
                </a:solidFill>
              </a:defRPr>
            </a:lvl5pPr>
          </a:lstStyle>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a:p>
            <a:pPr lvl="0"/>
            <a:r>
              <a:rPr lang="en-US" dirty="0"/>
              <a:t>Arial 18pt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pic>
        <p:nvPicPr>
          <p:cNvPr id="35" name="Graphic 34">
            <a:extLst>
              <a:ext uri="{FF2B5EF4-FFF2-40B4-BE49-F238E27FC236}">
                <a16:creationId xmlns:a16="http://schemas.microsoft.com/office/drawing/2014/main" id="{9C8C25AB-04B1-1747-A689-D16DAAB4CD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122733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alf Photo Lef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07A7498E-6C5A-334A-934D-1310A399752F}"/>
              </a:ext>
            </a:extLst>
          </p:cNvPr>
          <p:cNvSpPr>
            <a:spLocks noGrp="1"/>
          </p:cNvSpPr>
          <p:nvPr>
            <p:ph type="pic" sz="quarter" idx="12"/>
          </p:nvPr>
        </p:nvSpPr>
        <p:spPr>
          <a:xfrm>
            <a:off x="0" y="0"/>
            <a:ext cx="7635242" cy="8572500"/>
          </a:xfrm>
          <a:prstGeom prst="rect">
            <a:avLst/>
          </a:prstGeom>
          <a:blipFill>
            <a:blip r:embed="rId2"/>
            <a:stretch>
              <a:fillRect l="1"/>
            </a:stretch>
          </a:blipFill>
          <a:effectLst/>
        </p:spPr>
        <p:txBody>
          <a:bodyPr anchor="ctr"/>
          <a:lstStyle>
            <a:lvl1pPr marL="0" marR="0" indent="0" algn="l" defTabSz="1143237" rtl="0" eaLnBrk="1" fontAlgn="auto" latinLnBrk="0" hangingPunct="1">
              <a:lnSpc>
                <a:spcPct val="90000"/>
              </a:lnSpc>
              <a:spcBef>
                <a:spcPts val="1249"/>
              </a:spcBef>
              <a:spcAft>
                <a:spcPts val="0"/>
              </a:spcAft>
              <a:buClrTx/>
              <a:buSzTx/>
              <a:buFont typeface="Arial" panose="020B0604020202020204" pitchFamily="34" charset="0"/>
              <a:buNone/>
              <a:tabLst/>
              <a:defRPr sz="7501" b="1">
                <a:solidFill>
                  <a:srgbClr val="DA291C"/>
                </a:solidFill>
              </a:defRPr>
            </a:lvl1pPr>
          </a:lstStyle>
          <a:p>
            <a:r>
              <a:rPr lang="en-US"/>
              <a:t>Click icon to add picture</a:t>
            </a:r>
            <a:endParaRPr lang="en-US" dirty="0"/>
          </a:p>
        </p:txBody>
      </p:sp>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8129621" y="2599164"/>
            <a:ext cx="6524453" cy="5251443"/>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
        <p:nvSpPr>
          <p:cNvPr id="14" name="Title 1"/>
          <p:cNvSpPr>
            <a:spLocks noGrp="1"/>
          </p:cNvSpPr>
          <p:nvPr>
            <p:ph type="title" hasCustomPrompt="1"/>
          </p:nvPr>
        </p:nvSpPr>
        <p:spPr>
          <a:xfrm>
            <a:off x="8107145" y="1349493"/>
            <a:ext cx="6546929" cy="960329"/>
          </a:xfrm>
          <a:prstGeom prst="rect">
            <a:avLst/>
          </a:prstGeom>
        </p:spPr>
        <p:txBody>
          <a:bodyPr anchor="b" anchorCtr="0"/>
          <a:lstStyle>
            <a:lvl1pPr>
              <a:defRPr sz="2502" b="1">
                <a:solidFill>
                  <a:schemeClr val="tx1"/>
                </a:solidFill>
              </a:defRPr>
            </a:lvl1pPr>
          </a:lstStyle>
          <a:p>
            <a:r>
              <a:rPr lang="en-US" dirty="0"/>
              <a:t>Headlines are 20pt Arial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8107137" y="7984824"/>
            <a:ext cx="3980588"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959CA0"/>
                </a:solidFill>
              </a:rPr>
              <a:t>‹#›</a:t>
            </a:fld>
            <a:endParaRPr lang="en-US" sz="1003" b="0" dirty="0">
              <a:solidFill>
                <a:srgbClr val="959CA0"/>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2" y="8712200"/>
            <a:ext cx="10021185" cy="378638"/>
          </a:xfrm>
          <a:prstGeom prst="rect">
            <a:avLst/>
          </a:prstGeom>
          <a:solidFill>
            <a:srgbClr val="DA291C"/>
          </a:solidFill>
        </p:spPr>
        <p:txBody>
          <a:bodyPr anchor="ctr">
            <a:noAutofit/>
          </a:bodyPr>
          <a:lstStyle>
            <a:lvl1pPr marL="0" indent="0" algn="ctr">
              <a:lnSpc>
                <a:spcPct val="100000"/>
              </a:lnSpc>
              <a:spcBef>
                <a:spcPts val="0"/>
              </a:spcBef>
              <a:buNone/>
              <a:defRPr sz="1748" b="0" i="0">
                <a:solidFill>
                  <a:schemeClr val="bg1"/>
                </a:solidFill>
              </a:defRPr>
            </a:lvl1pPr>
          </a:lstStyle>
          <a:p>
            <a:pPr lvl="0"/>
            <a:r>
              <a:rPr lang="en-US" dirty="0"/>
              <a:t>NOTE: All photos used in this layout must be cropped to 6.68” wide X 7.5” tall at 150dpi resolution</a:t>
            </a:r>
          </a:p>
        </p:txBody>
      </p:sp>
      <p:pic>
        <p:nvPicPr>
          <p:cNvPr id="12" name="Graphic 11">
            <a:extLst>
              <a:ext uri="{FF2B5EF4-FFF2-40B4-BE49-F238E27FC236}">
                <a16:creationId xmlns:a16="http://schemas.microsoft.com/office/drawing/2014/main" id="{BB9E4976-132F-F449-8124-B504F37C98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970377" y="8169993"/>
            <a:ext cx="1428753" cy="269876"/>
          </a:xfrm>
          <a:prstGeom prst="rect">
            <a:avLst/>
          </a:prstGeom>
        </p:spPr>
      </p:pic>
    </p:spTree>
    <p:extLst>
      <p:ext uri="{BB962C8B-B14F-4D97-AF65-F5344CB8AC3E}">
        <p14:creationId xmlns:p14="http://schemas.microsoft.com/office/powerpoint/2010/main" val="191738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Half Photo Right - IQVIA">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08ABCCBF-3981-0241-8287-3903E6249049}"/>
              </a:ext>
            </a:extLst>
          </p:cNvPr>
          <p:cNvSpPr>
            <a:spLocks noGrp="1"/>
          </p:cNvSpPr>
          <p:nvPr>
            <p:ph type="pic" sz="quarter" idx="12"/>
          </p:nvPr>
        </p:nvSpPr>
        <p:spPr>
          <a:xfrm>
            <a:off x="7604758" y="0"/>
            <a:ext cx="7635242" cy="8572500"/>
          </a:xfrm>
          <a:prstGeom prst="rect">
            <a:avLst/>
          </a:prstGeom>
          <a:blipFill>
            <a:blip r:embed="rId2"/>
            <a:stretch>
              <a:fillRect l="1"/>
            </a:stretch>
          </a:blipFill>
          <a:effectLst/>
        </p:spPr>
        <p:txBody>
          <a:bodyPr anchor="ctr"/>
          <a:lstStyle>
            <a:lvl1pPr marL="0" marR="0" indent="0" algn="l" defTabSz="1143237" rtl="0" eaLnBrk="1" fontAlgn="auto" latinLnBrk="0" hangingPunct="1">
              <a:lnSpc>
                <a:spcPct val="90000"/>
              </a:lnSpc>
              <a:spcBef>
                <a:spcPts val="1249"/>
              </a:spcBef>
              <a:spcAft>
                <a:spcPts val="0"/>
              </a:spcAft>
              <a:buClrTx/>
              <a:buSzTx/>
              <a:buFont typeface="Arial" panose="020B0604020202020204" pitchFamily="34" charset="0"/>
              <a:buNone/>
              <a:tabLst/>
              <a:defRPr sz="7501" b="1">
                <a:solidFill>
                  <a:srgbClr val="DA291C"/>
                </a:solidFill>
              </a:defRPr>
            </a:lvl1pPr>
          </a:lstStyle>
          <a:p>
            <a:r>
              <a:rPr lang="en-US"/>
              <a:t>Click icon to add picture</a:t>
            </a:r>
            <a:endParaRPr lang="en-US" dirty="0"/>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4654076" y="8180935"/>
            <a:ext cx="441359"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chemeClr val="bg1"/>
                </a:solidFill>
              </a:rPr>
              <a:t>‹#›</a:t>
            </a:fld>
            <a:endParaRPr lang="en-US" sz="1003" b="0" dirty="0">
              <a:solidFill>
                <a:schemeClr val="bg1"/>
              </a:solidFill>
            </a:endParaRPr>
          </a:p>
        </p:txBody>
      </p:sp>
      <p:sp>
        <p:nvSpPr>
          <p:cNvPr id="11" name="Text Placeholder 21">
            <a:extLst>
              <a:ext uri="{FF2B5EF4-FFF2-40B4-BE49-F238E27FC236}">
                <a16:creationId xmlns:a16="http://schemas.microsoft.com/office/drawing/2014/main" id="{0A3F7CAF-2DCF-AE44-8B02-C3A9F59943CD}"/>
              </a:ext>
            </a:extLst>
          </p:cNvPr>
          <p:cNvSpPr>
            <a:spLocks noGrp="1"/>
          </p:cNvSpPr>
          <p:nvPr>
            <p:ph type="body" sz="quarter" idx="11" hasCustomPrompt="1"/>
          </p:nvPr>
        </p:nvSpPr>
        <p:spPr>
          <a:xfrm>
            <a:off x="2" y="8712200"/>
            <a:ext cx="10021185" cy="378638"/>
          </a:xfrm>
          <a:prstGeom prst="rect">
            <a:avLst/>
          </a:prstGeom>
          <a:solidFill>
            <a:srgbClr val="DA291C"/>
          </a:solidFill>
        </p:spPr>
        <p:txBody>
          <a:bodyPr anchor="ctr">
            <a:noAutofit/>
          </a:bodyPr>
          <a:lstStyle>
            <a:lvl1pPr marL="0" indent="0" algn="ctr">
              <a:lnSpc>
                <a:spcPct val="100000"/>
              </a:lnSpc>
              <a:spcBef>
                <a:spcPts val="0"/>
              </a:spcBef>
              <a:buNone/>
              <a:defRPr sz="1748" b="0" i="0">
                <a:solidFill>
                  <a:schemeClr val="bg1"/>
                </a:solidFill>
              </a:defRPr>
            </a:lvl1pPr>
          </a:lstStyle>
          <a:p>
            <a:pPr lvl="0"/>
            <a:r>
              <a:rPr lang="en-US" dirty="0"/>
              <a:t>NOTE: All photos used in this layout must be cropped to 6.68” wide X 7.5” tall at 150dpi resolution</a:t>
            </a:r>
          </a:p>
        </p:txBody>
      </p:sp>
      <p:sp>
        <p:nvSpPr>
          <p:cNvPr id="13" name="Title 1">
            <a:extLst>
              <a:ext uri="{FF2B5EF4-FFF2-40B4-BE49-F238E27FC236}">
                <a16:creationId xmlns:a16="http://schemas.microsoft.com/office/drawing/2014/main" id="{DB8F1DF2-27A3-8249-8796-6A002E0D8CF0}"/>
              </a:ext>
            </a:extLst>
          </p:cNvPr>
          <p:cNvSpPr>
            <a:spLocks noGrp="1"/>
          </p:cNvSpPr>
          <p:nvPr>
            <p:ph type="title" hasCustomPrompt="1"/>
          </p:nvPr>
        </p:nvSpPr>
        <p:spPr>
          <a:xfrm>
            <a:off x="480872" y="1349493"/>
            <a:ext cx="6546929" cy="960329"/>
          </a:xfrm>
          <a:prstGeom prst="rect">
            <a:avLst/>
          </a:prstGeom>
        </p:spPr>
        <p:txBody>
          <a:bodyPr anchor="b" anchorCtr="0"/>
          <a:lstStyle>
            <a:lvl1pPr>
              <a:defRPr sz="2502" b="1">
                <a:solidFill>
                  <a:schemeClr val="tx1"/>
                </a:solidFill>
              </a:defRPr>
            </a:lvl1pPr>
          </a:lstStyle>
          <a:p>
            <a:r>
              <a:rPr lang="en-US" dirty="0"/>
              <a:t>Headlines are 20pt Arial Bold sentence case</a:t>
            </a:r>
          </a:p>
        </p:txBody>
      </p:sp>
      <p:sp>
        <p:nvSpPr>
          <p:cNvPr id="15" name="Footer Placeholder 4">
            <a:extLst>
              <a:ext uri="{FF2B5EF4-FFF2-40B4-BE49-F238E27FC236}">
                <a16:creationId xmlns:a16="http://schemas.microsoft.com/office/drawing/2014/main" id="{9DD56D8B-7A45-7247-92A2-DECA0DA4B2B6}"/>
              </a:ext>
            </a:extLst>
          </p:cNvPr>
          <p:cNvSpPr>
            <a:spLocks noGrp="1"/>
          </p:cNvSpPr>
          <p:nvPr>
            <p:ph type="ftr" sz="quarter" idx="3"/>
          </p:nvPr>
        </p:nvSpPr>
        <p:spPr bwMode="gray">
          <a:xfrm>
            <a:off x="480872" y="7984824"/>
            <a:ext cx="6546929"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8" name="Content Placeholder 2">
            <a:extLst>
              <a:ext uri="{FF2B5EF4-FFF2-40B4-BE49-F238E27FC236}">
                <a16:creationId xmlns:a16="http://schemas.microsoft.com/office/drawing/2014/main" id="{04B5D617-8638-9248-B078-99CA6D58FCAF}"/>
              </a:ext>
            </a:extLst>
          </p:cNvPr>
          <p:cNvSpPr>
            <a:spLocks noGrp="1"/>
          </p:cNvSpPr>
          <p:nvPr>
            <p:ph idx="19" hasCustomPrompt="1"/>
          </p:nvPr>
        </p:nvSpPr>
        <p:spPr>
          <a:xfrm>
            <a:off x="503348" y="2599164"/>
            <a:ext cx="6524453" cy="5251443"/>
          </a:xfrm>
          <a:prstGeom prst="rect">
            <a:avLst/>
          </a:prstGeom>
        </p:spPr>
        <p:txBody>
          <a:bodyPr/>
          <a:lstStyle>
            <a:lvl1pPr marL="228647" indent="-228647">
              <a:lnSpc>
                <a:spcPct val="100000"/>
              </a:lnSpc>
              <a:spcBef>
                <a:spcPts val="1249"/>
              </a:spcBef>
              <a:defRPr sz="2002">
                <a:solidFill>
                  <a:schemeClr val="tx1"/>
                </a:solidFill>
              </a:defRPr>
            </a:lvl1pPr>
            <a:lvl2pPr marL="457295" indent="-228647">
              <a:lnSpc>
                <a:spcPct val="100000"/>
              </a:lnSpc>
              <a:spcBef>
                <a:spcPts val="1003"/>
              </a:spcBef>
              <a:buFont typeface="Arial" panose="020B0604020202020204" pitchFamily="34" charset="0"/>
              <a:buChar char="-"/>
              <a:defRPr sz="2002">
                <a:solidFill>
                  <a:schemeClr val="tx1"/>
                </a:solidFill>
              </a:defRPr>
            </a:lvl2pPr>
            <a:lvl3pPr marL="685942" indent="-228647">
              <a:lnSpc>
                <a:spcPct val="100000"/>
              </a:lnSpc>
              <a:spcBef>
                <a:spcPts val="1003"/>
              </a:spcBef>
              <a:buFont typeface="Arial" panose="020B0604020202020204" pitchFamily="34" charset="0"/>
              <a:buChar char="›"/>
              <a:defRPr sz="2002">
                <a:solidFill>
                  <a:schemeClr val="tx1"/>
                </a:solidFill>
              </a:defRPr>
            </a:lvl3pPr>
            <a:lvl4pPr marL="914585" indent="-228647">
              <a:lnSpc>
                <a:spcPct val="100000"/>
              </a:lnSpc>
              <a:spcBef>
                <a:spcPts val="1003"/>
              </a:spcBef>
              <a:buFont typeface="Arial" panose="020B0604020202020204" pitchFamily="34" charset="0"/>
              <a:buChar char="»"/>
              <a:defRPr sz="2002">
                <a:solidFill>
                  <a:schemeClr val="tx1"/>
                </a:solidFill>
              </a:defRPr>
            </a:lvl4pPr>
            <a:lvl5pPr marL="1143237" indent="-228647">
              <a:lnSpc>
                <a:spcPct val="100000"/>
              </a:lnSpc>
              <a:spcBef>
                <a:spcPts val="1003"/>
              </a:spcBef>
              <a:buSzPct val="75000"/>
              <a:buFont typeface="Wingdings" panose="05000000000000000000" pitchFamily="2" charset="2"/>
              <a:buChar char="§"/>
              <a:defRPr sz="2002">
                <a:solidFill>
                  <a:schemeClr val="tx1"/>
                </a:solidFill>
              </a:defRPr>
            </a:lvl5pPr>
          </a:lstStyle>
          <a:p>
            <a:pPr lvl="0"/>
            <a:r>
              <a:rPr lang="en-US" dirty="0"/>
              <a:t>Arial 16pt bullet level 1</a:t>
            </a:r>
          </a:p>
          <a:p>
            <a:pPr lvl="1"/>
            <a:r>
              <a:rPr lang="en-US" dirty="0"/>
              <a:t>Arial 16pt bullet level 2</a:t>
            </a:r>
          </a:p>
          <a:p>
            <a:pPr lvl="2"/>
            <a:r>
              <a:rPr lang="en-US" dirty="0"/>
              <a:t>Arial 16pt bullet level 3</a:t>
            </a:r>
          </a:p>
          <a:p>
            <a:pPr lvl="3"/>
            <a:r>
              <a:rPr lang="en-US" dirty="0"/>
              <a:t>Arial 16pt bullet level 4</a:t>
            </a:r>
          </a:p>
          <a:p>
            <a:pPr lvl="4"/>
            <a:r>
              <a:rPr lang="en-US" dirty="0"/>
              <a:t>Arial 16pt bullet level 5</a:t>
            </a:r>
          </a:p>
        </p:txBody>
      </p:sp>
    </p:spTree>
    <p:extLst>
      <p:ext uri="{BB962C8B-B14F-4D97-AF65-F5344CB8AC3E}">
        <p14:creationId xmlns:p14="http://schemas.microsoft.com/office/powerpoint/2010/main" val="2196808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Photo Left - IQVIA">
    <p:bg>
      <p:bgPr>
        <a:solidFill>
          <a:schemeClr val="bg1"/>
        </a:solidFill>
        <a:effectLst/>
      </p:bgPr>
    </p:bg>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1EBA7B86-AF66-5642-80C5-A8A4D9FEB9C2}"/>
              </a:ext>
            </a:extLst>
          </p:cNvPr>
          <p:cNvSpPr>
            <a:spLocks noGrp="1"/>
          </p:cNvSpPr>
          <p:nvPr>
            <p:ph type="pic" sz="quarter" idx="13"/>
          </p:nvPr>
        </p:nvSpPr>
        <p:spPr>
          <a:xfrm>
            <a:off x="0" y="0"/>
            <a:ext cx="15240000" cy="8572500"/>
          </a:xfrm>
          <a:prstGeom prst="rect">
            <a:avLst/>
          </a:prstGeom>
          <a:blipFill dpi="0" rotWithShape="1">
            <a:blip r:embed="rId2"/>
            <a:srcRect/>
            <a:stretch>
              <a:fillRect/>
            </a:stretch>
          </a:blipFill>
          <a:effectLst/>
        </p:spPr>
        <p:txBody>
          <a:bodyPr anchor="ctr"/>
          <a:lstStyle>
            <a:lvl1pPr marL="0" marR="0" indent="0" algn="l" defTabSz="1143237" rtl="0" eaLnBrk="1" fontAlgn="auto" latinLnBrk="0" hangingPunct="1">
              <a:lnSpc>
                <a:spcPct val="90000"/>
              </a:lnSpc>
              <a:spcBef>
                <a:spcPts val="1249"/>
              </a:spcBef>
              <a:spcAft>
                <a:spcPts val="0"/>
              </a:spcAft>
              <a:buClrTx/>
              <a:buSzTx/>
              <a:buFont typeface="Arial" panose="020B0604020202020204" pitchFamily="34" charset="0"/>
              <a:buNone/>
              <a:tabLst/>
              <a:defRPr sz="7501" b="1">
                <a:solidFill>
                  <a:srgbClr val="DA291C"/>
                </a:solidFill>
              </a:defRPr>
            </a:lvl1pPr>
          </a:lstStyle>
          <a:p>
            <a:r>
              <a:rPr lang="en-US"/>
              <a:t>Click icon to add picture</a:t>
            </a:r>
            <a:endParaRPr lang="en-US" dirty="0"/>
          </a:p>
        </p:txBody>
      </p:sp>
      <p:sp>
        <p:nvSpPr>
          <p:cNvPr id="10" name="Title 1">
            <a:extLst>
              <a:ext uri="{FF2B5EF4-FFF2-40B4-BE49-F238E27FC236}">
                <a16:creationId xmlns:a16="http://schemas.microsoft.com/office/drawing/2014/main" id="{43B40F6B-0093-4E4E-93B6-688B272C1086}"/>
              </a:ext>
            </a:extLst>
          </p:cNvPr>
          <p:cNvSpPr>
            <a:spLocks noGrp="1"/>
          </p:cNvSpPr>
          <p:nvPr>
            <p:ph type="title" hasCustomPrompt="1"/>
          </p:nvPr>
        </p:nvSpPr>
        <p:spPr bwMode="white">
          <a:xfrm>
            <a:off x="1305138" y="1"/>
            <a:ext cx="5143501" cy="3714750"/>
          </a:xfrm>
          <a:prstGeom prst="rect">
            <a:avLst/>
          </a:prstGeom>
          <a:solidFill>
            <a:srgbClr val="F4F4F4"/>
          </a:solidFill>
          <a:ln>
            <a:noFill/>
          </a:ln>
        </p:spPr>
        <p:txBody>
          <a:bodyPr lIns="274320" anchor="ctr" anchorCtr="0"/>
          <a:lstStyle>
            <a:lvl1pPr>
              <a:lnSpc>
                <a:spcPct val="100000"/>
              </a:lnSpc>
              <a:defRPr sz="4504" b="1">
                <a:solidFill>
                  <a:schemeClr val="accent1"/>
                </a:solidFill>
              </a:defRPr>
            </a:lvl1pPr>
          </a:lstStyle>
          <a:p>
            <a:r>
              <a:rPr lang="en-US" dirty="0"/>
              <a:t>Photo dividers with text on left 36pt Arial Bold sentence case</a:t>
            </a:r>
          </a:p>
        </p:txBody>
      </p:sp>
      <p:sp>
        <p:nvSpPr>
          <p:cNvPr id="5" name="Slide Number Placeholder 5">
            <a:extLst>
              <a:ext uri="{FF2B5EF4-FFF2-40B4-BE49-F238E27FC236}">
                <a16:creationId xmlns:a16="http://schemas.microsoft.com/office/drawing/2014/main" id="{7D62E9D9-E5C1-F84F-9915-F25709579CD2}"/>
              </a:ext>
            </a:extLst>
          </p:cNvPr>
          <p:cNvSpPr txBox="1">
            <a:spLocks/>
          </p:cNvSpPr>
          <p:nvPr/>
        </p:nvSpPr>
        <p:spPr bwMode="white">
          <a:xfrm>
            <a:off x="14635568" y="8185182"/>
            <a:ext cx="459860"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chemeClr val="bg1"/>
                </a:solidFill>
              </a:rPr>
              <a:t>‹#›</a:t>
            </a:fld>
            <a:endParaRPr lang="en-US" sz="1003" b="0" dirty="0">
              <a:solidFill>
                <a:schemeClr val="bg1"/>
              </a:solidFill>
            </a:endParaRPr>
          </a:p>
        </p:txBody>
      </p:sp>
      <p:sp>
        <p:nvSpPr>
          <p:cNvPr id="6" name="Text Placeholder 21">
            <a:extLst>
              <a:ext uri="{FF2B5EF4-FFF2-40B4-BE49-F238E27FC236}">
                <a16:creationId xmlns:a16="http://schemas.microsoft.com/office/drawing/2014/main" id="{72E2FA7F-1AB5-4252-BF66-00A17FC6F030}"/>
              </a:ext>
            </a:extLst>
          </p:cNvPr>
          <p:cNvSpPr>
            <a:spLocks noGrp="1"/>
          </p:cNvSpPr>
          <p:nvPr>
            <p:ph type="body" sz="quarter" idx="11" hasCustomPrompt="1"/>
          </p:nvPr>
        </p:nvSpPr>
        <p:spPr>
          <a:xfrm>
            <a:off x="2" y="8712200"/>
            <a:ext cx="10021185" cy="378638"/>
          </a:xfrm>
          <a:prstGeom prst="rect">
            <a:avLst/>
          </a:prstGeom>
          <a:solidFill>
            <a:srgbClr val="DA291C"/>
          </a:solidFill>
        </p:spPr>
        <p:txBody>
          <a:bodyPr anchor="ctr">
            <a:noAutofit/>
          </a:bodyPr>
          <a:lstStyle>
            <a:lvl1pPr marL="0" indent="0" algn="ctr">
              <a:lnSpc>
                <a:spcPct val="100000"/>
              </a:lnSpc>
              <a:spcBef>
                <a:spcPts val="0"/>
              </a:spcBef>
              <a:buNone/>
              <a:defRPr sz="1748" b="0" i="0">
                <a:solidFill>
                  <a:schemeClr val="bg1"/>
                </a:solidFill>
              </a:defRPr>
            </a:lvl1pPr>
          </a:lstStyle>
          <a:p>
            <a:pPr lvl="0"/>
            <a:r>
              <a:rPr lang="en-US" dirty="0"/>
              <a:t>NOTE: All photos used in this layout must be cropped to 13.33” wide X 7.5” tall at 150dpi resolution</a:t>
            </a:r>
          </a:p>
        </p:txBody>
      </p:sp>
    </p:spTree>
    <p:extLst>
      <p:ext uri="{BB962C8B-B14F-4D97-AF65-F5344CB8AC3E}">
        <p14:creationId xmlns:p14="http://schemas.microsoft.com/office/powerpoint/2010/main" val="164803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Photo Right - IQVIA">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D8C96C06-AFDA-BB43-A8AD-9713C5A7978C}"/>
              </a:ext>
            </a:extLst>
          </p:cNvPr>
          <p:cNvSpPr>
            <a:spLocks noGrp="1" noChangeAspect="1"/>
          </p:cNvSpPr>
          <p:nvPr>
            <p:ph type="pic" sz="quarter" idx="13"/>
          </p:nvPr>
        </p:nvSpPr>
        <p:spPr>
          <a:xfrm>
            <a:off x="0" y="0"/>
            <a:ext cx="15240000" cy="8572500"/>
          </a:xfrm>
          <a:prstGeom prst="rect">
            <a:avLst/>
          </a:prstGeom>
          <a:blipFill dpi="0" rotWithShape="1">
            <a:blip r:embed="rId2"/>
            <a:srcRect/>
            <a:stretch>
              <a:fillRect/>
            </a:stretch>
          </a:blipFill>
          <a:effectLst/>
        </p:spPr>
        <p:txBody>
          <a:bodyPr anchor="ctr"/>
          <a:lstStyle>
            <a:lvl1pPr marL="0" marR="0" indent="0" algn="l" defTabSz="1143237" rtl="0" eaLnBrk="1" fontAlgn="auto" latinLnBrk="0" hangingPunct="1">
              <a:lnSpc>
                <a:spcPct val="90000"/>
              </a:lnSpc>
              <a:spcBef>
                <a:spcPts val="1249"/>
              </a:spcBef>
              <a:spcAft>
                <a:spcPts val="0"/>
              </a:spcAft>
              <a:buClrTx/>
              <a:buSzTx/>
              <a:buFont typeface="Arial" panose="020B0604020202020204" pitchFamily="34" charset="0"/>
              <a:buNone/>
              <a:tabLst/>
              <a:defRPr sz="7501" b="1">
                <a:solidFill>
                  <a:srgbClr val="DA291C"/>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9EE2810-5A25-4006-AC1A-C7724FC47010}"/>
              </a:ext>
            </a:extLst>
          </p:cNvPr>
          <p:cNvSpPr txBox="1">
            <a:spLocks/>
          </p:cNvSpPr>
          <p:nvPr/>
        </p:nvSpPr>
        <p:spPr bwMode="white">
          <a:xfrm>
            <a:off x="14635568" y="8185182"/>
            <a:ext cx="459860"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chemeClr val="bg1"/>
                </a:solidFill>
              </a:rPr>
              <a:t>‹#›</a:t>
            </a:fld>
            <a:endParaRPr lang="en-US" sz="1003" b="0" dirty="0">
              <a:solidFill>
                <a:schemeClr val="bg1"/>
              </a:solidFill>
            </a:endParaRPr>
          </a:p>
        </p:txBody>
      </p:sp>
      <p:sp>
        <p:nvSpPr>
          <p:cNvPr id="9" name="Title 1">
            <a:extLst>
              <a:ext uri="{FF2B5EF4-FFF2-40B4-BE49-F238E27FC236}">
                <a16:creationId xmlns:a16="http://schemas.microsoft.com/office/drawing/2014/main" id="{0E374672-D2D3-4DCE-8649-950F3EAEDBB8}"/>
              </a:ext>
            </a:extLst>
          </p:cNvPr>
          <p:cNvSpPr>
            <a:spLocks noGrp="1"/>
          </p:cNvSpPr>
          <p:nvPr>
            <p:ph type="title" hasCustomPrompt="1"/>
          </p:nvPr>
        </p:nvSpPr>
        <p:spPr bwMode="white">
          <a:xfrm>
            <a:off x="8791365" y="1"/>
            <a:ext cx="5143501" cy="3714750"/>
          </a:xfrm>
          <a:prstGeom prst="rect">
            <a:avLst/>
          </a:prstGeom>
          <a:solidFill>
            <a:srgbClr val="F4F4F4"/>
          </a:solidFill>
        </p:spPr>
        <p:txBody>
          <a:bodyPr lIns="274320" anchor="ctr" anchorCtr="0"/>
          <a:lstStyle>
            <a:lvl1pPr>
              <a:lnSpc>
                <a:spcPct val="100000"/>
              </a:lnSpc>
              <a:defRPr sz="4504" b="1">
                <a:solidFill>
                  <a:schemeClr val="accent1"/>
                </a:solidFill>
              </a:defRPr>
            </a:lvl1pPr>
          </a:lstStyle>
          <a:p>
            <a:r>
              <a:rPr lang="en-US" dirty="0"/>
              <a:t>Photo dividers with text on right 36pt Arial Bold sentence case</a:t>
            </a:r>
          </a:p>
        </p:txBody>
      </p:sp>
      <p:sp>
        <p:nvSpPr>
          <p:cNvPr id="7" name="Text Placeholder 21">
            <a:extLst>
              <a:ext uri="{FF2B5EF4-FFF2-40B4-BE49-F238E27FC236}">
                <a16:creationId xmlns:a16="http://schemas.microsoft.com/office/drawing/2014/main" id="{24BBE5E7-5805-45C0-A8D8-6F96062DEC21}"/>
              </a:ext>
            </a:extLst>
          </p:cNvPr>
          <p:cNvSpPr>
            <a:spLocks noGrp="1"/>
          </p:cNvSpPr>
          <p:nvPr>
            <p:ph type="body" sz="quarter" idx="11" hasCustomPrompt="1"/>
          </p:nvPr>
        </p:nvSpPr>
        <p:spPr>
          <a:xfrm>
            <a:off x="2" y="8712200"/>
            <a:ext cx="10021185" cy="378638"/>
          </a:xfrm>
          <a:prstGeom prst="rect">
            <a:avLst/>
          </a:prstGeom>
          <a:solidFill>
            <a:srgbClr val="DA291C"/>
          </a:solidFill>
        </p:spPr>
        <p:txBody>
          <a:bodyPr anchor="ctr">
            <a:noAutofit/>
          </a:bodyPr>
          <a:lstStyle>
            <a:lvl1pPr marL="0" indent="0" algn="ctr">
              <a:lnSpc>
                <a:spcPct val="100000"/>
              </a:lnSpc>
              <a:spcBef>
                <a:spcPts val="0"/>
              </a:spcBef>
              <a:buNone/>
              <a:defRPr sz="1748" b="0" i="0">
                <a:solidFill>
                  <a:schemeClr val="bg1"/>
                </a:solidFill>
              </a:defRPr>
            </a:lvl1pPr>
          </a:lstStyle>
          <a:p>
            <a:pPr lvl="0"/>
            <a:r>
              <a:rPr lang="en-US" dirty="0"/>
              <a:t>NOTE: All photos used in this layout must be cropped to 13.33” wide X 7.5” tall at 150dpi resolution</a:t>
            </a:r>
          </a:p>
        </p:txBody>
      </p:sp>
    </p:spTree>
    <p:extLst>
      <p:ext uri="{BB962C8B-B14F-4D97-AF65-F5344CB8AC3E}">
        <p14:creationId xmlns:p14="http://schemas.microsoft.com/office/powerpoint/2010/main" val="2088556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296072" y="2244419"/>
            <a:ext cx="6986057" cy="5427419"/>
          </a:xfrm>
          <a:prstGeom prst="rect">
            <a:avLst/>
          </a:prstGeom>
        </p:spPr>
        <p:txBody>
          <a:bodyPr anchor="ctr" anchorCtr="0"/>
          <a:lstStyle>
            <a:lvl1pPr>
              <a:lnSpc>
                <a:spcPct val="100000"/>
              </a:lnSpc>
              <a:defRPr sz="4504" b="1">
                <a:solidFill>
                  <a:schemeClr val="bg1"/>
                </a:solidFill>
              </a:defRPr>
            </a:lvl1pPr>
          </a:lstStyle>
          <a:p>
            <a:r>
              <a:rPr lang="en-US" dirty="0"/>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4635568" y="8185182"/>
            <a:ext cx="459860"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chemeClr val="bg1"/>
                </a:solidFill>
              </a:rPr>
              <a:t>‹#›</a:t>
            </a:fld>
            <a:endParaRPr lang="en-US" sz="1003" b="0" dirty="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8795308" y="3440023"/>
            <a:ext cx="6444694" cy="462915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pic>
        <p:nvPicPr>
          <p:cNvPr id="12" name="Graphic 11">
            <a:extLst>
              <a:ext uri="{FF2B5EF4-FFF2-40B4-BE49-F238E27FC236}">
                <a16:creationId xmlns:a16="http://schemas.microsoft.com/office/drawing/2014/main" id="{B9A207CB-7D3D-2245-B4EB-AB96C5D60E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Tree>
    <p:extLst>
      <p:ext uri="{BB962C8B-B14F-4D97-AF65-F5344CB8AC3E}">
        <p14:creationId xmlns:p14="http://schemas.microsoft.com/office/powerpoint/2010/main" val="19453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 Light Grey - IQVIA">
    <p:bg>
      <p:bgPr>
        <a:solidFill>
          <a:srgbClr val="F4F4F4"/>
        </a:solidFill>
        <a:effectLst/>
      </p:bgPr>
    </p:bg>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C0F63227-657D-4706-8FAB-F4C17696833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
        <p:nvSpPr>
          <p:cNvPr id="60" name="Title 1">
            <a:extLst>
              <a:ext uri="{FF2B5EF4-FFF2-40B4-BE49-F238E27FC236}">
                <a16:creationId xmlns:a16="http://schemas.microsoft.com/office/drawing/2014/main" id="{B8567F05-315D-614C-B916-932362171A20}"/>
              </a:ext>
            </a:extLst>
          </p:cNvPr>
          <p:cNvSpPr>
            <a:spLocks noGrp="1"/>
          </p:cNvSpPr>
          <p:nvPr>
            <p:ph type="title" hasCustomPrompt="1"/>
          </p:nvPr>
        </p:nvSpPr>
        <p:spPr bwMode="white">
          <a:xfrm>
            <a:off x="1296072" y="2244419"/>
            <a:ext cx="6986057" cy="5427419"/>
          </a:xfrm>
          <a:prstGeom prst="rect">
            <a:avLst/>
          </a:prstGeom>
        </p:spPr>
        <p:txBody>
          <a:bodyPr anchor="ctr" anchorCtr="0"/>
          <a:lstStyle>
            <a:lvl1pPr>
              <a:lnSpc>
                <a:spcPct val="100000"/>
              </a:lnSpc>
              <a:defRPr sz="4504" b="1">
                <a:solidFill>
                  <a:schemeClr val="accent2"/>
                </a:solidFill>
              </a:defRPr>
            </a:lvl1pPr>
          </a:lstStyle>
          <a:p>
            <a:r>
              <a:rPr lang="en-US" dirty="0"/>
              <a:t>Dividers are 36pt Arial Bold sentence case</a:t>
            </a:r>
          </a:p>
        </p:txBody>
      </p:sp>
      <p:sp>
        <p:nvSpPr>
          <p:cNvPr id="11" name="Slide Number Placeholder 5">
            <a:extLst>
              <a:ext uri="{FF2B5EF4-FFF2-40B4-BE49-F238E27FC236}">
                <a16:creationId xmlns:a16="http://schemas.microsoft.com/office/drawing/2014/main" id="{C58BFCDA-FC31-2A4E-97D4-B728D66FDDB6}"/>
              </a:ext>
            </a:extLst>
          </p:cNvPr>
          <p:cNvSpPr txBox="1">
            <a:spLocks/>
          </p:cNvSpPr>
          <p:nvPr/>
        </p:nvSpPr>
        <p:spPr bwMode="white">
          <a:xfrm>
            <a:off x="14635568" y="8185182"/>
            <a:ext cx="459860"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chemeClr val="bg1"/>
                </a:solidFill>
              </a:rPr>
              <a:t>‹#›</a:t>
            </a:fld>
            <a:endParaRPr lang="en-US" sz="1003" b="0" dirty="0">
              <a:solidFill>
                <a:schemeClr val="bg1"/>
              </a:solidFill>
            </a:endParaRPr>
          </a:p>
        </p:txBody>
      </p:sp>
      <p:grpSp>
        <p:nvGrpSpPr>
          <p:cNvPr id="57" name="Group 56">
            <a:extLst>
              <a:ext uri="{FF2B5EF4-FFF2-40B4-BE49-F238E27FC236}">
                <a16:creationId xmlns:a16="http://schemas.microsoft.com/office/drawing/2014/main" id="{4BAD41B1-1630-BD43-A04E-438392C529EA}"/>
              </a:ext>
            </a:extLst>
          </p:cNvPr>
          <p:cNvGrpSpPr/>
          <p:nvPr/>
        </p:nvGrpSpPr>
        <p:grpSpPr>
          <a:xfrm>
            <a:off x="8795308" y="3440023"/>
            <a:ext cx="6444694" cy="4629150"/>
            <a:chOff x="7036244" y="2752016"/>
            <a:chExt cx="5155756" cy="3703320"/>
          </a:xfrm>
          <a:solidFill>
            <a:schemeClr val="accent1"/>
          </a:solidFill>
        </p:grpSpPr>
        <p:sp>
          <p:nvSpPr>
            <p:cNvPr id="58" name="Freeform 57">
              <a:extLst>
                <a:ext uri="{FF2B5EF4-FFF2-40B4-BE49-F238E27FC236}">
                  <a16:creationId xmlns:a16="http://schemas.microsoft.com/office/drawing/2014/main" id="{E44435BD-EEDE-4C41-A1F2-ABC0999A168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59" name="Freeform 58">
              <a:extLst>
                <a:ext uri="{FF2B5EF4-FFF2-40B4-BE49-F238E27FC236}">
                  <a16:creationId xmlns:a16="http://schemas.microsoft.com/office/drawing/2014/main" id="{1C4729E5-C07B-2441-A6B5-D4DA9E028AEC}"/>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68" name="Freeform 67">
              <a:extLst>
                <a:ext uri="{FF2B5EF4-FFF2-40B4-BE49-F238E27FC236}">
                  <a16:creationId xmlns:a16="http://schemas.microsoft.com/office/drawing/2014/main" id="{C3C7C95F-71E5-2D48-9ED1-A6A7A40FCE53}"/>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69" name="Freeform 68">
              <a:extLst>
                <a:ext uri="{FF2B5EF4-FFF2-40B4-BE49-F238E27FC236}">
                  <a16:creationId xmlns:a16="http://schemas.microsoft.com/office/drawing/2014/main" id="{8D53D1E7-5120-0F4B-B38C-FAE533E99835}"/>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Tree>
    <p:extLst>
      <p:ext uri="{BB962C8B-B14F-4D97-AF65-F5344CB8AC3E}">
        <p14:creationId xmlns:p14="http://schemas.microsoft.com/office/powerpoint/2010/main" val="16482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 IQVIA">
    <p:spTree>
      <p:nvGrpSpPr>
        <p:cNvPr id="1" name=""/>
        <p:cNvGrpSpPr/>
        <p:nvPr/>
      </p:nvGrpSpPr>
      <p:grpSpPr>
        <a:xfrm>
          <a:off x="0" y="0"/>
          <a:ext cx="0" cy="0"/>
          <a:chOff x="0" y="0"/>
          <a:chExt cx="0" cy="0"/>
        </a:xfrm>
      </p:grpSpPr>
      <p:sp>
        <p:nvSpPr>
          <p:cNvPr id="68" name="Rectangle 67">
            <a:extLst>
              <a:ext uri="{FF2B5EF4-FFF2-40B4-BE49-F238E27FC236}">
                <a16:creationId xmlns:a16="http://schemas.microsoft.com/office/drawing/2014/main" id="{4E85BE28-1C3E-4A79-9B84-3BC2D0438DD8}"/>
              </a:ext>
            </a:extLst>
          </p:cNvPr>
          <p:cNvSpPr/>
          <p:nvPr/>
        </p:nvSpPr>
        <p:spPr bwMode="gray">
          <a:xfrm>
            <a:off x="442351" y="0"/>
            <a:ext cx="14355306" cy="8572500"/>
          </a:xfrm>
          <a:prstGeom prst="rect">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nvGrpSpPr>
          <p:cNvPr id="84" name="Group 83">
            <a:extLst>
              <a:ext uri="{FF2B5EF4-FFF2-40B4-BE49-F238E27FC236}">
                <a16:creationId xmlns:a16="http://schemas.microsoft.com/office/drawing/2014/main" id="{B2BC05FF-F7B1-2643-B9FF-FE7362631CA8}"/>
              </a:ext>
            </a:extLst>
          </p:cNvPr>
          <p:cNvGrpSpPr/>
          <p:nvPr/>
        </p:nvGrpSpPr>
        <p:grpSpPr>
          <a:xfrm>
            <a:off x="8795308" y="3440023"/>
            <a:ext cx="6444694" cy="4629150"/>
            <a:chOff x="7036244" y="2752016"/>
            <a:chExt cx="5155756" cy="3703320"/>
          </a:xfrm>
          <a:solidFill>
            <a:schemeClr val="accent1"/>
          </a:solidFill>
        </p:grpSpPr>
        <p:sp>
          <p:nvSpPr>
            <p:cNvPr id="85" name="Freeform 84">
              <a:extLst>
                <a:ext uri="{FF2B5EF4-FFF2-40B4-BE49-F238E27FC236}">
                  <a16:creationId xmlns:a16="http://schemas.microsoft.com/office/drawing/2014/main" id="{54AF320E-9B8F-3143-935B-C21387DC95B0}"/>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86" name="Freeform 85">
              <a:extLst>
                <a:ext uri="{FF2B5EF4-FFF2-40B4-BE49-F238E27FC236}">
                  <a16:creationId xmlns:a16="http://schemas.microsoft.com/office/drawing/2014/main" id="{4B250C1E-384C-5A4D-B493-4F16109AFBFE}"/>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87" name="Freeform 86">
              <a:extLst>
                <a:ext uri="{FF2B5EF4-FFF2-40B4-BE49-F238E27FC236}">
                  <a16:creationId xmlns:a16="http://schemas.microsoft.com/office/drawing/2014/main" id="{5A2F5A00-A48E-1A46-9393-ED80FF031B14}"/>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8" name="Freeform 87">
              <a:extLst>
                <a:ext uri="{FF2B5EF4-FFF2-40B4-BE49-F238E27FC236}">
                  <a16:creationId xmlns:a16="http://schemas.microsoft.com/office/drawing/2014/main" id="{796862EF-B16A-7B49-B5EF-1F789A62F17C}"/>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
        <p:nvSpPr>
          <p:cNvPr id="82" name="Text Placeholder 3">
            <a:extLst>
              <a:ext uri="{FF2B5EF4-FFF2-40B4-BE49-F238E27FC236}">
                <a16:creationId xmlns:a16="http://schemas.microsoft.com/office/drawing/2014/main" id="{43B517CD-81B5-1241-9C7C-2B8168938CD4}"/>
              </a:ext>
            </a:extLst>
          </p:cNvPr>
          <p:cNvSpPr>
            <a:spLocks noGrp="1"/>
          </p:cNvSpPr>
          <p:nvPr>
            <p:ph type="body" sz="quarter" idx="10" hasCustomPrompt="1"/>
          </p:nvPr>
        </p:nvSpPr>
        <p:spPr>
          <a:xfrm>
            <a:off x="1352770" y="6235660"/>
            <a:ext cx="6727111" cy="457200"/>
          </a:xfrm>
          <a:prstGeom prst="rect">
            <a:avLst/>
          </a:prstGeom>
        </p:spPr>
        <p:txBody>
          <a:bodyPr/>
          <a:lstStyle>
            <a:lvl1pPr marL="0" indent="0" algn="r">
              <a:lnSpc>
                <a:spcPct val="100000"/>
              </a:lnSpc>
              <a:buNone/>
              <a:defRPr sz="2252" b="0" i="1">
                <a:solidFill>
                  <a:schemeClr val="accent2"/>
                </a:solidFill>
              </a:defRPr>
            </a:lvl1pPr>
          </a:lstStyle>
          <a:p>
            <a:pPr lvl="0"/>
            <a:r>
              <a:rPr lang="en-US" dirty="0"/>
              <a:t>— Attribution Line</a:t>
            </a:r>
          </a:p>
        </p:txBody>
      </p:sp>
      <p:sp>
        <p:nvSpPr>
          <p:cNvPr id="2" name="Title 1"/>
          <p:cNvSpPr>
            <a:spLocks noGrp="1"/>
          </p:cNvSpPr>
          <p:nvPr>
            <p:ph type="ctrTitle" hasCustomPrompt="1"/>
          </p:nvPr>
        </p:nvSpPr>
        <p:spPr>
          <a:xfrm>
            <a:off x="1352768" y="2261750"/>
            <a:ext cx="7232038" cy="3713124"/>
          </a:xfrm>
          <a:prstGeom prst="rect">
            <a:avLst/>
          </a:prstGeom>
        </p:spPr>
        <p:txBody>
          <a:bodyPr anchor="t" anchorCtr="0"/>
          <a:lstStyle>
            <a:lvl1pPr marL="0" marR="0" indent="0" algn="l" defTabSz="1143237" rtl="0" eaLnBrk="1" fontAlgn="auto" latinLnBrk="0" hangingPunct="1">
              <a:lnSpc>
                <a:spcPct val="100000"/>
              </a:lnSpc>
              <a:spcBef>
                <a:spcPct val="0"/>
              </a:spcBef>
              <a:spcAft>
                <a:spcPts val="0"/>
              </a:spcAft>
              <a:buClrTx/>
              <a:buSzTx/>
              <a:buFontTx/>
              <a:buNone/>
              <a:tabLst/>
              <a:defRPr sz="4000" b="0" i="0" baseline="0">
                <a:solidFill>
                  <a:schemeClr val="accent2"/>
                </a:solidFill>
              </a:defRPr>
            </a:lvl1pPr>
          </a:lstStyle>
          <a:p>
            <a:r>
              <a:rPr lang="en-US" dirty="0"/>
              <a:t>Place quote here in 32pt Arial sentence case with quote attribution. Up to 6 lines of text can be used.”</a:t>
            </a:r>
          </a:p>
        </p:txBody>
      </p:sp>
      <p:sp>
        <p:nvSpPr>
          <p:cNvPr id="75" name="TextBox 74">
            <a:extLst>
              <a:ext uri="{FF2B5EF4-FFF2-40B4-BE49-F238E27FC236}">
                <a16:creationId xmlns:a16="http://schemas.microsoft.com/office/drawing/2014/main" id="{6A04865E-13FE-4711-97A9-D413EE17A679}"/>
              </a:ext>
            </a:extLst>
          </p:cNvPr>
          <p:cNvSpPr txBox="1"/>
          <p:nvPr/>
        </p:nvSpPr>
        <p:spPr>
          <a:xfrm>
            <a:off x="473932" y="1770129"/>
            <a:ext cx="1171551" cy="1939634"/>
          </a:xfrm>
          <a:custGeom>
            <a:avLst/>
            <a:gdLst>
              <a:gd name="connsiteX0" fmla="*/ 0 w 937240"/>
              <a:gd name="connsiteY0" fmla="*/ 0 h 1862048"/>
              <a:gd name="connsiteX1" fmla="*/ 937240 w 937240"/>
              <a:gd name="connsiteY1" fmla="*/ 0 h 1862048"/>
              <a:gd name="connsiteX2" fmla="*/ 937240 w 937240"/>
              <a:gd name="connsiteY2" fmla="*/ 1862048 h 1862048"/>
              <a:gd name="connsiteX3" fmla="*/ 0 w 937240"/>
              <a:gd name="connsiteY3" fmla="*/ 1862048 h 1862048"/>
              <a:gd name="connsiteX4" fmla="*/ 0 w 937240"/>
              <a:gd name="connsiteY4" fmla="*/ 0 h 1862048"/>
              <a:gd name="connsiteX0" fmla="*/ 0 w 937240"/>
              <a:gd name="connsiteY0" fmla="*/ 0 h 1862048"/>
              <a:gd name="connsiteX1" fmla="*/ 937240 w 937240"/>
              <a:gd name="connsiteY1" fmla="*/ 0 h 1862048"/>
              <a:gd name="connsiteX2" fmla="*/ 698700 w 937240"/>
              <a:gd name="connsiteY2" fmla="*/ 1225944 h 1862048"/>
              <a:gd name="connsiteX3" fmla="*/ 0 w 937240"/>
              <a:gd name="connsiteY3" fmla="*/ 1862048 h 1862048"/>
              <a:gd name="connsiteX4" fmla="*/ 0 w 937240"/>
              <a:gd name="connsiteY4" fmla="*/ 0 h 1862048"/>
              <a:gd name="connsiteX0" fmla="*/ 0 w 937240"/>
              <a:gd name="connsiteY0" fmla="*/ 0 h 1225944"/>
              <a:gd name="connsiteX1" fmla="*/ 937240 w 937240"/>
              <a:gd name="connsiteY1" fmla="*/ 0 h 1225944"/>
              <a:gd name="connsiteX2" fmla="*/ 698700 w 937240"/>
              <a:gd name="connsiteY2" fmla="*/ 1225944 h 1225944"/>
              <a:gd name="connsiteX3" fmla="*/ 53009 w 937240"/>
              <a:gd name="connsiteY3" fmla="*/ 960901 h 1225944"/>
              <a:gd name="connsiteX4" fmla="*/ 0 w 937240"/>
              <a:gd name="connsiteY4" fmla="*/ 0 h 1225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7240" h="1225944">
                <a:moveTo>
                  <a:pt x="0" y="0"/>
                </a:moveTo>
                <a:lnTo>
                  <a:pt x="937240" y="0"/>
                </a:lnTo>
                <a:lnTo>
                  <a:pt x="698700" y="1225944"/>
                </a:lnTo>
                <a:lnTo>
                  <a:pt x="53009" y="960901"/>
                </a:lnTo>
                <a:lnTo>
                  <a:pt x="0" y="0"/>
                </a:lnTo>
                <a:close/>
              </a:path>
            </a:pathLst>
          </a:custGeom>
          <a:noFill/>
        </p:spPr>
        <p:txBody>
          <a:bodyPr wrap="square" rtlCol="0">
            <a:spAutoFit/>
          </a:bodyPr>
          <a:lstStyle/>
          <a:p>
            <a:r>
              <a:rPr lang="en-US" sz="12004" b="1" dirty="0">
                <a:solidFill>
                  <a:schemeClr val="accent2"/>
                </a:solidFill>
                <a:latin typeface="Arial" panose="020B0604020202020204" pitchFamily="34" charset="0"/>
                <a:cs typeface="Arial" panose="020B0604020202020204" pitchFamily="34" charset="0"/>
              </a:rPr>
              <a:t>“</a:t>
            </a:r>
          </a:p>
        </p:txBody>
      </p:sp>
      <p:sp>
        <p:nvSpPr>
          <p:cNvPr id="65" name="Footer Placeholder 4">
            <a:extLst>
              <a:ext uri="{FF2B5EF4-FFF2-40B4-BE49-F238E27FC236}">
                <a16:creationId xmlns:a16="http://schemas.microsoft.com/office/drawing/2014/main" id="{2B5EAC86-5955-6C44-B473-E9638CE45BEE}"/>
              </a:ext>
            </a:extLst>
          </p:cNvPr>
          <p:cNvSpPr>
            <a:spLocks noGrp="1"/>
          </p:cNvSpPr>
          <p:nvPr>
            <p:ph type="ftr" sz="quarter" idx="3"/>
          </p:nvPr>
        </p:nvSpPr>
        <p:spPr bwMode="gray">
          <a:xfrm>
            <a:off x="1352766" y="7984824"/>
            <a:ext cx="10734959"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66" name="Slide Number Placeholder 5">
            <a:extLst>
              <a:ext uri="{FF2B5EF4-FFF2-40B4-BE49-F238E27FC236}">
                <a16:creationId xmlns:a16="http://schemas.microsoft.com/office/drawing/2014/main" id="{0B8041C5-D44C-8F4A-BD08-5435D5173B91}"/>
              </a:ext>
            </a:extLst>
          </p:cNvPr>
          <p:cNvSpPr txBox="1">
            <a:spLocks/>
          </p:cNvSpPr>
          <p:nvPr/>
        </p:nvSpPr>
        <p:spPr bwMode="white">
          <a:xfrm>
            <a:off x="14635568" y="8185182"/>
            <a:ext cx="459860"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rgbClr val="7F7F7F"/>
                </a:solidFill>
              </a:rPr>
              <a:t>‹#›</a:t>
            </a:fld>
            <a:endParaRPr lang="en-US" sz="1003" b="0" dirty="0">
              <a:solidFill>
                <a:srgbClr val="7F7F7F"/>
              </a:solidFill>
            </a:endParaRPr>
          </a:p>
        </p:txBody>
      </p:sp>
      <p:pic>
        <p:nvPicPr>
          <p:cNvPr id="15" name="Graphic 14">
            <a:extLst>
              <a:ext uri="{FF2B5EF4-FFF2-40B4-BE49-F238E27FC236}">
                <a16:creationId xmlns:a16="http://schemas.microsoft.com/office/drawing/2014/main" id="{5676FBE2-B43F-5C47-8389-AD3C99D975C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Tree>
    <p:extLst>
      <p:ext uri="{BB962C8B-B14F-4D97-AF65-F5344CB8AC3E}">
        <p14:creationId xmlns:p14="http://schemas.microsoft.com/office/powerpoint/2010/main" val="32452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hought Slide - IQVIA">
    <p:bg>
      <p:bgPr>
        <a:gradFill>
          <a:gsLst>
            <a:gs pos="20000">
              <a:schemeClr val="accent2"/>
            </a:gs>
            <a:gs pos="80000">
              <a:schemeClr val="accent1"/>
            </a:gs>
          </a:gsLst>
          <a:lin ang="2700000" scaled="1"/>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E54A23A-653F-044A-872E-96D84FA8FBB7}"/>
              </a:ext>
            </a:extLst>
          </p:cNvPr>
          <p:cNvGrpSpPr/>
          <p:nvPr/>
        </p:nvGrpSpPr>
        <p:grpSpPr>
          <a:xfrm>
            <a:off x="4" y="1825706"/>
            <a:ext cx="3188732" cy="5846136"/>
            <a:chOff x="0" y="1403413"/>
            <a:chExt cx="2550984" cy="4676908"/>
          </a:xfrm>
          <a:solidFill>
            <a:schemeClr val="accent1"/>
          </a:solidFill>
        </p:grpSpPr>
        <p:grpSp>
          <p:nvGrpSpPr>
            <p:cNvPr id="9" name="Group 8">
              <a:extLst>
                <a:ext uri="{FF2B5EF4-FFF2-40B4-BE49-F238E27FC236}">
                  <a16:creationId xmlns:a16="http://schemas.microsoft.com/office/drawing/2014/main" id="{844260B0-4CB4-D64E-9C92-5124265DA7A3}"/>
                </a:ext>
              </a:extLst>
            </p:cNvPr>
            <p:cNvGrpSpPr/>
            <p:nvPr/>
          </p:nvGrpSpPr>
          <p:grpSpPr>
            <a:xfrm>
              <a:off x="1" y="4502072"/>
              <a:ext cx="1013573" cy="545364"/>
              <a:chOff x="1" y="4502072"/>
              <a:chExt cx="1013573" cy="545364"/>
            </a:xfrm>
            <a:grpFill/>
          </p:grpSpPr>
          <p:sp>
            <p:nvSpPr>
              <p:cNvPr id="64" name="Rectangle 63">
                <a:extLst>
                  <a:ext uri="{FF2B5EF4-FFF2-40B4-BE49-F238E27FC236}">
                    <a16:creationId xmlns:a16="http://schemas.microsoft.com/office/drawing/2014/main" id="{AFE54BDC-92F7-FF47-96F4-48A8CED3C760}"/>
                  </a:ext>
                </a:extLst>
              </p:cNvPr>
              <p:cNvSpPr/>
              <p:nvPr/>
            </p:nvSpPr>
            <p:spPr>
              <a:xfrm>
                <a:off x="1" y="4502072"/>
                <a:ext cx="73504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65" name="Oval 64">
                <a:extLst>
                  <a:ext uri="{FF2B5EF4-FFF2-40B4-BE49-F238E27FC236}">
                    <a16:creationId xmlns:a16="http://schemas.microsoft.com/office/drawing/2014/main" id="{BBC52103-9224-6C4C-89DA-F8113C00854E}"/>
                  </a:ext>
                </a:extLst>
              </p:cNvPr>
              <p:cNvSpPr/>
              <p:nvPr/>
            </p:nvSpPr>
            <p:spPr>
              <a:xfrm>
                <a:off x="468210"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8" name="Group 7">
              <a:extLst>
                <a:ext uri="{FF2B5EF4-FFF2-40B4-BE49-F238E27FC236}">
                  <a16:creationId xmlns:a16="http://schemas.microsoft.com/office/drawing/2014/main" id="{A0C066D0-213A-4E42-B2BA-FB39C744A96E}"/>
                </a:ext>
              </a:extLst>
            </p:cNvPr>
            <p:cNvGrpSpPr/>
            <p:nvPr/>
          </p:nvGrpSpPr>
          <p:grpSpPr>
            <a:xfrm>
              <a:off x="0" y="3469185"/>
              <a:ext cx="1162174" cy="545364"/>
              <a:chOff x="0" y="3469185"/>
              <a:chExt cx="1162174" cy="545364"/>
            </a:xfrm>
            <a:grpFill/>
          </p:grpSpPr>
          <p:sp>
            <p:nvSpPr>
              <p:cNvPr id="66" name="Rectangle 65">
                <a:extLst>
                  <a:ext uri="{FF2B5EF4-FFF2-40B4-BE49-F238E27FC236}">
                    <a16:creationId xmlns:a16="http://schemas.microsoft.com/office/drawing/2014/main" id="{DA67A407-7D4D-3749-9A23-617DCB2CC42B}"/>
                  </a:ext>
                </a:extLst>
              </p:cNvPr>
              <p:cNvSpPr/>
              <p:nvPr/>
            </p:nvSpPr>
            <p:spPr>
              <a:xfrm>
                <a:off x="0" y="3469185"/>
                <a:ext cx="8836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67" name="Oval 66">
                <a:extLst>
                  <a:ext uri="{FF2B5EF4-FFF2-40B4-BE49-F238E27FC236}">
                    <a16:creationId xmlns:a16="http://schemas.microsoft.com/office/drawing/2014/main" id="{35FFBBA7-854B-B748-B093-1CE3952BB1BD}"/>
                  </a:ext>
                </a:extLst>
              </p:cNvPr>
              <p:cNvSpPr/>
              <p:nvPr/>
            </p:nvSpPr>
            <p:spPr>
              <a:xfrm>
                <a:off x="616810"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7" name="Group 6">
              <a:extLst>
                <a:ext uri="{FF2B5EF4-FFF2-40B4-BE49-F238E27FC236}">
                  <a16:creationId xmlns:a16="http://schemas.microsoft.com/office/drawing/2014/main" id="{30143330-49E8-4D4D-A683-BA5AC4536F35}"/>
                </a:ext>
              </a:extLst>
            </p:cNvPr>
            <p:cNvGrpSpPr/>
            <p:nvPr/>
          </p:nvGrpSpPr>
          <p:grpSpPr>
            <a:xfrm>
              <a:off x="0" y="2436300"/>
              <a:ext cx="1023436" cy="545364"/>
              <a:chOff x="0" y="2440184"/>
              <a:chExt cx="1023436" cy="545364"/>
            </a:xfrm>
            <a:grpFill/>
          </p:grpSpPr>
          <p:sp>
            <p:nvSpPr>
              <p:cNvPr id="68" name="Rectangle 67">
                <a:extLst>
                  <a:ext uri="{FF2B5EF4-FFF2-40B4-BE49-F238E27FC236}">
                    <a16:creationId xmlns:a16="http://schemas.microsoft.com/office/drawing/2014/main" id="{8036A379-1707-5D4E-AAD8-4CD10718D475}"/>
                  </a:ext>
                </a:extLst>
              </p:cNvPr>
              <p:cNvSpPr/>
              <p:nvPr/>
            </p:nvSpPr>
            <p:spPr>
              <a:xfrm>
                <a:off x="0" y="2440184"/>
                <a:ext cx="74406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69" name="Oval 68">
                <a:extLst>
                  <a:ext uri="{FF2B5EF4-FFF2-40B4-BE49-F238E27FC236}">
                    <a16:creationId xmlns:a16="http://schemas.microsoft.com/office/drawing/2014/main" id="{EB1666CD-BEF0-4D4B-BA70-902CCBD452A2}"/>
                  </a:ext>
                </a:extLst>
              </p:cNvPr>
              <p:cNvSpPr/>
              <p:nvPr/>
            </p:nvSpPr>
            <p:spPr>
              <a:xfrm>
                <a:off x="478072" y="2440184"/>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6" name="Group 5">
              <a:extLst>
                <a:ext uri="{FF2B5EF4-FFF2-40B4-BE49-F238E27FC236}">
                  <a16:creationId xmlns:a16="http://schemas.microsoft.com/office/drawing/2014/main" id="{C6437A27-019B-564D-B996-C91C1F5CC2C9}"/>
                </a:ext>
              </a:extLst>
            </p:cNvPr>
            <p:cNvGrpSpPr/>
            <p:nvPr/>
          </p:nvGrpSpPr>
          <p:grpSpPr>
            <a:xfrm>
              <a:off x="876713" y="5534957"/>
              <a:ext cx="1674271" cy="545364"/>
              <a:chOff x="876236" y="5534957"/>
              <a:chExt cx="1674271" cy="545364"/>
            </a:xfrm>
            <a:grpFill/>
          </p:grpSpPr>
          <p:sp>
            <p:nvSpPr>
              <p:cNvPr id="70" name="Rectangle 69">
                <a:extLst>
                  <a:ext uri="{FF2B5EF4-FFF2-40B4-BE49-F238E27FC236}">
                    <a16:creationId xmlns:a16="http://schemas.microsoft.com/office/drawing/2014/main" id="{AA63EA5C-5E6E-BC4A-9E7A-94DE3B6280E8}"/>
                  </a:ext>
                </a:extLst>
              </p:cNvPr>
              <p:cNvSpPr/>
              <p:nvPr/>
            </p:nvSpPr>
            <p:spPr>
              <a:xfrm>
                <a:off x="1154393" y="5534957"/>
                <a:ext cx="1117582"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71" name="Oval 70">
                <a:extLst>
                  <a:ext uri="{FF2B5EF4-FFF2-40B4-BE49-F238E27FC236}">
                    <a16:creationId xmlns:a16="http://schemas.microsoft.com/office/drawing/2014/main" id="{7A0BB5E6-BAD7-3F49-A359-BE26A2F6BE4C}"/>
                  </a:ext>
                </a:extLst>
              </p:cNvPr>
              <p:cNvSpPr/>
              <p:nvPr/>
            </p:nvSpPr>
            <p:spPr>
              <a:xfrm>
                <a:off x="2005143"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72" name="Oval 71">
                <a:extLst>
                  <a:ext uri="{FF2B5EF4-FFF2-40B4-BE49-F238E27FC236}">
                    <a16:creationId xmlns:a16="http://schemas.microsoft.com/office/drawing/2014/main" id="{1C16252C-42E7-844C-86B3-C65D63364C8F}"/>
                  </a:ext>
                </a:extLst>
              </p:cNvPr>
              <p:cNvSpPr/>
              <p:nvPr/>
            </p:nvSpPr>
            <p:spPr>
              <a:xfrm>
                <a:off x="876236" y="5534957"/>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5" name="Group 4">
              <a:extLst>
                <a:ext uri="{FF2B5EF4-FFF2-40B4-BE49-F238E27FC236}">
                  <a16:creationId xmlns:a16="http://schemas.microsoft.com/office/drawing/2014/main" id="{ADF5CA18-ACA9-2A42-A4F3-CA7027AC1183}"/>
                </a:ext>
              </a:extLst>
            </p:cNvPr>
            <p:cNvGrpSpPr/>
            <p:nvPr/>
          </p:nvGrpSpPr>
          <p:grpSpPr>
            <a:xfrm>
              <a:off x="1404844" y="4502072"/>
              <a:ext cx="1146140" cy="545364"/>
              <a:chOff x="1404367" y="4502072"/>
              <a:chExt cx="1146140" cy="545364"/>
            </a:xfrm>
            <a:grpFill/>
          </p:grpSpPr>
          <p:sp>
            <p:nvSpPr>
              <p:cNvPr id="73" name="Rectangle 72">
                <a:extLst>
                  <a:ext uri="{FF2B5EF4-FFF2-40B4-BE49-F238E27FC236}">
                    <a16:creationId xmlns:a16="http://schemas.microsoft.com/office/drawing/2014/main" id="{EF9009F8-F40E-4142-9FD4-5F82D827183E}"/>
                  </a:ext>
                </a:extLst>
              </p:cNvPr>
              <p:cNvSpPr/>
              <p:nvPr/>
            </p:nvSpPr>
            <p:spPr>
              <a:xfrm>
                <a:off x="1682197" y="4502072"/>
                <a:ext cx="589775"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74" name="Oval 73">
                <a:extLst>
                  <a:ext uri="{FF2B5EF4-FFF2-40B4-BE49-F238E27FC236}">
                    <a16:creationId xmlns:a16="http://schemas.microsoft.com/office/drawing/2014/main" id="{F656972E-4EE4-B440-BF3B-7C50C2F4AFD2}"/>
                  </a:ext>
                </a:extLst>
              </p:cNvPr>
              <p:cNvSpPr/>
              <p:nvPr/>
            </p:nvSpPr>
            <p:spPr>
              <a:xfrm>
                <a:off x="2005143"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75" name="Oval 74">
                <a:extLst>
                  <a:ext uri="{FF2B5EF4-FFF2-40B4-BE49-F238E27FC236}">
                    <a16:creationId xmlns:a16="http://schemas.microsoft.com/office/drawing/2014/main" id="{856FC643-92EC-5446-B635-5272B44ABBC4}"/>
                  </a:ext>
                </a:extLst>
              </p:cNvPr>
              <p:cNvSpPr/>
              <p:nvPr/>
            </p:nvSpPr>
            <p:spPr>
              <a:xfrm>
                <a:off x="1404367" y="4502072"/>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4" name="Group 3">
              <a:extLst>
                <a:ext uri="{FF2B5EF4-FFF2-40B4-BE49-F238E27FC236}">
                  <a16:creationId xmlns:a16="http://schemas.microsoft.com/office/drawing/2014/main" id="{57F13C1C-5A0B-E349-81D8-289CF597EFF6}"/>
                </a:ext>
              </a:extLst>
            </p:cNvPr>
            <p:cNvGrpSpPr/>
            <p:nvPr/>
          </p:nvGrpSpPr>
          <p:grpSpPr>
            <a:xfrm>
              <a:off x="1563753" y="3469185"/>
              <a:ext cx="987231" cy="545364"/>
              <a:chOff x="1560101" y="3469185"/>
              <a:chExt cx="987231" cy="545364"/>
            </a:xfrm>
            <a:grpFill/>
          </p:grpSpPr>
          <p:sp>
            <p:nvSpPr>
              <p:cNvPr id="76" name="Oval 75">
                <a:extLst>
                  <a:ext uri="{FF2B5EF4-FFF2-40B4-BE49-F238E27FC236}">
                    <a16:creationId xmlns:a16="http://schemas.microsoft.com/office/drawing/2014/main" id="{B4037E36-7ECF-7242-B733-14F93EF6E7A7}"/>
                  </a:ext>
                </a:extLst>
              </p:cNvPr>
              <p:cNvSpPr/>
              <p:nvPr/>
            </p:nvSpPr>
            <p:spPr>
              <a:xfrm>
                <a:off x="1560101"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77" name="Rectangle 76">
                <a:extLst>
                  <a:ext uri="{FF2B5EF4-FFF2-40B4-BE49-F238E27FC236}">
                    <a16:creationId xmlns:a16="http://schemas.microsoft.com/office/drawing/2014/main" id="{13A075E0-B627-254E-A4FB-378B4E95EDE4}"/>
                  </a:ext>
                </a:extLst>
              </p:cNvPr>
              <p:cNvSpPr/>
              <p:nvPr/>
            </p:nvSpPr>
            <p:spPr>
              <a:xfrm>
                <a:off x="1825936" y="3469185"/>
                <a:ext cx="446037"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78" name="Oval 77">
                <a:extLst>
                  <a:ext uri="{FF2B5EF4-FFF2-40B4-BE49-F238E27FC236}">
                    <a16:creationId xmlns:a16="http://schemas.microsoft.com/office/drawing/2014/main" id="{B2AE0DCE-94BE-7947-8768-92F78F9D7213}"/>
                  </a:ext>
                </a:extLst>
              </p:cNvPr>
              <p:cNvSpPr/>
              <p:nvPr/>
            </p:nvSpPr>
            <p:spPr>
              <a:xfrm>
                <a:off x="2001968" y="3469185"/>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3" name="Group 2">
              <a:extLst>
                <a:ext uri="{FF2B5EF4-FFF2-40B4-BE49-F238E27FC236}">
                  <a16:creationId xmlns:a16="http://schemas.microsoft.com/office/drawing/2014/main" id="{16D361C0-AC3B-D84D-9A88-5FC411D00470}"/>
                </a:ext>
              </a:extLst>
            </p:cNvPr>
            <p:cNvGrpSpPr/>
            <p:nvPr/>
          </p:nvGrpSpPr>
          <p:grpSpPr>
            <a:xfrm>
              <a:off x="1416321" y="2436300"/>
              <a:ext cx="1134663" cy="545364"/>
              <a:chOff x="1415887" y="2436300"/>
              <a:chExt cx="1134663" cy="545364"/>
            </a:xfrm>
            <a:grpFill/>
          </p:grpSpPr>
          <p:sp>
            <p:nvSpPr>
              <p:cNvPr id="79" name="Oval 78">
                <a:extLst>
                  <a:ext uri="{FF2B5EF4-FFF2-40B4-BE49-F238E27FC236}">
                    <a16:creationId xmlns:a16="http://schemas.microsoft.com/office/drawing/2014/main" id="{1603488A-FE35-DC44-B59F-D73A4174124C}"/>
                  </a:ext>
                </a:extLst>
              </p:cNvPr>
              <p:cNvSpPr/>
              <p:nvPr/>
            </p:nvSpPr>
            <p:spPr>
              <a:xfrm>
                <a:off x="2005186"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0" name="Oval 79">
                <a:extLst>
                  <a:ext uri="{FF2B5EF4-FFF2-40B4-BE49-F238E27FC236}">
                    <a16:creationId xmlns:a16="http://schemas.microsoft.com/office/drawing/2014/main" id="{F562BC2A-8E8F-8F4A-AF64-D93514A83DE2}"/>
                  </a:ext>
                </a:extLst>
              </p:cNvPr>
              <p:cNvSpPr/>
              <p:nvPr/>
            </p:nvSpPr>
            <p:spPr>
              <a:xfrm>
                <a:off x="1415887" y="2436300"/>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1" name="Rectangle 80">
                <a:extLst>
                  <a:ext uri="{FF2B5EF4-FFF2-40B4-BE49-F238E27FC236}">
                    <a16:creationId xmlns:a16="http://schemas.microsoft.com/office/drawing/2014/main" id="{45DA935B-E728-D449-B962-9C993F9194C3}"/>
                  </a:ext>
                </a:extLst>
              </p:cNvPr>
              <p:cNvSpPr/>
              <p:nvPr/>
            </p:nvSpPr>
            <p:spPr>
              <a:xfrm>
                <a:off x="1682240" y="2436300"/>
                <a:ext cx="58973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grpSp>
          <p:nvGrpSpPr>
            <p:cNvPr id="2" name="Group 1">
              <a:extLst>
                <a:ext uri="{FF2B5EF4-FFF2-40B4-BE49-F238E27FC236}">
                  <a16:creationId xmlns:a16="http://schemas.microsoft.com/office/drawing/2014/main" id="{37C5B5FC-28F8-6A43-9D03-F89AA5DADC09}"/>
                </a:ext>
              </a:extLst>
            </p:cNvPr>
            <p:cNvGrpSpPr/>
            <p:nvPr/>
          </p:nvGrpSpPr>
          <p:grpSpPr>
            <a:xfrm>
              <a:off x="898206" y="1403413"/>
              <a:ext cx="1652778" cy="545364"/>
              <a:chOff x="898206" y="1403413"/>
              <a:chExt cx="1652778" cy="545364"/>
            </a:xfrm>
            <a:grpFill/>
          </p:grpSpPr>
          <p:sp>
            <p:nvSpPr>
              <p:cNvPr id="82" name="Oval 81">
                <a:extLst>
                  <a:ext uri="{FF2B5EF4-FFF2-40B4-BE49-F238E27FC236}">
                    <a16:creationId xmlns:a16="http://schemas.microsoft.com/office/drawing/2014/main" id="{B34D7784-E348-154F-80D9-BA83F6D4D68E}"/>
                  </a:ext>
                </a:extLst>
              </p:cNvPr>
              <p:cNvSpPr/>
              <p:nvPr/>
            </p:nvSpPr>
            <p:spPr>
              <a:xfrm>
                <a:off x="2005620"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3" name="Oval 82">
                <a:extLst>
                  <a:ext uri="{FF2B5EF4-FFF2-40B4-BE49-F238E27FC236}">
                    <a16:creationId xmlns:a16="http://schemas.microsoft.com/office/drawing/2014/main" id="{2849EC6B-F9A7-F742-813C-BBB1639B37A5}"/>
                  </a:ext>
                </a:extLst>
              </p:cNvPr>
              <p:cNvSpPr/>
              <p:nvPr/>
            </p:nvSpPr>
            <p:spPr>
              <a:xfrm>
                <a:off x="898206" y="1403413"/>
                <a:ext cx="545364" cy="545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4" name="Rectangle 83">
                <a:extLst>
                  <a:ext uri="{FF2B5EF4-FFF2-40B4-BE49-F238E27FC236}">
                    <a16:creationId xmlns:a16="http://schemas.microsoft.com/office/drawing/2014/main" id="{81DB5796-D137-AF40-AB92-A11E96841BD6}"/>
                  </a:ext>
                </a:extLst>
              </p:cNvPr>
              <p:cNvSpPr/>
              <p:nvPr/>
            </p:nvSpPr>
            <p:spPr>
              <a:xfrm>
                <a:off x="1164538" y="1403413"/>
                <a:ext cx="1117581" cy="545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
          <p:nvSpPr>
            <p:cNvPr id="85" name="Freeform 84">
              <a:extLst>
                <a:ext uri="{FF2B5EF4-FFF2-40B4-BE49-F238E27FC236}">
                  <a16:creationId xmlns:a16="http://schemas.microsoft.com/office/drawing/2014/main" id="{2606B288-B2E5-CB4F-9CD4-6304B4259D84}"/>
                </a:ext>
              </a:extLst>
            </p:cNvPr>
            <p:cNvSpPr/>
            <p:nvPr/>
          </p:nvSpPr>
          <p:spPr>
            <a:xfrm>
              <a:off x="1945" y="5534957"/>
              <a:ext cx="476127" cy="545364"/>
            </a:xfrm>
            <a:custGeom>
              <a:avLst/>
              <a:gdLst>
                <a:gd name="connsiteX0" fmla="*/ 0 w 476127"/>
                <a:gd name="connsiteY0" fmla="*/ 0 h 545364"/>
                <a:gd name="connsiteX1" fmla="*/ 197590 w 476127"/>
                <a:gd name="connsiteY1" fmla="*/ 0 h 545364"/>
                <a:gd name="connsiteX2" fmla="*/ 197590 w 476127"/>
                <a:gd name="connsiteY2" fmla="*/ 590 h 545364"/>
                <a:gd name="connsiteX3" fmla="*/ 203445 w 476127"/>
                <a:gd name="connsiteY3" fmla="*/ 0 h 545364"/>
                <a:gd name="connsiteX4" fmla="*/ 476127 w 476127"/>
                <a:gd name="connsiteY4" fmla="*/ 272682 h 545364"/>
                <a:gd name="connsiteX5" fmla="*/ 203445 w 476127"/>
                <a:gd name="connsiteY5" fmla="*/ 545364 h 545364"/>
                <a:gd name="connsiteX6" fmla="*/ 197590 w 476127"/>
                <a:gd name="connsiteY6" fmla="*/ 544774 h 545364"/>
                <a:gd name="connsiteX7" fmla="*/ 197590 w 476127"/>
                <a:gd name="connsiteY7" fmla="*/ 545364 h 545364"/>
                <a:gd name="connsiteX8" fmla="*/ 0 w 476127"/>
                <a:gd name="connsiteY8" fmla="*/ 545364 h 545364"/>
                <a:gd name="connsiteX9" fmla="*/ 0 w 476127"/>
                <a:gd name="connsiteY9" fmla="*/ 452614 h 545364"/>
                <a:gd name="connsiteX10" fmla="*/ 0 w 476127"/>
                <a:gd name="connsiteY10" fmla="*/ 92750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6127" h="545364">
                  <a:moveTo>
                    <a:pt x="0" y="0"/>
                  </a:moveTo>
                  <a:lnTo>
                    <a:pt x="197590" y="0"/>
                  </a:lnTo>
                  <a:lnTo>
                    <a:pt x="197590" y="590"/>
                  </a:lnTo>
                  <a:lnTo>
                    <a:pt x="203445" y="0"/>
                  </a:lnTo>
                  <a:cubicBezTo>
                    <a:pt x="354043" y="0"/>
                    <a:pt x="476127" y="122084"/>
                    <a:pt x="476127" y="272682"/>
                  </a:cubicBezTo>
                  <a:cubicBezTo>
                    <a:pt x="476127" y="423280"/>
                    <a:pt x="354043" y="545364"/>
                    <a:pt x="203445" y="545364"/>
                  </a:cubicBezTo>
                  <a:lnTo>
                    <a:pt x="197590" y="544774"/>
                  </a:lnTo>
                  <a:lnTo>
                    <a:pt x="197590" y="545364"/>
                  </a:lnTo>
                  <a:lnTo>
                    <a:pt x="0" y="545364"/>
                  </a:lnTo>
                  <a:lnTo>
                    <a:pt x="0" y="452614"/>
                  </a:lnTo>
                  <a:lnTo>
                    <a:pt x="0" y="9275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86" name="Freeform 85">
              <a:extLst>
                <a:ext uri="{FF2B5EF4-FFF2-40B4-BE49-F238E27FC236}">
                  <a16:creationId xmlns:a16="http://schemas.microsoft.com/office/drawing/2014/main" id="{18324F76-739D-5A41-8026-F96B96947F97}"/>
                </a:ext>
              </a:extLst>
            </p:cNvPr>
            <p:cNvSpPr/>
            <p:nvPr/>
          </p:nvSpPr>
          <p:spPr>
            <a:xfrm>
              <a:off x="0" y="1403413"/>
              <a:ext cx="501699" cy="545364"/>
            </a:xfrm>
            <a:custGeom>
              <a:avLst/>
              <a:gdLst>
                <a:gd name="connsiteX0" fmla="*/ 1 w 501699"/>
                <a:gd name="connsiteY0" fmla="*/ 0 h 545364"/>
                <a:gd name="connsiteX1" fmla="*/ 223169 w 501699"/>
                <a:gd name="connsiteY1" fmla="*/ 0 h 545364"/>
                <a:gd name="connsiteX2" fmla="*/ 223169 w 501699"/>
                <a:gd name="connsiteY2" fmla="*/ 590 h 545364"/>
                <a:gd name="connsiteX3" fmla="*/ 229017 w 501699"/>
                <a:gd name="connsiteY3" fmla="*/ 0 h 545364"/>
                <a:gd name="connsiteX4" fmla="*/ 501699 w 501699"/>
                <a:gd name="connsiteY4" fmla="*/ 272682 h 545364"/>
                <a:gd name="connsiteX5" fmla="*/ 229017 w 501699"/>
                <a:gd name="connsiteY5" fmla="*/ 545364 h 545364"/>
                <a:gd name="connsiteX6" fmla="*/ 223169 w 501699"/>
                <a:gd name="connsiteY6" fmla="*/ 544775 h 545364"/>
                <a:gd name="connsiteX7" fmla="*/ 223169 w 501699"/>
                <a:gd name="connsiteY7" fmla="*/ 545364 h 545364"/>
                <a:gd name="connsiteX8" fmla="*/ 1 w 501699"/>
                <a:gd name="connsiteY8" fmla="*/ 545364 h 545364"/>
                <a:gd name="connsiteX9" fmla="*/ 1 w 501699"/>
                <a:gd name="connsiteY9" fmla="*/ 419791 h 545364"/>
                <a:gd name="connsiteX10" fmla="*/ 0 w 501699"/>
                <a:gd name="connsiteY10" fmla="*/ 419789 h 545364"/>
                <a:gd name="connsiteX11" fmla="*/ 0 w 501699"/>
                <a:gd name="connsiteY11" fmla="*/ 125575 h 545364"/>
                <a:gd name="connsiteX12" fmla="*/ 1 w 501699"/>
                <a:gd name="connsiteY12" fmla="*/ 125573 h 54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1699" h="545364">
                  <a:moveTo>
                    <a:pt x="1" y="0"/>
                  </a:moveTo>
                  <a:lnTo>
                    <a:pt x="223169" y="0"/>
                  </a:lnTo>
                  <a:lnTo>
                    <a:pt x="223169" y="590"/>
                  </a:lnTo>
                  <a:lnTo>
                    <a:pt x="229017" y="0"/>
                  </a:lnTo>
                  <a:cubicBezTo>
                    <a:pt x="379615" y="0"/>
                    <a:pt x="501699" y="122084"/>
                    <a:pt x="501699" y="272682"/>
                  </a:cubicBezTo>
                  <a:cubicBezTo>
                    <a:pt x="501699" y="423280"/>
                    <a:pt x="379615" y="545364"/>
                    <a:pt x="229017" y="545364"/>
                  </a:cubicBezTo>
                  <a:lnTo>
                    <a:pt x="223169" y="544775"/>
                  </a:lnTo>
                  <a:lnTo>
                    <a:pt x="223169" y="545364"/>
                  </a:lnTo>
                  <a:lnTo>
                    <a:pt x="1" y="545364"/>
                  </a:lnTo>
                  <a:lnTo>
                    <a:pt x="1" y="419791"/>
                  </a:lnTo>
                  <a:lnTo>
                    <a:pt x="0" y="419789"/>
                  </a:lnTo>
                  <a:lnTo>
                    <a:pt x="0" y="125575"/>
                  </a:lnTo>
                  <a:lnTo>
                    <a:pt x="1" y="125573"/>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sp>
        <p:nvSpPr>
          <p:cNvPr id="60" name="Title 1">
            <a:extLst>
              <a:ext uri="{FF2B5EF4-FFF2-40B4-BE49-F238E27FC236}">
                <a16:creationId xmlns:a16="http://schemas.microsoft.com/office/drawing/2014/main" id="{99B32E9C-8531-8F42-88AC-648425B4B168}"/>
              </a:ext>
            </a:extLst>
          </p:cNvPr>
          <p:cNvSpPr>
            <a:spLocks noGrp="1"/>
          </p:cNvSpPr>
          <p:nvPr>
            <p:ph type="title" hasCustomPrompt="1"/>
          </p:nvPr>
        </p:nvSpPr>
        <p:spPr bwMode="white">
          <a:xfrm>
            <a:off x="4241710" y="1825706"/>
            <a:ext cx="9985634" cy="5846136"/>
          </a:xfrm>
          <a:prstGeom prst="rect">
            <a:avLst/>
          </a:prstGeom>
        </p:spPr>
        <p:txBody>
          <a:bodyPr anchor="ctr" anchorCtr="0"/>
          <a:lstStyle>
            <a:lvl1pPr marL="0" marR="0" indent="0" algn="l" defTabSz="1143237" rtl="0" eaLnBrk="1" fontAlgn="auto" latinLnBrk="0" hangingPunct="1">
              <a:lnSpc>
                <a:spcPct val="100000"/>
              </a:lnSpc>
              <a:spcBef>
                <a:spcPct val="0"/>
              </a:spcBef>
              <a:spcAft>
                <a:spcPts val="0"/>
              </a:spcAft>
              <a:buClrTx/>
              <a:buSzTx/>
              <a:buFontTx/>
              <a:buNone/>
              <a:tabLst/>
              <a:defRPr sz="4504" b="1">
                <a:solidFill>
                  <a:schemeClr val="bg1"/>
                </a:solidFill>
              </a:defRPr>
            </a:lvl1pPr>
          </a:lstStyle>
          <a:p>
            <a:r>
              <a:rPr lang="en-US" dirty="0"/>
              <a:t>Thought slides are 36pt </a:t>
            </a:r>
            <a:br>
              <a:rPr lang="en-US" dirty="0"/>
            </a:br>
            <a:r>
              <a:rPr lang="en-US" dirty="0"/>
              <a:t>Arial Bold sentence case</a:t>
            </a:r>
          </a:p>
        </p:txBody>
      </p:sp>
      <p:sp>
        <p:nvSpPr>
          <p:cNvPr id="30" name="Slide Number Placeholder 5">
            <a:extLst>
              <a:ext uri="{FF2B5EF4-FFF2-40B4-BE49-F238E27FC236}">
                <a16:creationId xmlns:a16="http://schemas.microsoft.com/office/drawing/2014/main" id="{DBE3E6C0-8C36-8B43-957E-48824B0A0BBC}"/>
              </a:ext>
            </a:extLst>
          </p:cNvPr>
          <p:cNvSpPr txBox="1">
            <a:spLocks/>
          </p:cNvSpPr>
          <p:nvPr/>
        </p:nvSpPr>
        <p:spPr bwMode="white">
          <a:xfrm>
            <a:off x="14635568" y="8185182"/>
            <a:ext cx="459860" cy="22225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1003" b="0" smtClean="0">
                <a:solidFill>
                  <a:schemeClr val="bg1"/>
                </a:solidFill>
              </a:rPr>
              <a:t>‹#›</a:t>
            </a:fld>
            <a:endParaRPr lang="en-US" sz="1003" b="0" dirty="0">
              <a:solidFill>
                <a:schemeClr val="bg1"/>
              </a:solidFill>
            </a:endParaRPr>
          </a:p>
        </p:txBody>
      </p:sp>
    </p:spTree>
    <p:extLst>
      <p:ext uri="{BB962C8B-B14F-4D97-AF65-F5344CB8AC3E}">
        <p14:creationId xmlns:p14="http://schemas.microsoft.com/office/powerpoint/2010/main" val="421916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osing - IQVIA">
    <p:bg>
      <p:bgPr>
        <a:gradFill>
          <a:gsLst>
            <a:gs pos="20000">
              <a:schemeClr val="tx1"/>
            </a:gs>
            <a:gs pos="80000">
              <a:srgbClr val="606B71"/>
            </a:gs>
          </a:gsLst>
          <a:lin ang="2700000" scaled="1"/>
        </a:gradFill>
        <a:effectLst/>
      </p:bgPr>
    </p:bg>
    <p:spTree>
      <p:nvGrpSpPr>
        <p:cNvPr id="1" name=""/>
        <p:cNvGrpSpPr/>
        <p:nvPr/>
      </p:nvGrpSpPr>
      <p:grpSpPr>
        <a:xfrm>
          <a:off x="0" y="0"/>
          <a:ext cx="0" cy="0"/>
          <a:chOff x="0" y="0"/>
          <a:chExt cx="0" cy="0"/>
        </a:xfrm>
      </p:grpSpPr>
      <p:sp>
        <p:nvSpPr>
          <p:cNvPr id="60" name="Content Placeholder 2">
            <a:extLst>
              <a:ext uri="{FF2B5EF4-FFF2-40B4-BE49-F238E27FC236}">
                <a16:creationId xmlns:a16="http://schemas.microsoft.com/office/drawing/2014/main" id="{117F4479-AB2F-544F-914C-7C68ABE310F0}"/>
              </a:ext>
            </a:extLst>
          </p:cNvPr>
          <p:cNvSpPr>
            <a:spLocks noGrp="1"/>
          </p:cNvSpPr>
          <p:nvPr>
            <p:ph idx="10" hasCustomPrompt="1"/>
          </p:nvPr>
        </p:nvSpPr>
        <p:spPr>
          <a:xfrm>
            <a:off x="1296076" y="4010187"/>
            <a:ext cx="6986057" cy="3661655"/>
          </a:xfrm>
          <a:prstGeom prst="rect">
            <a:avLst/>
          </a:prstGeom>
        </p:spPr>
        <p:txBody>
          <a:bodyPr/>
          <a:lstStyle>
            <a:lvl1pPr marL="342971" indent="-342971">
              <a:lnSpc>
                <a:spcPct val="100000"/>
              </a:lnSpc>
              <a:spcBef>
                <a:spcPts val="1249"/>
              </a:spcBef>
              <a:defRPr sz="3005">
                <a:solidFill>
                  <a:schemeClr val="bg1"/>
                </a:solidFill>
              </a:defRPr>
            </a:lvl1pPr>
            <a:lvl2pPr marL="685942" indent="-342971">
              <a:lnSpc>
                <a:spcPct val="100000"/>
              </a:lnSpc>
              <a:spcBef>
                <a:spcPts val="1003"/>
              </a:spcBef>
              <a:buFont typeface="Arial" panose="020B0604020202020204" pitchFamily="34" charset="0"/>
              <a:buChar char="-"/>
              <a:defRPr sz="3005">
                <a:solidFill>
                  <a:schemeClr val="bg1"/>
                </a:solidFill>
              </a:defRPr>
            </a:lvl2pPr>
            <a:lvl3pPr marL="1028909" indent="-342971">
              <a:lnSpc>
                <a:spcPct val="100000"/>
              </a:lnSpc>
              <a:spcBef>
                <a:spcPts val="1003"/>
              </a:spcBef>
              <a:buFont typeface="Arial" panose="020B0604020202020204" pitchFamily="34" charset="0"/>
              <a:buChar char="›"/>
              <a:defRPr sz="3005">
                <a:solidFill>
                  <a:schemeClr val="bg1"/>
                </a:solidFill>
              </a:defRPr>
            </a:lvl3pPr>
            <a:lvl4pPr marL="1371880" indent="-342971">
              <a:lnSpc>
                <a:spcPct val="100000"/>
              </a:lnSpc>
              <a:spcBef>
                <a:spcPts val="1003"/>
              </a:spcBef>
              <a:buFont typeface="Arial" panose="020B0604020202020204" pitchFamily="34" charset="0"/>
              <a:buChar char="»"/>
              <a:defRPr sz="3005">
                <a:solidFill>
                  <a:schemeClr val="bg1"/>
                </a:solidFill>
              </a:defRPr>
            </a:lvl4pPr>
            <a:lvl5pPr marL="1714851" indent="-342971">
              <a:lnSpc>
                <a:spcPct val="100000"/>
              </a:lnSpc>
              <a:spcBef>
                <a:spcPts val="1003"/>
              </a:spcBef>
              <a:buSzPct val="75000"/>
              <a:buFont typeface="Wingdings" panose="05000000000000000000" pitchFamily="2" charset="2"/>
              <a:buChar char="§"/>
              <a:defRPr sz="3005">
                <a:solidFill>
                  <a:schemeClr val="bg1"/>
                </a:solidFill>
              </a:defRPr>
            </a:lvl5pPr>
          </a:lstStyle>
          <a:p>
            <a:pPr lvl="0"/>
            <a:r>
              <a:rPr lang="en-US" dirty="0"/>
              <a:t>Arial 24pt bullet level 1</a:t>
            </a:r>
          </a:p>
          <a:p>
            <a:pPr lvl="1"/>
            <a:r>
              <a:rPr lang="en-US" dirty="0"/>
              <a:t>Arial 24pt bullet level 2</a:t>
            </a:r>
          </a:p>
          <a:p>
            <a:pPr lvl="2"/>
            <a:r>
              <a:rPr lang="en-US" dirty="0"/>
              <a:t>Arial 24pt bullet level 3</a:t>
            </a:r>
          </a:p>
          <a:p>
            <a:pPr lvl="3"/>
            <a:r>
              <a:rPr lang="en-US" dirty="0"/>
              <a:t>Arial 24pt bullet level 4</a:t>
            </a:r>
          </a:p>
          <a:p>
            <a:pPr lvl="4"/>
            <a:r>
              <a:rPr lang="en-US" dirty="0"/>
              <a:t>Arial 24pt bullet level 5</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1292908" y="2244420"/>
            <a:ext cx="9539619" cy="1468283"/>
          </a:xfrm>
          <a:prstGeom prst="rect">
            <a:avLst/>
          </a:prstGeom>
        </p:spPr>
        <p:txBody>
          <a:bodyPr anchor="b" anchorCtr="0"/>
          <a:lstStyle>
            <a:lvl1pPr>
              <a:defRPr sz="4504" b="1">
                <a:solidFill>
                  <a:schemeClr val="bg1"/>
                </a:solidFill>
              </a:defRPr>
            </a:lvl1pPr>
          </a:lstStyle>
          <a:p>
            <a:r>
              <a:rPr lang="en-US" dirty="0"/>
              <a:t>Closing slides are 36pt Arial Bold sentence case</a:t>
            </a:r>
          </a:p>
        </p:txBody>
      </p:sp>
      <p:grpSp>
        <p:nvGrpSpPr>
          <p:cNvPr id="12" name="Group 11">
            <a:extLst>
              <a:ext uri="{FF2B5EF4-FFF2-40B4-BE49-F238E27FC236}">
                <a16:creationId xmlns:a16="http://schemas.microsoft.com/office/drawing/2014/main" id="{C364B443-1067-8D4E-8347-69E3D88570DB}"/>
              </a:ext>
            </a:extLst>
          </p:cNvPr>
          <p:cNvGrpSpPr/>
          <p:nvPr/>
        </p:nvGrpSpPr>
        <p:grpSpPr>
          <a:xfrm>
            <a:off x="8795308" y="3440023"/>
            <a:ext cx="6444694" cy="4629150"/>
            <a:chOff x="7036244" y="2752016"/>
            <a:chExt cx="5155756" cy="3703320"/>
          </a:xfrm>
          <a:solidFill>
            <a:schemeClr val="accent1"/>
          </a:solidFill>
        </p:grpSpPr>
        <p:sp>
          <p:nvSpPr>
            <p:cNvPr id="13" name="Freeform 12">
              <a:extLst>
                <a:ext uri="{FF2B5EF4-FFF2-40B4-BE49-F238E27FC236}">
                  <a16:creationId xmlns:a16="http://schemas.microsoft.com/office/drawing/2014/main" id="{E23B4D94-914D-6A47-AF73-BDD6ABF78CBE}"/>
                </a:ext>
              </a:extLst>
            </p:cNvPr>
            <p:cNvSpPr/>
            <p:nvPr/>
          </p:nvSpPr>
          <p:spPr>
            <a:xfrm>
              <a:off x="9432234" y="2752016"/>
              <a:ext cx="2759766" cy="549150"/>
            </a:xfrm>
            <a:custGeom>
              <a:avLst/>
              <a:gdLst>
                <a:gd name="connsiteX0" fmla="*/ 274575 w 2759766"/>
                <a:gd name="connsiteY0" fmla="*/ 0 h 549150"/>
                <a:gd name="connsiteX1" fmla="*/ 276476 w 2759766"/>
                <a:gd name="connsiteY1" fmla="*/ 192 h 549150"/>
                <a:gd name="connsiteX2" fmla="*/ 276476 w 2759766"/>
                <a:gd name="connsiteY2" fmla="*/ 0 h 549150"/>
                <a:gd name="connsiteX3" fmla="*/ 1832666 w 2759766"/>
                <a:gd name="connsiteY3" fmla="*/ 0 h 549150"/>
                <a:gd name="connsiteX4" fmla="*/ 2706584 w 2759766"/>
                <a:gd name="connsiteY4" fmla="*/ 0 h 549150"/>
                <a:gd name="connsiteX5" fmla="*/ 2759766 w 2759766"/>
                <a:gd name="connsiteY5" fmla="*/ 0 h 549150"/>
                <a:gd name="connsiteX6" fmla="*/ 2759766 w 2759766"/>
                <a:gd name="connsiteY6" fmla="*/ 549150 h 549150"/>
                <a:gd name="connsiteX7" fmla="*/ 2706584 w 2759766"/>
                <a:gd name="connsiteY7" fmla="*/ 549150 h 549150"/>
                <a:gd name="connsiteX8" fmla="*/ 1832666 w 2759766"/>
                <a:gd name="connsiteY8" fmla="*/ 549150 h 549150"/>
                <a:gd name="connsiteX9" fmla="*/ 276476 w 2759766"/>
                <a:gd name="connsiteY9" fmla="*/ 549150 h 549150"/>
                <a:gd name="connsiteX10" fmla="*/ 276476 w 2759766"/>
                <a:gd name="connsiteY10" fmla="*/ 548958 h 549150"/>
                <a:gd name="connsiteX11" fmla="*/ 274575 w 2759766"/>
                <a:gd name="connsiteY11" fmla="*/ 549150 h 549150"/>
                <a:gd name="connsiteX12" fmla="*/ 0 w 2759766"/>
                <a:gd name="connsiteY12" fmla="*/ 274575 h 549150"/>
                <a:gd name="connsiteX13" fmla="*/ 274575 w 275976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59766" h="549150">
                  <a:moveTo>
                    <a:pt x="274575" y="0"/>
                  </a:moveTo>
                  <a:lnTo>
                    <a:pt x="276476" y="192"/>
                  </a:lnTo>
                  <a:lnTo>
                    <a:pt x="276476" y="0"/>
                  </a:lnTo>
                  <a:lnTo>
                    <a:pt x="1832666" y="0"/>
                  </a:lnTo>
                  <a:lnTo>
                    <a:pt x="2706584" y="0"/>
                  </a:lnTo>
                  <a:lnTo>
                    <a:pt x="2759766" y="0"/>
                  </a:lnTo>
                  <a:lnTo>
                    <a:pt x="2759766" y="549150"/>
                  </a:lnTo>
                  <a:lnTo>
                    <a:pt x="2706584" y="549150"/>
                  </a:lnTo>
                  <a:lnTo>
                    <a:pt x="1832666" y="549150"/>
                  </a:lnTo>
                  <a:lnTo>
                    <a:pt x="276476" y="549150"/>
                  </a:lnTo>
                  <a:lnTo>
                    <a:pt x="276476" y="548958"/>
                  </a:lnTo>
                  <a:lnTo>
                    <a:pt x="274575" y="549150"/>
                  </a:lnTo>
                  <a:cubicBezTo>
                    <a:pt x="122931" y="549150"/>
                    <a:pt x="0" y="426219"/>
                    <a:pt x="0" y="274575"/>
                  </a:cubicBezTo>
                  <a:cubicBezTo>
                    <a:pt x="0" y="122932"/>
                    <a:pt x="122931"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4" name="Freeform 13">
              <a:extLst>
                <a:ext uri="{FF2B5EF4-FFF2-40B4-BE49-F238E27FC236}">
                  <a16:creationId xmlns:a16="http://schemas.microsoft.com/office/drawing/2014/main" id="{E941EA1A-7BCD-E547-9195-3AF3CBAB9DED}"/>
                </a:ext>
              </a:extLst>
            </p:cNvPr>
            <p:cNvSpPr/>
            <p:nvPr/>
          </p:nvSpPr>
          <p:spPr>
            <a:xfrm>
              <a:off x="7850557" y="5906186"/>
              <a:ext cx="4341443" cy="549150"/>
            </a:xfrm>
            <a:custGeom>
              <a:avLst/>
              <a:gdLst>
                <a:gd name="connsiteX0" fmla="*/ 274575 w 4341443"/>
                <a:gd name="connsiteY0" fmla="*/ 0 h 549150"/>
                <a:gd name="connsiteX1" fmla="*/ 276477 w 4341443"/>
                <a:gd name="connsiteY1" fmla="*/ 192 h 549150"/>
                <a:gd name="connsiteX2" fmla="*/ 276477 w 4341443"/>
                <a:gd name="connsiteY2" fmla="*/ 0 h 549150"/>
                <a:gd name="connsiteX3" fmla="*/ 3414343 w 4341443"/>
                <a:gd name="connsiteY3" fmla="*/ 0 h 549150"/>
                <a:gd name="connsiteX4" fmla="*/ 4288263 w 4341443"/>
                <a:gd name="connsiteY4" fmla="*/ 0 h 549150"/>
                <a:gd name="connsiteX5" fmla="*/ 4341443 w 4341443"/>
                <a:gd name="connsiteY5" fmla="*/ 0 h 549150"/>
                <a:gd name="connsiteX6" fmla="*/ 4341443 w 4341443"/>
                <a:gd name="connsiteY6" fmla="*/ 549150 h 549150"/>
                <a:gd name="connsiteX7" fmla="*/ 4288263 w 4341443"/>
                <a:gd name="connsiteY7" fmla="*/ 549150 h 549150"/>
                <a:gd name="connsiteX8" fmla="*/ 3414343 w 4341443"/>
                <a:gd name="connsiteY8" fmla="*/ 549150 h 549150"/>
                <a:gd name="connsiteX9" fmla="*/ 276477 w 4341443"/>
                <a:gd name="connsiteY9" fmla="*/ 549150 h 549150"/>
                <a:gd name="connsiteX10" fmla="*/ 276477 w 4341443"/>
                <a:gd name="connsiteY10" fmla="*/ 548959 h 549150"/>
                <a:gd name="connsiteX11" fmla="*/ 274575 w 4341443"/>
                <a:gd name="connsiteY11" fmla="*/ 549150 h 549150"/>
                <a:gd name="connsiteX12" fmla="*/ 0 w 4341443"/>
                <a:gd name="connsiteY12" fmla="*/ 274575 h 549150"/>
                <a:gd name="connsiteX13" fmla="*/ 274575 w 434144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41443" h="549150">
                  <a:moveTo>
                    <a:pt x="274575" y="0"/>
                  </a:moveTo>
                  <a:lnTo>
                    <a:pt x="276477" y="192"/>
                  </a:lnTo>
                  <a:lnTo>
                    <a:pt x="276477" y="0"/>
                  </a:lnTo>
                  <a:lnTo>
                    <a:pt x="3414343" y="0"/>
                  </a:lnTo>
                  <a:lnTo>
                    <a:pt x="4288263" y="0"/>
                  </a:lnTo>
                  <a:lnTo>
                    <a:pt x="4341443" y="0"/>
                  </a:lnTo>
                  <a:lnTo>
                    <a:pt x="4341443" y="549150"/>
                  </a:lnTo>
                  <a:lnTo>
                    <a:pt x="4288263" y="549150"/>
                  </a:lnTo>
                  <a:lnTo>
                    <a:pt x="3414343" y="549150"/>
                  </a:lnTo>
                  <a:lnTo>
                    <a:pt x="276477" y="549150"/>
                  </a:lnTo>
                  <a:lnTo>
                    <a:pt x="276477" y="548959"/>
                  </a:lnTo>
                  <a:lnTo>
                    <a:pt x="274575" y="549150"/>
                  </a:lnTo>
                  <a:cubicBezTo>
                    <a:pt x="122932" y="549150"/>
                    <a:pt x="0" y="426219"/>
                    <a:pt x="0" y="274575"/>
                  </a:cubicBezTo>
                  <a:cubicBezTo>
                    <a:pt x="0" y="122932"/>
                    <a:pt x="122932" y="0"/>
                    <a:pt x="274575"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2002" dirty="0"/>
            </a:p>
          </p:txBody>
        </p:sp>
        <p:sp>
          <p:nvSpPr>
            <p:cNvPr id="15" name="Freeform 14">
              <a:extLst>
                <a:ext uri="{FF2B5EF4-FFF2-40B4-BE49-F238E27FC236}">
                  <a16:creationId xmlns:a16="http://schemas.microsoft.com/office/drawing/2014/main" id="{09BF4E84-D8C8-3340-8821-E170F38BCB95}"/>
                </a:ext>
              </a:extLst>
            </p:cNvPr>
            <p:cNvSpPr/>
            <p:nvPr/>
          </p:nvSpPr>
          <p:spPr>
            <a:xfrm>
              <a:off x="7451067" y="3804028"/>
              <a:ext cx="4740933" cy="549150"/>
            </a:xfrm>
            <a:custGeom>
              <a:avLst/>
              <a:gdLst>
                <a:gd name="connsiteX0" fmla="*/ 274073 w 4740933"/>
                <a:gd name="connsiteY0" fmla="*/ 0 h 549150"/>
                <a:gd name="connsiteX1" fmla="*/ 278104 w 4740933"/>
                <a:gd name="connsiteY1" fmla="*/ 407 h 549150"/>
                <a:gd name="connsiteX2" fmla="*/ 278104 w 4740933"/>
                <a:gd name="connsiteY2" fmla="*/ 0 h 549150"/>
                <a:gd name="connsiteX3" fmla="*/ 3813833 w 4740933"/>
                <a:gd name="connsiteY3" fmla="*/ 0 h 549150"/>
                <a:gd name="connsiteX4" fmla="*/ 4687752 w 4740933"/>
                <a:gd name="connsiteY4" fmla="*/ 0 h 549150"/>
                <a:gd name="connsiteX5" fmla="*/ 4740933 w 4740933"/>
                <a:gd name="connsiteY5" fmla="*/ 0 h 549150"/>
                <a:gd name="connsiteX6" fmla="*/ 4740933 w 4740933"/>
                <a:gd name="connsiteY6" fmla="*/ 549150 h 549150"/>
                <a:gd name="connsiteX7" fmla="*/ 4687752 w 4740933"/>
                <a:gd name="connsiteY7" fmla="*/ 549150 h 549150"/>
                <a:gd name="connsiteX8" fmla="*/ 3813833 w 4740933"/>
                <a:gd name="connsiteY8" fmla="*/ 549150 h 549150"/>
                <a:gd name="connsiteX9" fmla="*/ 278104 w 4740933"/>
                <a:gd name="connsiteY9" fmla="*/ 549150 h 549150"/>
                <a:gd name="connsiteX10" fmla="*/ 278104 w 4740933"/>
                <a:gd name="connsiteY10" fmla="*/ 547742 h 549150"/>
                <a:gd name="connsiteX11" fmla="*/ 274073 w 4740933"/>
                <a:gd name="connsiteY11" fmla="*/ 548148 h 549150"/>
                <a:gd name="connsiteX12" fmla="*/ 0 w 4740933"/>
                <a:gd name="connsiteY12" fmla="*/ 274074 h 549150"/>
                <a:gd name="connsiteX13" fmla="*/ 274073 w 4740933"/>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0933" h="549150">
                  <a:moveTo>
                    <a:pt x="274073" y="0"/>
                  </a:moveTo>
                  <a:lnTo>
                    <a:pt x="278104" y="407"/>
                  </a:lnTo>
                  <a:lnTo>
                    <a:pt x="278104" y="0"/>
                  </a:lnTo>
                  <a:lnTo>
                    <a:pt x="3813833" y="0"/>
                  </a:lnTo>
                  <a:lnTo>
                    <a:pt x="4687752" y="0"/>
                  </a:lnTo>
                  <a:lnTo>
                    <a:pt x="4740933" y="0"/>
                  </a:lnTo>
                  <a:lnTo>
                    <a:pt x="4740933" y="549150"/>
                  </a:lnTo>
                  <a:lnTo>
                    <a:pt x="4687752" y="549150"/>
                  </a:lnTo>
                  <a:lnTo>
                    <a:pt x="3813833" y="549150"/>
                  </a:lnTo>
                  <a:lnTo>
                    <a:pt x="278104" y="549150"/>
                  </a:lnTo>
                  <a:lnTo>
                    <a:pt x="278104" y="547742"/>
                  </a:lnTo>
                  <a:lnTo>
                    <a:pt x="274073" y="548148"/>
                  </a:lnTo>
                  <a:cubicBezTo>
                    <a:pt x="122707" y="548148"/>
                    <a:pt x="0" y="425441"/>
                    <a:pt x="0" y="274074"/>
                  </a:cubicBezTo>
                  <a:cubicBezTo>
                    <a:pt x="0" y="122707"/>
                    <a:pt x="122707" y="0"/>
                    <a:pt x="27407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sp>
          <p:nvSpPr>
            <p:cNvPr id="16" name="Freeform 15">
              <a:extLst>
                <a:ext uri="{FF2B5EF4-FFF2-40B4-BE49-F238E27FC236}">
                  <a16:creationId xmlns:a16="http://schemas.microsoft.com/office/drawing/2014/main" id="{04358390-5EFC-484C-9E81-E6E1DFD520E7}"/>
                </a:ext>
              </a:extLst>
            </p:cNvPr>
            <p:cNvSpPr/>
            <p:nvPr/>
          </p:nvSpPr>
          <p:spPr>
            <a:xfrm>
              <a:off x="7036244" y="4854606"/>
              <a:ext cx="5155756" cy="549150"/>
            </a:xfrm>
            <a:custGeom>
              <a:avLst/>
              <a:gdLst>
                <a:gd name="connsiteX0" fmla="*/ 299044 w 5155756"/>
                <a:gd name="connsiteY0" fmla="*/ 0 h 549150"/>
                <a:gd name="connsiteX1" fmla="*/ 300889 w 5155756"/>
                <a:gd name="connsiteY1" fmla="*/ 171 h 549150"/>
                <a:gd name="connsiteX2" fmla="*/ 300889 w 5155756"/>
                <a:gd name="connsiteY2" fmla="*/ 0 h 549150"/>
                <a:gd name="connsiteX3" fmla="*/ 4228656 w 5155756"/>
                <a:gd name="connsiteY3" fmla="*/ 0 h 549150"/>
                <a:gd name="connsiteX4" fmla="*/ 5103517 w 5155756"/>
                <a:gd name="connsiteY4" fmla="*/ 0 h 549150"/>
                <a:gd name="connsiteX5" fmla="*/ 5155756 w 5155756"/>
                <a:gd name="connsiteY5" fmla="*/ 0 h 549150"/>
                <a:gd name="connsiteX6" fmla="*/ 5155756 w 5155756"/>
                <a:gd name="connsiteY6" fmla="*/ 549150 h 549150"/>
                <a:gd name="connsiteX7" fmla="*/ 5103517 w 5155756"/>
                <a:gd name="connsiteY7" fmla="*/ 549150 h 549150"/>
                <a:gd name="connsiteX8" fmla="*/ 4228656 w 5155756"/>
                <a:gd name="connsiteY8" fmla="*/ 549150 h 549150"/>
                <a:gd name="connsiteX9" fmla="*/ 300889 w 5155756"/>
                <a:gd name="connsiteY9" fmla="*/ 549150 h 549150"/>
                <a:gd name="connsiteX10" fmla="*/ 300889 w 5155756"/>
                <a:gd name="connsiteY10" fmla="*/ 548980 h 549150"/>
                <a:gd name="connsiteX11" fmla="*/ 299044 w 5155756"/>
                <a:gd name="connsiteY11" fmla="*/ 549150 h 549150"/>
                <a:gd name="connsiteX12" fmla="*/ 0 w 5155756"/>
                <a:gd name="connsiteY12" fmla="*/ 274575 h 549150"/>
                <a:gd name="connsiteX13" fmla="*/ 299044 w 5155756"/>
                <a:gd name="connsiteY13" fmla="*/ 0 h 54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55756" h="549150">
                  <a:moveTo>
                    <a:pt x="299044" y="0"/>
                  </a:moveTo>
                  <a:lnTo>
                    <a:pt x="300889" y="171"/>
                  </a:lnTo>
                  <a:lnTo>
                    <a:pt x="300889" y="0"/>
                  </a:lnTo>
                  <a:lnTo>
                    <a:pt x="4228656" y="0"/>
                  </a:lnTo>
                  <a:lnTo>
                    <a:pt x="5103517" y="0"/>
                  </a:lnTo>
                  <a:lnTo>
                    <a:pt x="5155756" y="0"/>
                  </a:lnTo>
                  <a:lnTo>
                    <a:pt x="5155756" y="549150"/>
                  </a:lnTo>
                  <a:lnTo>
                    <a:pt x="5103517" y="549150"/>
                  </a:lnTo>
                  <a:lnTo>
                    <a:pt x="4228656" y="549150"/>
                  </a:lnTo>
                  <a:lnTo>
                    <a:pt x="300889" y="549150"/>
                  </a:lnTo>
                  <a:lnTo>
                    <a:pt x="300889" y="548980"/>
                  </a:lnTo>
                  <a:lnTo>
                    <a:pt x="299044" y="549150"/>
                  </a:lnTo>
                  <a:cubicBezTo>
                    <a:pt x="133887" y="549150"/>
                    <a:pt x="0" y="426219"/>
                    <a:pt x="0" y="274575"/>
                  </a:cubicBezTo>
                  <a:cubicBezTo>
                    <a:pt x="0" y="122932"/>
                    <a:pt x="133887" y="0"/>
                    <a:pt x="299044"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a:p>
          </p:txBody>
        </p:sp>
      </p:grpSp>
      <p:pic>
        <p:nvPicPr>
          <p:cNvPr id="11" name="Graphic 10">
            <a:extLst>
              <a:ext uri="{FF2B5EF4-FFF2-40B4-BE49-F238E27FC236}">
                <a16:creationId xmlns:a16="http://schemas.microsoft.com/office/drawing/2014/main" id="{29E62D4C-ACB0-644F-9042-ADF3C890FE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99896" y="919321"/>
            <a:ext cx="2809875" cy="508000"/>
          </a:xfrm>
          <a:prstGeom prst="rect">
            <a:avLst/>
          </a:prstGeom>
        </p:spPr>
      </p:pic>
    </p:spTree>
    <p:extLst>
      <p:ext uri="{BB962C8B-B14F-4D97-AF65-F5344CB8AC3E}">
        <p14:creationId xmlns:p14="http://schemas.microsoft.com/office/powerpoint/2010/main" val="386613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bwMode="gray">
          <a:xfrm>
            <a:off x="480874" y="7984824"/>
            <a:ext cx="11612880" cy="422610"/>
          </a:xfrm>
          <a:prstGeom prst="rect">
            <a:avLst/>
          </a:prstGeom>
          <a:noFill/>
        </p:spPr>
        <p:txBody>
          <a:bodyPr vert="horz" lIns="91440" tIns="45720" rIns="91440" bIns="45720" rtlCol="0" anchor="b" anchorCtr="0"/>
          <a:lstStyle>
            <a:lvl1pPr algn="l">
              <a:defRPr sz="1003">
                <a:solidFill>
                  <a:schemeClr val="tx1"/>
                </a:solidFill>
                <a:latin typeface="Arial Narrow" panose="020B0606020202030204" pitchFamily="34" charset="0"/>
              </a:defRPr>
            </a:lvl1pPr>
          </a:lstStyle>
          <a:p>
            <a:endParaRPr lang="en-US" dirty="0"/>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7620002" y="8572663"/>
            <a:ext cx="7620000" cy="345931"/>
          </a:xfrm>
          <a:prstGeom prst="rect">
            <a:avLst/>
          </a:prstGeom>
          <a:ln>
            <a:noFill/>
          </a:ln>
        </p:spPr>
        <p:txBody>
          <a:bodyPr vert="horz" wrap="square" lIns="114298" tIns="57151" rIns="114298" bIns="57151" numCol="1" rtlCol="0" anchor="ctr" anchorCtr="0" compatLnSpc="1">
            <a:prstTxWarp prst="textNoShape">
              <a:avLst/>
            </a:prstTxWarp>
            <a:spAutoFit/>
          </a:bodyPr>
          <a:lstStyle/>
          <a:p>
            <a:pPr marL="0" marR="0" indent="0" algn="r" defTabSz="1143237" rtl="0" eaLnBrk="1" fontAlgn="auto" latinLnBrk="0" hangingPunct="1">
              <a:lnSpc>
                <a:spcPct val="100000"/>
              </a:lnSpc>
              <a:spcBef>
                <a:spcPts val="0"/>
              </a:spcBef>
              <a:spcAft>
                <a:spcPts val="0"/>
              </a:spcAft>
              <a:buClrTx/>
              <a:buSzTx/>
              <a:buFontTx/>
              <a:buNone/>
              <a:tabLst/>
              <a:defRPr/>
            </a:pPr>
            <a:r>
              <a:rPr lang="en-US" sz="1498" b="1" i="0" u="none" strike="noStrike" kern="1200" dirty="0">
                <a:solidFill>
                  <a:schemeClr val="bg1">
                    <a:lumMod val="50000"/>
                  </a:schemeClr>
                </a:solidFill>
                <a:effectLst/>
                <a:latin typeface="+mn-lt"/>
                <a:ea typeface="+mn-ea"/>
                <a:cs typeface="+mn-cs"/>
              </a:rPr>
              <a:t>IQVIA Template (V2.1.0)</a:t>
            </a:r>
            <a:endParaRPr lang="en-US" sz="1249" kern="1200" dirty="0">
              <a:solidFill>
                <a:schemeClr val="bg1">
                  <a:lumMod val="50000"/>
                </a:schemeClr>
              </a:solidFill>
              <a:latin typeface="+mn-lt"/>
              <a:ea typeface="Arial" charset="0"/>
              <a:cs typeface="Arial" charset="0"/>
            </a:endParaRPr>
          </a:p>
        </p:txBody>
      </p:sp>
      <p:grpSp>
        <p:nvGrpSpPr>
          <p:cNvPr id="4" name="Group 3">
            <a:extLst>
              <a:ext uri="{FF2B5EF4-FFF2-40B4-BE49-F238E27FC236}">
                <a16:creationId xmlns:a16="http://schemas.microsoft.com/office/drawing/2014/main" id="{B907A176-04FF-4600-9428-258A4B331C28}"/>
              </a:ext>
            </a:extLst>
          </p:cNvPr>
          <p:cNvGrpSpPr/>
          <p:nvPr userDrawn="1"/>
        </p:nvGrpSpPr>
        <p:grpSpPr>
          <a:xfrm>
            <a:off x="15385107" y="3"/>
            <a:ext cx="1064681" cy="3809736"/>
            <a:chOff x="12233656" y="25480"/>
            <a:chExt cx="851744" cy="3047787"/>
          </a:xfrm>
        </p:grpSpPr>
        <p:sp>
          <p:nvSpPr>
            <p:cNvPr id="46" name="Rectangle 45">
              <a:extLst>
                <a:ext uri="{FF2B5EF4-FFF2-40B4-BE49-F238E27FC236}">
                  <a16:creationId xmlns:a16="http://schemas.microsoft.com/office/drawing/2014/main" id="{B6790172-6CDB-486B-8C9C-5719F944A1E5}"/>
                </a:ext>
              </a:extLst>
            </p:cNvPr>
            <p:cNvSpPr/>
            <p:nvPr/>
          </p:nvSpPr>
          <p:spPr bwMode="gray">
            <a:xfrm>
              <a:off x="12233656" y="2584077"/>
              <a:ext cx="187184" cy="1871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47" name="Rectangle 46">
              <a:extLst>
                <a:ext uri="{FF2B5EF4-FFF2-40B4-BE49-F238E27FC236}">
                  <a16:creationId xmlns:a16="http://schemas.microsoft.com/office/drawing/2014/main" id="{E34110EB-1D9F-40AA-85D6-0DCE03E31FF6}"/>
                </a:ext>
              </a:extLst>
            </p:cNvPr>
            <p:cNvSpPr/>
            <p:nvPr/>
          </p:nvSpPr>
          <p:spPr bwMode="gray">
            <a:xfrm>
              <a:off x="12676696" y="2584077"/>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48" name="Rectangle 47">
              <a:extLst>
                <a:ext uri="{FF2B5EF4-FFF2-40B4-BE49-F238E27FC236}">
                  <a16:creationId xmlns:a16="http://schemas.microsoft.com/office/drawing/2014/main" id="{84C9A453-AE8F-4383-BD8F-32DA97D7AAF2}"/>
                </a:ext>
              </a:extLst>
            </p:cNvPr>
            <p:cNvSpPr/>
            <p:nvPr/>
          </p:nvSpPr>
          <p:spPr bwMode="gray">
            <a:xfrm>
              <a:off x="12898215" y="2584077"/>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49" name="Rectangle 48">
              <a:extLst>
                <a:ext uri="{FF2B5EF4-FFF2-40B4-BE49-F238E27FC236}">
                  <a16:creationId xmlns:a16="http://schemas.microsoft.com/office/drawing/2014/main" id="{9E0FF7AE-5FC0-4FE9-B824-B5FD9D591486}"/>
                </a:ext>
              </a:extLst>
            </p:cNvPr>
            <p:cNvSpPr/>
            <p:nvPr/>
          </p:nvSpPr>
          <p:spPr bwMode="gray">
            <a:xfrm>
              <a:off x="12455176" y="2584077"/>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0" name="Rectangle 49">
              <a:extLst>
                <a:ext uri="{FF2B5EF4-FFF2-40B4-BE49-F238E27FC236}">
                  <a16:creationId xmlns:a16="http://schemas.microsoft.com/office/drawing/2014/main" id="{F0DA3666-914B-4B70-9285-AC745AC36DD8}"/>
                </a:ext>
              </a:extLst>
            </p:cNvPr>
            <p:cNvSpPr/>
            <p:nvPr/>
          </p:nvSpPr>
          <p:spPr bwMode="gray">
            <a:xfrm>
              <a:off x="12233656" y="1976453"/>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1" name="Rectangle 50">
              <a:extLst>
                <a:ext uri="{FF2B5EF4-FFF2-40B4-BE49-F238E27FC236}">
                  <a16:creationId xmlns:a16="http://schemas.microsoft.com/office/drawing/2014/main" id="{B5BBD6E4-2C3A-4BDE-91DF-83D595CE5D83}"/>
                </a:ext>
              </a:extLst>
            </p:cNvPr>
            <p:cNvSpPr/>
            <p:nvPr/>
          </p:nvSpPr>
          <p:spPr bwMode="gray">
            <a:xfrm>
              <a:off x="12233656" y="2282071"/>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2" name="Rectangle 51">
              <a:extLst>
                <a:ext uri="{FF2B5EF4-FFF2-40B4-BE49-F238E27FC236}">
                  <a16:creationId xmlns:a16="http://schemas.microsoft.com/office/drawing/2014/main" id="{1EA34AC5-EFC7-4238-82A2-6B301C2DDE12}"/>
                </a:ext>
              </a:extLst>
            </p:cNvPr>
            <p:cNvSpPr/>
            <p:nvPr/>
          </p:nvSpPr>
          <p:spPr bwMode="gray">
            <a:xfrm>
              <a:off x="12455176" y="1976453"/>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3" name="Rectangle 52">
              <a:extLst>
                <a:ext uri="{FF2B5EF4-FFF2-40B4-BE49-F238E27FC236}">
                  <a16:creationId xmlns:a16="http://schemas.microsoft.com/office/drawing/2014/main" id="{9C959C79-B003-4C43-BB55-D824D8433590}"/>
                </a:ext>
              </a:extLst>
            </p:cNvPr>
            <p:cNvSpPr/>
            <p:nvPr/>
          </p:nvSpPr>
          <p:spPr bwMode="gray">
            <a:xfrm>
              <a:off x="12676696" y="1976453"/>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4" name="Rectangle 53">
              <a:extLst>
                <a:ext uri="{FF2B5EF4-FFF2-40B4-BE49-F238E27FC236}">
                  <a16:creationId xmlns:a16="http://schemas.microsoft.com/office/drawing/2014/main" id="{2E2F109A-F3DB-4DF0-AE2F-90C6EA4CAB56}"/>
                </a:ext>
              </a:extLst>
            </p:cNvPr>
            <p:cNvSpPr/>
            <p:nvPr/>
          </p:nvSpPr>
          <p:spPr bwMode="gray">
            <a:xfrm>
              <a:off x="12898216" y="1976453"/>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5" name="TextBox 54">
              <a:extLst>
                <a:ext uri="{FF2B5EF4-FFF2-40B4-BE49-F238E27FC236}">
                  <a16:creationId xmlns:a16="http://schemas.microsoft.com/office/drawing/2014/main" id="{3A61E298-EB0A-4E17-BD09-A9BCC2649A12}"/>
                </a:ext>
              </a:extLst>
            </p:cNvPr>
            <p:cNvSpPr txBox="1"/>
            <p:nvPr/>
          </p:nvSpPr>
          <p:spPr>
            <a:xfrm>
              <a:off x="12233656" y="25480"/>
              <a:ext cx="851744" cy="166559"/>
            </a:xfrm>
            <a:prstGeom prst="rect">
              <a:avLst/>
            </a:prstGeom>
            <a:noFill/>
          </p:spPr>
          <p:txBody>
            <a:bodyPr wrap="square" lIns="0" rIns="0" rtlCol="0">
              <a:spAutoFit/>
            </a:bodyPr>
            <a:lstStyle/>
            <a:p>
              <a:pPr algn="ctr"/>
              <a:r>
                <a:rPr lang="en-US" sz="753" dirty="0">
                  <a:solidFill>
                    <a:schemeClr val="tx1"/>
                  </a:solidFill>
                </a:rPr>
                <a:t>100%  50%   75%   25%</a:t>
              </a:r>
            </a:p>
          </p:txBody>
        </p:sp>
        <p:sp>
          <p:nvSpPr>
            <p:cNvPr id="56" name="Rectangle 55">
              <a:extLst>
                <a:ext uri="{FF2B5EF4-FFF2-40B4-BE49-F238E27FC236}">
                  <a16:creationId xmlns:a16="http://schemas.microsoft.com/office/drawing/2014/main" id="{4705AA33-EE2E-4E4E-B109-36E236936840}"/>
                </a:ext>
              </a:extLst>
            </p:cNvPr>
            <p:cNvSpPr/>
            <p:nvPr/>
          </p:nvSpPr>
          <p:spPr bwMode="gray">
            <a:xfrm>
              <a:off x="12233656" y="2886083"/>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8" name="Rectangle 57">
              <a:extLst>
                <a:ext uri="{FF2B5EF4-FFF2-40B4-BE49-F238E27FC236}">
                  <a16:creationId xmlns:a16="http://schemas.microsoft.com/office/drawing/2014/main" id="{5EEC58DC-2F2B-4BE2-B67F-07B125678C34}"/>
                </a:ext>
              </a:extLst>
            </p:cNvPr>
            <p:cNvSpPr/>
            <p:nvPr userDrawn="1"/>
          </p:nvSpPr>
          <p:spPr bwMode="gray">
            <a:xfrm>
              <a:off x="12233656" y="1765158"/>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59" name="Rectangle 58">
              <a:extLst>
                <a:ext uri="{FF2B5EF4-FFF2-40B4-BE49-F238E27FC236}">
                  <a16:creationId xmlns:a16="http://schemas.microsoft.com/office/drawing/2014/main" id="{8549ADF4-EEA9-43D1-8A2A-133C45DB1862}"/>
                </a:ext>
              </a:extLst>
            </p:cNvPr>
            <p:cNvSpPr/>
            <p:nvPr userDrawn="1"/>
          </p:nvSpPr>
          <p:spPr bwMode="gray">
            <a:xfrm>
              <a:off x="12455176" y="1765158"/>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60" name="Rectangle 59">
              <a:extLst>
                <a:ext uri="{FF2B5EF4-FFF2-40B4-BE49-F238E27FC236}">
                  <a16:creationId xmlns:a16="http://schemas.microsoft.com/office/drawing/2014/main" id="{30543385-700D-4FD3-9403-942A7816AFF3}"/>
                </a:ext>
              </a:extLst>
            </p:cNvPr>
            <p:cNvSpPr/>
            <p:nvPr userDrawn="1"/>
          </p:nvSpPr>
          <p:spPr bwMode="gray">
            <a:xfrm>
              <a:off x="12676696" y="1765158"/>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61" name="Rectangle 60">
              <a:extLst>
                <a:ext uri="{FF2B5EF4-FFF2-40B4-BE49-F238E27FC236}">
                  <a16:creationId xmlns:a16="http://schemas.microsoft.com/office/drawing/2014/main" id="{53C64855-B6D7-406E-A904-38AA3CAC33D1}"/>
                </a:ext>
              </a:extLst>
            </p:cNvPr>
            <p:cNvSpPr/>
            <p:nvPr userDrawn="1"/>
          </p:nvSpPr>
          <p:spPr bwMode="gray">
            <a:xfrm>
              <a:off x="12898216" y="1765158"/>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76" dirty="0"/>
            </a:p>
          </p:txBody>
        </p:sp>
        <p:sp>
          <p:nvSpPr>
            <p:cNvPr id="74" name="Rectangle 73">
              <a:extLst>
                <a:ext uri="{FF2B5EF4-FFF2-40B4-BE49-F238E27FC236}">
                  <a16:creationId xmlns:a16="http://schemas.microsoft.com/office/drawing/2014/main" id="{F1671D4E-C545-4A51-AD54-465B655DA739}"/>
                </a:ext>
              </a:extLst>
            </p:cNvPr>
            <p:cNvSpPr/>
            <p:nvPr/>
          </p:nvSpPr>
          <p:spPr bwMode="gray">
            <a:xfrm>
              <a:off x="12455176" y="22242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5" name="Rectangle 74">
              <a:extLst>
                <a:ext uri="{FF2B5EF4-FFF2-40B4-BE49-F238E27FC236}">
                  <a16:creationId xmlns:a16="http://schemas.microsoft.com/office/drawing/2014/main" id="{2B621816-B34D-4C96-B96F-5C715C45829B}"/>
                </a:ext>
              </a:extLst>
            </p:cNvPr>
            <p:cNvSpPr/>
            <p:nvPr/>
          </p:nvSpPr>
          <p:spPr bwMode="gray">
            <a:xfrm>
              <a:off x="12455176" y="44372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6" name="Rectangle 75">
              <a:extLst>
                <a:ext uri="{FF2B5EF4-FFF2-40B4-BE49-F238E27FC236}">
                  <a16:creationId xmlns:a16="http://schemas.microsoft.com/office/drawing/2014/main" id="{657F5CE8-B34F-444C-9F30-C4849266D875}"/>
                </a:ext>
              </a:extLst>
            </p:cNvPr>
            <p:cNvSpPr/>
            <p:nvPr/>
          </p:nvSpPr>
          <p:spPr bwMode="gray">
            <a:xfrm>
              <a:off x="12676695" y="22242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7" name="Rectangle 76">
              <a:extLst>
                <a:ext uri="{FF2B5EF4-FFF2-40B4-BE49-F238E27FC236}">
                  <a16:creationId xmlns:a16="http://schemas.microsoft.com/office/drawing/2014/main" id="{03D284D6-CF6C-4BFC-8BAA-4E3DEFF9F379}"/>
                </a:ext>
              </a:extLst>
            </p:cNvPr>
            <p:cNvSpPr/>
            <p:nvPr/>
          </p:nvSpPr>
          <p:spPr bwMode="gray">
            <a:xfrm>
              <a:off x="12676695" y="44372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8" name="Rectangle 77">
              <a:extLst>
                <a:ext uri="{FF2B5EF4-FFF2-40B4-BE49-F238E27FC236}">
                  <a16:creationId xmlns:a16="http://schemas.microsoft.com/office/drawing/2014/main" id="{F2017C50-180E-4CF0-9C26-E8CEE97041A3}"/>
                </a:ext>
              </a:extLst>
            </p:cNvPr>
            <p:cNvSpPr/>
            <p:nvPr/>
          </p:nvSpPr>
          <p:spPr bwMode="gray">
            <a:xfrm>
              <a:off x="12898215" y="22242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79" name="Rectangle 78">
              <a:extLst>
                <a:ext uri="{FF2B5EF4-FFF2-40B4-BE49-F238E27FC236}">
                  <a16:creationId xmlns:a16="http://schemas.microsoft.com/office/drawing/2014/main" id="{B85309A6-0A06-430D-BC25-9F084A978BC1}"/>
                </a:ext>
              </a:extLst>
            </p:cNvPr>
            <p:cNvSpPr/>
            <p:nvPr/>
          </p:nvSpPr>
          <p:spPr bwMode="gray">
            <a:xfrm>
              <a:off x="12898215" y="44372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0" name="Rectangle 79">
              <a:extLst>
                <a:ext uri="{FF2B5EF4-FFF2-40B4-BE49-F238E27FC236}">
                  <a16:creationId xmlns:a16="http://schemas.microsoft.com/office/drawing/2014/main" id="{602F1061-646D-4F4A-BF71-63529009C779}"/>
                </a:ext>
              </a:extLst>
            </p:cNvPr>
            <p:cNvSpPr/>
            <p:nvPr/>
          </p:nvSpPr>
          <p:spPr bwMode="gray">
            <a:xfrm>
              <a:off x="12233656" y="666550"/>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1" name="Rectangle 80">
              <a:extLst>
                <a:ext uri="{FF2B5EF4-FFF2-40B4-BE49-F238E27FC236}">
                  <a16:creationId xmlns:a16="http://schemas.microsoft.com/office/drawing/2014/main" id="{C0E5BBAC-94C9-4F7F-9287-47DCDACCDED5}"/>
                </a:ext>
              </a:extLst>
            </p:cNvPr>
            <p:cNvSpPr/>
            <p:nvPr/>
          </p:nvSpPr>
          <p:spPr bwMode="gray">
            <a:xfrm>
              <a:off x="12455176" y="1329200"/>
              <a:ext cx="187184" cy="187184"/>
            </a:xfrm>
            <a:prstGeom prst="rect">
              <a:avLst/>
            </a:prstGeom>
            <a:solidFill>
              <a:srgbClr val="F7D991"/>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8D882D5B-CA7B-4921-A5C7-C2A02ADC6E9E}"/>
                </a:ext>
              </a:extLst>
            </p:cNvPr>
            <p:cNvSpPr/>
            <p:nvPr/>
          </p:nvSpPr>
          <p:spPr bwMode="gray">
            <a:xfrm>
              <a:off x="12676695" y="1329200"/>
              <a:ext cx="187184" cy="187184"/>
            </a:xfrm>
            <a:prstGeom prst="rect">
              <a:avLst/>
            </a:prstGeom>
            <a:solidFill>
              <a:srgbClr val="F4C65A"/>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3" name="Rectangle 82">
              <a:extLst>
                <a:ext uri="{FF2B5EF4-FFF2-40B4-BE49-F238E27FC236}">
                  <a16:creationId xmlns:a16="http://schemas.microsoft.com/office/drawing/2014/main" id="{B9E1E4DF-D2F6-452C-B668-F445C5207AE8}"/>
                </a:ext>
              </a:extLst>
            </p:cNvPr>
            <p:cNvSpPr/>
            <p:nvPr/>
          </p:nvSpPr>
          <p:spPr bwMode="gray">
            <a:xfrm>
              <a:off x="12898215" y="1329200"/>
              <a:ext cx="187184" cy="187184"/>
            </a:xfrm>
            <a:prstGeom prst="rect">
              <a:avLst/>
            </a:prstGeom>
            <a:solidFill>
              <a:srgbClr val="FBECC8"/>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4" name="Rectangle 83">
              <a:extLst>
                <a:ext uri="{FF2B5EF4-FFF2-40B4-BE49-F238E27FC236}">
                  <a16:creationId xmlns:a16="http://schemas.microsoft.com/office/drawing/2014/main" id="{B817B419-0520-447A-99C5-2445CD25CBC7}"/>
                </a:ext>
              </a:extLst>
            </p:cNvPr>
            <p:cNvSpPr/>
            <p:nvPr/>
          </p:nvSpPr>
          <p:spPr bwMode="gray">
            <a:xfrm>
              <a:off x="12233656" y="44518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5" name="Rectangle 84">
              <a:extLst>
                <a:ext uri="{FF2B5EF4-FFF2-40B4-BE49-F238E27FC236}">
                  <a16:creationId xmlns:a16="http://schemas.microsoft.com/office/drawing/2014/main" id="{EAAAD1C3-AC65-4E7F-95B0-0904DA748A91}"/>
                </a:ext>
              </a:extLst>
            </p:cNvPr>
            <p:cNvSpPr/>
            <p:nvPr/>
          </p:nvSpPr>
          <p:spPr bwMode="gray">
            <a:xfrm>
              <a:off x="12455176" y="1550568"/>
              <a:ext cx="187184" cy="187184"/>
            </a:xfrm>
            <a:prstGeom prst="rect">
              <a:avLst/>
            </a:prstGeom>
            <a:solidFill>
              <a:srgbClr val="FEC488"/>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6" name="Rectangle 85">
              <a:extLst>
                <a:ext uri="{FF2B5EF4-FFF2-40B4-BE49-F238E27FC236}">
                  <a16:creationId xmlns:a16="http://schemas.microsoft.com/office/drawing/2014/main" id="{93E25F0A-706F-4DD8-A3DC-8BA19EF80FF9}"/>
                </a:ext>
              </a:extLst>
            </p:cNvPr>
            <p:cNvSpPr/>
            <p:nvPr/>
          </p:nvSpPr>
          <p:spPr bwMode="gray">
            <a:xfrm>
              <a:off x="12676695" y="1550568"/>
              <a:ext cx="187184" cy="187184"/>
            </a:xfrm>
            <a:prstGeom prst="rect">
              <a:avLst/>
            </a:prstGeom>
            <a:solidFill>
              <a:srgbClr val="FEA74D"/>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7" name="Rectangle 86">
              <a:extLst>
                <a:ext uri="{FF2B5EF4-FFF2-40B4-BE49-F238E27FC236}">
                  <a16:creationId xmlns:a16="http://schemas.microsoft.com/office/drawing/2014/main" id="{9F5CD6E0-1E3E-40C5-A52C-E38D01328967}"/>
                </a:ext>
              </a:extLst>
            </p:cNvPr>
            <p:cNvSpPr/>
            <p:nvPr/>
          </p:nvSpPr>
          <p:spPr bwMode="gray">
            <a:xfrm>
              <a:off x="12898215" y="1550568"/>
              <a:ext cx="187184" cy="187184"/>
            </a:xfrm>
            <a:prstGeom prst="rect">
              <a:avLst/>
            </a:prstGeom>
            <a:solidFill>
              <a:srgbClr val="FFE2C4"/>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8" name="Rectangle 87">
              <a:extLst>
                <a:ext uri="{FF2B5EF4-FFF2-40B4-BE49-F238E27FC236}">
                  <a16:creationId xmlns:a16="http://schemas.microsoft.com/office/drawing/2014/main" id="{7F4C58CC-4DF8-4296-B3D0-140D4877D04D}"/>
                </a:ext>
              </a:extLst>
            </p:cNvPr>
            <p:cNvSpPr/>
            <p:nvPr/>
          </p:nvSpPr>
          <p:spPr bwMode="gray">
            <a:xfrm>
              <a:off x="12233656" y="22242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89" name="Rectangle 88">
              <a:extLst>
                <a:ext uri="{FF2B5EF4-FFF2-40B4-BE49-F238E27FC236}">
                  <a16:creationId xmlns:a16="http://schemas.microsoft.com/office/drawing/2014/main" id="{8A8BD596-AF6E-430B-BB6B-EABDF5AEDD8E}"/>
                </a:ext>
              </a:extLst>
            </p:cNvPr>
            <p:cNvSpPr/>
            <p:nvPr/>
          </p:nvSpPr>
          <p:spPr bwMode="gray">
            <a:xfrm>
              <a:off x="12455176" y="1106378"/>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0" name="Rectangle 89">
              <a:extLst>
                <a:ext uri="{FF2B5EF4-FFF2-40B4-BE49-F238E27FC236}">
                  <a16:creationId xmlns:a16="http://schemas.microsoft.com/office/drawing/2014/main" id="{831B3C34-B7AB-4090-8ECF-586A4E0A931D}"/>
                </a:ext>
              </a:extLst>
            </p:cNvPr>
            <p:cNvSpPr/>
            <p:nvPr/>
          </p:nvSpPr>
          <p:spPr bwMode="gray">
            <a:xfrm>
              <a:off x="12676695" y="1106378"/>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1" name="Rectangle 90">
              <a:extLst>
                <a:ext uri="{FF2B5EF4-FFF2-40B4-BE49-F238E27FC236}">
                  <a16:creationId xmlns:a16="http://schemas.microsoft.com/office/drawing/2014/main" id="{9BC3DFDA-BB56-4A0D-A846-DFCB8EF88D81}"/>
                </a:ext>
              </a:extLst>
            </p:cNvPr>
            <p:cNvSpPr/>
            <p:nvPr/>
          </p:nvSpPr>
          <p:spPr bwMode="gray">
            <a:xfrm>
              <a:off x="12898215" y="1106378"/>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2" name="Rectangle 91">
              <a:extLst>
                <a:ext uri="{FF2B5EF4-FFF2-40B4-BE49-F238E27FC236}">
                  <a16:creationId xmlns:a16="http://schemas.microsoft.com/office/drawing/2014/main" id="{9B4C1DB7-696A-41FA-B3FE-4C10635D8931}"/>
                </a:ext>
              </a:extLst>
            </p:cNvPr>
            <p:cNvSpPr/>
            <p:nvPr/>
          </p:nvSpPr>
          <p:spPr bwMode="gray">
            <a:xfrm>
              <a:off x="12233656" y="1330654"/>
              <a:ext cx="187184" cy="187184"/>
            </a:xfrm>
            <a:prstGeom prst="rect">
              <a:avLst/>
            </a:prstGeom>
            <a:solidFill>
              <a:srgbClr val="F0B323"/>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3" name="Rectangle 92">
              <a:extLst>
                <a:ext uri="{FF2B5EF4-FFF2-40B4-BE49-F238E27FC236}">
                  <a16:creationId xmlns:a16="http://schemas.microsoft.com/office/drawing/2014/main" id="{C2A2C519-863C-4FFE-885E-34C8AB2B023E}"/>
                </a:ext>
              </a:extLst>
            </p:cNvPr>
            <p:cNvSpPr/>
            <p:nvPr/>
          </p:nvSpPr>
          <p:spPr bwMode="gray">
            <a:xfrm>
              <a:off x="12233656" y="1550568"/>
              <a:ext cx="187184" cy="187184"/>
            </a:xfrm>
            <a:prstGeom prst="rect">
              <a:avLst/>
            </a:prstGeom>
            <a:solidFill>
              <a:srgbClr val="FE8A12"/>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4" name="Rectangle 93">
              <a:extLst>
                <a:ext uri="{FF2B5EF4-FFF2-40B4-BE49-F238E27FC236}">
                  <a16:creationId xmlns:a16="http://schemas.microsoft.com/office/drawing/2014/main" id="{00299C38-075C-4023-BA01-5FBB57E7B93E}"/>
                </a:ext>
              </a:extLst>
            </p:cNvPr>
            <p:cNvSpPr/>
            <p:nvPr/>
          </p:nvSpPr>
          <p:spPr bwMode="gray">
            <a:xfrm>
              <a:off x="12233656" y="1109286"/>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5" name="Rectangle 94">
              <a:extLst>
                <a:ext uri="{FF2B5EF4-FFF2-40B4-BE49-F238E27FC236}">
                  <a16:creationId xmlns:a16="http://schemas.microsoft.com/office/drawing/2014/main" id="{D230E707-137B-4479-8F7E-1687687A179F}"/>
                </a:ext>
              </a:extLst>
            </p:cNvPr>
            <p:cNvSpPr/>
            <p:nvPr/>
          </p:nvSpPr>
          <p:spPr bwMode="gray">
            <a:xfrm>
              <a:off x="12233656" y="887918"/>
              <a:ext cx="187184" cy="187184"/>
            </a:xfrm>
            <a:prstGeom prst="rect">
              <a:avLst/>
            </a:prstGeom>
            <a:solidFill>
              <a:srgbClr val="027123"/>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6" name="Rectangle 95">
              <a:extLst>
                <a:ext uri="{FF2B5EF4-FFF2-40B4-BE49-F238E27FC236}">
                  <a16:creationId xmlns:a16="http://schemas.microsoft.com/office/drawing/2014/main" id="{930CCC58-FAA5-4900-A5F9-0B899F2A0460}"/>
                </a:ext>
              </a:extLst>
            </p:cNvPr>
            <p:cNvSpPr/>
            <p:nvPr/>
          </p:nvSpPr>
          <p:spPr bwMode="gray">
            <a:xfrm>
              <a:off x="12455176" y="887918"/>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7" name="Rectangle 96">
              <a:extLst>
                <a:ext uri="{FF2B5EF4-FFF2-40B4-BE49-F238E27FC236}">
                  <a16:creationId xmlns:a16="http://schemas.microsoft.com/office/drawing/2014/main" id="{0D728566-B8B7-4E9D-8B72-20AC79577B3C}"/>
                </a:ext>
              </a:extLst>
            </p:cNvPr>
            <p:cNvSpPr/>
            <p:nvPr/>
          </p:nvSpPr>
          <p:spPr bwMode="gray">
            <a:xfrm>
              <a:off x="12455176" y="666550"/>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8" name="Rectangle 97">
              <a:extLst>
                <a:ext uri="{FF2B5EF4-FFF2-40B4-BE49-F238E27FC236}">
                  <a16:creationId xmlns:a16="http://schemas.microsoft.com/office/drawing/2014/main" id="{0654B01F-B9ED-460E-8A42-71800A74AFD1}"/>
                </a:ext>
              </a:extLst>
            </p:cNvPr>
            <p:cNvSpPr/>
            <p:nvPr/>
          </p:nvSpPr>
          <p:spPr bwMode="gray">
            <a:xfrm>
              <a:off x="12676695" y="887918"/>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99" name="Rectangle 98">
              <a:extLst>
                <a:ext uri="{FF2B5EF4-FFF2-40B4-BE49-F238E27FC236}">
                  <a16:creationId xmlns:a16="http://schemas.microsoft.com/office/drawing/2014/main" id="{198DE376-4FF4-4A06-A431-8F072BE6F442}"/>
                </a:ext>
              </a:extLst>
            </p:cNvPr>
            <p:cNvSpPr/>
            <p:nvPr/>
          </p:nvSpPr>
          <p:spPr bwMode="gray">
            <a:xfrm>
              <a:off x="12676695" y="666550"/>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0" name="Rectangle 99">
              <a:extLst>
                <a:ext uri="{FF2B5EF4-FFF2-40B4-BE49-F238E27FC236}">
                  <a16:creationId xmlns:a16="http://schemas.microsoft.com/office/drawing/2014/main" id="{83CCD18B-54DC-422F-BC15-C5819DF277AE}"/>
                </a:ext>
              </a:extLst>
            </p:cNvPr>
            <p:cNvSpPr/>
            <p:nvPr/>
          </p:nvSpPr>
          <p:spPr bwMode="gray">
            <a:xfrm>
              <a:off x="12898215" y="887918"/>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101" name="Rectangle 100">
              <a:extLst>
                <a:ext uri="{FF2B5EF4-FFF2-40B4-BE49-F238E27FC236}">
                  <a16:creationId xmlns:a16="http://schemas.microsoft.com/office/drawing/2014/main" id="{C9AC4FBA-1217-4369-8CD8-64FAE85D8B82}"/>
                </a:ext>
              </a:extLst>
            </p:cNvPr>
            <p:cNvSpPr/>
            <p:nvPr/>
          </p:nvSpPr>
          <p:spPr bwMode="gray">
            <a:xfrm>
              <a:off x="12898215" y="666550"/>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1143237" eaLnBrk="1" fontAlgn="auto" latinLnBrk="0" hangingPunct="1">
                <a:lnSpc>
                  <a:spcPct val="100000"/>
                </a:lnSpc>
                <a:spcBef>
                  <a:spcPts val="0"/>
                </a:spcBef>
                <a:spcAft>
                  <a:spcPts val="0"/>
                </a:spcAft>
                <a:buClrTx/>
                <a:buSzTx/>
                <a:buFontTx/>
                <a:buNone/>
                <a:tabLst/>
                <a:defRPr/>
              </a:pPr>
              <a:endParaRPr kumimoji="0" lang="en-US" sz="2252" b="0" i="0" u="none" strike="noStrike" kern="0" cap="none" spc="0" normalizeH="0" baseline="0" noProof="0" dirty="0">
                <a:ln>
                  <a:noFill/>
                </a:ln>
                <a:solidFill>
                  <a:srgbClr val="FFFFFF"/>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234" r:id="rId1"/>
    <p:sldLayoutId id="2147484235" r:id="rId2"/>
    <p:sldLayoutId id="2147484236" r:id="rId3"/>
    <p:sldLayoutId id="2147484238" r:id="rId4"/>
    <p:sldLayoutId id="2147484239" r:id="rId5"/>
    <p:sldLayoutId id="2147484240" r:id="rId6"/>
    <p:sldLayoutId id="2147484241" r:id="rId7"/>
    <p:sldLayoutId id="2147484242" r:id="rId8"/>
    <p:sldLayoutId id="2147484243" r:id="rId9"/>
    <p:sldLayoutId id="2147484244" r:id="rId10"/>
    <p:sldLayoutId id="2147484245" r:id="rId11"/>
    <p:sldLayoutId id="2147484246" r:id="rId12"/>
    <p:sldLayoutId id="2147484247" r:id="rId13"/>
    <p:sldLayoutId id="2147484248" r:id="rId14"/>
    <p:sldLayoutId id="2147484249" r:id="rId15"/>
    <p:sldLayoutId id="2147484250" r:id="rId16"/>
    <p:sldLayoutId id="2147484251" r:id="rId17"/>
    <p:sldLayoutId id="2147484252" r:id="rId18"/>
    <p:sldLayoutId id="2147484253" r:id="rId19"/>
    <p:sldLayoutId id="2147484254" r:id="rId20"/>
    <p:sldLayoutId id="2147484255" r:id="rId21"/>
    <p:sldLayoutId id="2147484256" r:id="rId22"/>
    <p:sldLayoutId id="2147484257" r:id="rId23"/>
    <p:sldLayoutId id="2147484261" r:id="rId24"/>
    <p:sldLayoutId id="2147484258" r:id="rId25"/>
    <p:sldLayoutId id="2147484259" r:id="rId26"/>
    <p:sldLayoutId id="2147484260"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143237" rtl="0" eaLnBrk="1" latinLnBrk="0" hangingPunct="1">
        <a:lnSpc>
          <a:spcPct val="90000"/>
        </a:lnSpc>
        <a:spcBef>
          <a:spcPct val="0"/>
        </a:spcBef>
        <a:buNone/>
        <a:defRPr sz="5498" kern="1200">
          <a:solidFill>
            <a:schemeClr val="tx1"/>
          </a:solidFill>
          <a:latin typeface="+mj-lt"/>
          <a:ea typeface="+mj-ea"/>
          <a:cs typeface="+mj-cs"/>
        </a:defRPr>
      </a:lvl1pPr>
    </p:titleStyle>
    <p:bodyStyle>
      <a:lvl1pPr marL="285807" indent="-285807" algn="l" defTabSz="1143237" rtl="0" eaLnBrk="1" latinLnBrk="0" hangingPunct="1">
        <a:lnSpc>
          <a:spcPct val="90000"/>
        </a:lnSpc>
        <a:spcBef>
          <a:spcPts val="1249"/>
        </a:spcBef>
        <a:buFont typeface="Arial" panose="020B0604020202020204" pitchFamily="34" charset="0"/>
        <a:buChar char="•"/>
        <a:defRPr sz="3501" kern="1200">
          <a:solidFill>
            <a:schemeClr val="tx1"/>
          </a:solidFill>
          <a:latin typeface="+mn-lt"/>
          <a:ea typeface="+mn-ea"/>
          <a:cs typeface="+mn-cs"/>
        </a:defRPr>
      </a:lvl1pPr>
      <a:lvl2pPr marL="857426" indent="-285807" algn="l" defTabSz="1143237" rtl="0" eaLnBrk="1" latinLnBrk="0" hangingPunct="1">
        <a:lnSpc>
          <a:spcPct val="90000"/>
        </a:lnSpc>
        <a:spcBef>
          <a:spcPts val="622"/>
        </a:spcBef>
        <a:buFont typeface="Arial" panose="020B0604020202020204" pitchFamily="34" charset="0"/>
        <a:buChar char="•"/>
        <a:defRPr sz="3005" kern="1200">
          <a:solidFill>
            <a:schemeClr val="tx1"/>
          </a:solidFill>
          <a:latin typeface="+mn-lt"/>
          <a:ea typeface="+mn-ea"/>
          <a:cs typeface="+mn-cs"/>
        </a:defRPr>
      </a:lvl2pPr>
      <a:lvl3pPr marL="1429044" indent="-285807" algn="l" defTabSz="1143237" rtl="0" eaLnBrk="1" latinLnBrk="0" hangingPunct="1">
        <a:lnSpc>
          <a:spcPct val="90000"/>
        </a:lnSpc>
        <a:spcBef>
          <a:spcPts val="622"/>
        </a:spcBef>
        <a:buFont typeface="Arial" panose="020B0604020202020204" pitchFamily="34" charset="0"/>
        <a:buChar char="•"/>
        <a:defRPr sz="2502" kern="1200">
          <a:solidFill>
            <a:schemeClr val="tx1"/>
          </a:solidFill>
          <a:latin typeface="+mn-lt"/>
          <a:ea typeface="+mn-ea"/>
          <a:cs typeface="+mn-cs"/>
        </a:defRPr>
      </a:lvl3pPr>
      <a:lvl4pPr marL="2000658" indent="-285807" algn="l" defTabSz="1143237" rtl="0" eaLnBrk="1" latinLnBrk="0" hangingPunct="1">
        <a:lnSpc>
          <a:spcPct val="90000"/>
        </a:lnSpc>
        <a:spcBef>
          <a:spcPts val="622"/>
        </a:spcBef>
        <a:buFont typeface="Arial" panose="020B0604020202020204" pitchFamily="34" charset="0"/>
        <a:buChar char="•"/>
        <a:defRPr sz="2252" kern="1200">
          <a:solidFill>
            <a:schemeClr val="tx1"/>
          </a:solidFill>
          <a:latin typeface="+mn-lt"/>
          <a:ea typeface="+mn-ea"/>
          <a:cs typeface="+mn-cs"/>
        </a:defRPr>
      </a:lvl4pPr>
      <a:lvl5pPr marL="2572277" indent="-285807" algn="l" defTabSz="1143237" rtl="0" eaLnBrk="1" latinLnBrk="0" hangingPunct="1">
        <a:lnSpc>
          <a:spcPct val="90000"/>
        </a:lnSpc>
        <a:spcBef>
          <a:spcPts val="622"/>
        </a:spcBef>
        <a:buFont typeface="Arial" panose="020B0604020202020204" pitchFamily="34" charset="0"/>
        <a:buChar char="•"/>
        <a:defRPr sz="2252" kern="1200">
          <a:solidFill>
            <a:schemeClr val="tx1"/>
          </a:solidFill>
          <a:latin typeface="+mn-lt"/>
          <a:ea typeface="+mn-ea"/>
          <a:cs typeface="+mn-cs"/>
        </a:defRPr>
      </a:lvl5pPr>
      <a:lvl6pPr marL="3143891" indent="-285807" algn="l" defTabSz="1143237" rtl="0" eaLnBrk="1" latinLnBrk="0" hangingPunct="1">
        <a:lnSpc>
          <a:spcPct val="90000"/>
        </a:lnSpc>
        <a:spcBef>
          <a:spcPts val="622"/>
        </a:spcBef>
        <a:buFont typeface="Arial" panose="020B0604020202020204" pitchFamily="34" charset="0"/>
        <a:buChar char="•"/>
        <a:defRPr sz="2252" kern="1200">
          <a:solidFill>
            <a:schemeClr val="tx1"/>
          </a:solidFill>
          <a:latin typeface="+mn-lt"/>
          <a:ea typeface="+mn-ea"/>
          <a:cs typeface="+mn-cs"/>
        </a:defRPr>
      </a:lvl6pPr>
      <a:lvl7pPr marL="3715510" indent="-285807" algn="l" defTabSz="1143237" rtl="0" eaLnBrk="1" latinLnBrk="0" hangingPunct="1">
        <a:lnSpc>
          <a:spcPct val="90000"/>
        </a:lnSpc>
        <a:spcBef>
          <a:spcPts val="622"/>
        </a:spcBef>
        <a:buFont typeface="Arial" panose="020B0604020202020204" pitchFamily="34" charset="0"/>
        <a:buChar char="•"/>
        <a:defRPr sz="2252" kern="1200">
          <a:solidFill>
            <a:schemeClr val="tx1"/>
          </a:solidFill>
          <a:latin typeface="+mn-lt"/>
          <a:ea typeface="+mn-ea"/>
          <a:cs typeface="+mn-cs"/>
        </a:defRPr>
      </a:lvl7pPr>
      <a:lvl8pPr marL="4287128" indent="-285807" algn="l" defTabSz="1143237" rtl="0" eaLnBrk="1" latinLnBrk="0" hangingPunct="1">
        <a:lnSpc>
          <a:spcPct val="90000"/>
        </a:lnSpc>
        <a:spcBef>
          <a:spcPts val="622"/>
        </a:spcBef>
        <a:buFont typeface="Arial" panose="020B0604020202020204" pitchFamily="34" charset="0"/>
        <a:buChar char="•"/>
        <a:defRPr sz="2252" kern="1200">
          <a:solidFill>
            <a:schemeClr val="tx1"/>
          </a:solidFill>
          <a:latin typeface="+mn-lt"/>
          <a:ea typeface="+mn-ea"/>
          <a:cs typeface="+mn-cs"/>
        </a:defRPr>
      </a:lvl8pPr>
      <a:lvl9pPr marL="4858742" indent="-285807" algn="l" defTabSz="1143237" rtl="0" eaLnBrk="1" latinLnBrk="0" hangingPunct="1">
        <a:lnSpc>
          <a:spcPct val="90000"/>
        </a:lnSpc>
        <a:spcBef>
          <a:spcPts val="622"/>
        </a:spcBef>
        <a:buFont typeface="Arial" panose="020B0604020202020204" pitchFamily="34" charset="0"/>
        <a:buChar char="•"/>
        <a:defRPr sz="2252" kern="1200">
          <a:solidFill>
            <a:schemeClr val="tx1"/>
          </a:solidFill>
          <a:latin typeface="+mn-lt"/>
          <a:ea typeface="+mn-ea"/>
          <a:cs typeface="+mn-cs"/>
        </a:defRPr>
      </a:lvl9pPr>
    </p:bodyStyle>
    <p:otherStyle>
      <a:defPPr>
        <a:defRPr lang="en-US"/>
      </a:defPPr>
      <a:lvl1pPr marL="0" algn="l" defTabSz="1143237" rtl="0" eaLnBrk="1" latinLnBrk="0" hangingPunct="1">
        <a:defRPr sz="2252" kern="1200">
          <a:solidFill>
            <a:schemeClr val="tx1"/>
          </a:solidFill>
          <a:latin typeface="+mn-lt"/>
          <a:ea typeface="+mn-ea"/>
          <a:cs typeface="+mn-cs"/>
        </a:defRPr>
      </a:lvl1pPr>
      <a:lvl2pPr marL="571614" algn="l" defTabSz="1143237" rtl="0" eaLnBrk="1" latinLnBrk="0" hangingPunct="1">
        <a:defRPr sz="2252" kern="1200">
          <a:solidFill>
            <a:schemeClr val="tx1"/>
          </a:solidFill>
          <a:latin typeface="+mn-lt"/>
          <a:ea typeface="+mn-ea"/>
          <a:cs typeface="+mn-cs"/>
        </a:defRPr>
      </a:lvl2pPr>
      <a:lvl3pPr marL="1143237" algn="l" defTabSz="1143237" rtl="0" eaLnBrk="1" latinLnBrk="0" hangingPunct="1">
        <a:defRPr sz="2252" kern="1200">
          <a:solidFill>
            <a:schemeClr val="tx1"/>
          </a:solidFill>
          <a:latin typeface="+mn-lt"/>
          <a:ea typeface="+mn-ea"/>
          <a:cs typeface="+mn-cs"/>
        </a:defRPr>
      </a:lvl3pPr>
      <a:lvl4pPr marL="1714851" algn="l" defTabSz="1143237" rtl="0" eaLnBrk="1" latinLnBrk="0" hangingPunct="1">
        <a:defRPr sz="2252" kern="1200">
          <a:solidFill>
            <a:schemeClr val="tx1"/>
          </a:solidFill>
          <a:latin typeface="+mn-lt"/>
          <a:ea typeface="+mn-ea"/>
          <a:cs typeface="+mn-cs"/>
        </a:defRPr>
      </a:lvl4pPr>
      <a:lvl5pPr marL="2286465" algn="l" defTabSz="1143237" rtl="0" eaLnBrk="1" latinLnBrk="0" hangingPunct="1">
        <a:defRPr sz="2252" kern="1200">
          <a:solidFill>
            <a:schemeClr val="tx1"/>
          </a:solidFill>
          <a:latin typeface="+mn-lt"/>
          <a:ea typeface="+mn-ea"/>
          <a:cs typeface="+mn-cs"/>
        </a:defRPr>
      </a:lvl5pPr>
      <a:lvl6pPr marL="2858084" algn="l" defTabSz="1143237" rtl="0" eaLnBrk="1" latinLnBrk="0" hangingPunct="1">
        <a:defRPr sz="2252" kern="1200">
          <a:solidFill>
            <a:schemeClr val="tx1"/>
          </a:solidFill>
          <a:latin typeface="+mn-lt"/>
          <a:ea typeface="+mn-ea"/>
          <a:cs typeface="+mn-cs"/>
        </a:defRPr>
      </a:lvl6pPr>
      <a:lvl7pPr marL="3429702" algn="l" defTabSz="1143237" rtl="0" eaLnBrk="1" latinLnBrk="0" hangingPunct="1">
        <a:defRPr sz="2252" kern="1200">
          <a:solidFill>
            <a:schemeClr val="tx1"/>
          </a:solidFill>
          <a:latin typeface="+mn-lt"/>
          <a:ea typeface="+mn-ea"/>
          <a:cs typeface="+mn-cs"/>
        </a:defRPr>
      </a:lvl7pPr>
      <a:lvl8pPr marL="4001317" algn="l" defTabSz="1143237" rtl="0" eaLnBrk="1" latinLnBrk="0" hangingPunct="1">
        <a:defRPr sz="2252" kern="1200">
          <a:solidFill>
            <a:schemeClr val="tx1"/>
          </a:solidFill>
          <a:latin typeface="+mn-lt"/>
          <a:ea typeface="+mn-ea"/>
          <a:cs typeface="+mn-cs"/>
        </a:defRPr>
      </a:lvl8pPr>
      <a:lvl9pPr marL="4572935" algn="l" defTabSz="1143237" rtl="0" eaLnBrk="1" latinLnBrk="0" hangingPunct="1">
        <a:defRPr sz="2252"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6.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a:extLst>
            <a:ext uri="{FF2B5EF4-FFF2-40B4-BE49-F238E27FC236}">
              <a16:creationId xmlns:a16="http://schemas.microsoft.com/office/drawing/2014/main" id="{286C0D45-B13B-7EC6-6B47-4CC59D163204}"/>
            </a:ext>
          </a:extLst>
        </p:cNvPr>
        <p:cNvGrpSpPr/>
        <p:nvPr/>
      </p:nvGrpSpPr>
      <p:grpSpPr>
        <a:xfrm>
          <a:off x="0" y="0"/>
          <a:ext cx="0" cy="0"/>
          <a:chOff x="0" y="0"/>
          <a:chExt cx="0" cy="0"/>
        </a:xfrm>
      </p:grpSpPr>
      <p:sp>
        <p:nvSpPr>
          <p:cNvPr id="19" name="Rectangle: Top Corners Rounded 17">
            <a:extLst>
              <a:ext uri="{FF2B5EF4-FFF2-40B4-BE49-F238E27FC236}">
                <a16:creationId xmlns:a16="http://schemas.microsoft.com/office/drawing/2014/main" id="{5026AFF3-ABB1-FBF5-F01B-7F94DA12B403}"/>
              </a:ext>
            </a:extLst>
          </p:cNvPr>
          <p:cNvSpPr/>
          <p:nvPr/>
        </p:nvSpPr>
        <p:spPr>
          <a:xfrm rot="5400000">
            <a:off x="14722931" y="7973784"/>
            <a:ext cx="571501" cy="462646"/>
          </a:xfrm>
          <a:prstGeom prst="round2SameRect">
            <a:avLst>
              <a:gd name="adj1" fmla="val 12500"/>
              <a:gd name="adj2" fmla="val 0"/>
            </a:avLst>
          </a:prstGeom>
          <a:solidFill>
            <a:schemeClr val="bg1"/>
          </a:solidFill>
          <a:ln w="12700" cap="flat" cmpd="sng" algn="ctr">
            <a:noFill/>
            <a:prstDash val="solid"/>
            <a:miter lim="800000"/>
          </a:ln>
          <a:effectLst/>
        </p:spPr>
        <p:txBody>
          <a:bodyPr rtlCol="0" anchor="t" anchorCtr="0"/>
          <a:lstStyle/>
          <a:p>
            <a:pPr>
              <a:defRPr/>
            </a:pPr>
            <a:endParaRPr lang="en-US" sz="2002" kern="0" dirty="0" err="1">
              <a:solidFill>
                <a:srgbClr val="FFFFFF"/>
              </a:solidFill>
              <a:latin typeface="Arial" panose="020B0604020202020204"/>
            </a:endParaRPr>
          </a:p>
        </p:txBody>
      </p:sp>
      <p:sp>
        <p:nvSpPr>
          <p:cNvPr id="2" name="Rectangle: Top Corners One Rounded and One Snipped 1">
            <a:extLst>
              <a:ext uri="{FF2B5EF4-FFF2-40B4-BE49-F238E27FC236}">
                <a16:creationId xmlns:a16="http://schemas.microsoft.com/office/drawing/2014/main" id="{DC9C2406-259D-F6DD-49A7-466776A510E1}"/>
              </a:ext>
            </a:extLst>
          </p:cNvPr>
          <p:cNvSpPr/>
          <p:nvPr/>
        </p:nvSpPr>
        <p:spPr>
          <a:xfrm rot="5400000">
            <a:off x="3318004" y="-3318006"/>
            <a:ext cx="8604000" cy="15240011"/>
          </a:xfrm>
          <a:prstGeom prst="snipRoundRect">
            <a:avLst>
              <a:gd name="adj1" fmla="val 6949"/>
              <a:gd name="adj2" fmla="val 493"/>
            </a:avLst>
          </a:prstGeom>
          <a:gradFill flip="none" rotWithShape="1">
            <a:gsLst>
              <a:gs pos="0">
                <a:srgbClr val="140A41"/>
              </a:gs>
              <a:gs pos="100000">
                <a:srgbClr val="12326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err="1"/>
          </a:p>
        </p:txBody>
      </p:sp>
      <p:grpSp>
        <p:nvGrpSpPr>
          <p:cNvPr id="41" name="Group 40">
            <a:extLst>
              <a:ext uri="{FF2B5EF4-FFF2-40B4-BE49-F238E27FC236}">
                <a16:creationId xmlns:a16="http://schemas.microsoft.com/office/drawing/2014/main" id="{500C3BD3-3B68-913B-D04E-9881AE8E62FD}"/>
              </a:ext>
            </a:extLst>
          </p:cNvPr>
          <p:cNvGrpSpPr/>
          <p:nvPr/>
        </p:nvGrpSpPr>
        <p:grpSpPr>
          <a:xfrm>
            <a:off x="1568770" y="2533653"/>
            <a:ext cx="6120768" cy="3853161"/>
            <a:chOff x="987971" y="2296154"/>
            <a:chExt cx="6120768" cy="3853161"/>
          </a:xfrm>
        </p:grpSpPr>
        <p:sp>
          <p:nvSpPr>
            <p:cNvPr id="14" name="TextBox 13">
              <a:extLst>
                <a:ext uri="{FF2B5EF4-FFF2-40B4-BE49-F238E27FC236}">
                  <a16:creationId xmlns:a16="http://schemas.microsoft.com/office/drawing/2014/main" id="{3A0AB5C3-FA00-6C8B-25F7-93BD51E5A6B4}"/>
                </a:ext>
              </a:extLst>
            </p:cNvPr>
            <p:cNvSpPr txBox="1"/>
            <p:nvPr/>
          </p:nvSpPr>
          <p:spPr>
            <a:xfrm>
              <a:off x="988739" y="2296154"/>
              <a:ext cx="6120000" cy="1200329"/>
            </a:xfrm>
            <a:prstGeom prst="rect">
              <a:avLst/>
            </a:prstGeom>
            <a:noFill/>
          </p:spPr>
          <p:txBody>
            <a:bodyPr wrap="square" rtlCol="0">
              <a:spAutoFit/>
            </a:bodyPr>
            <a:lstStyle/>
            <a:p>
              <a:r>
                <a:rPr lang="en-GB" sz="3600" b="1" dirty="0">
                  <a:solidFill>
                    <a:schemeClr val="bg1"/>
                  </a:solidFill>
                  <a:latin typeface="+mj-lt"/>
                  <a:cs typeface="Segoe UI" panose="020B0502040204020203" pitchFamily="34" charset="0"/>
                </a:rPr>
                <a:t>Welcome to your </a:t>
              </a:r>
              <a:br>
                <a:rPr lang="en-GB" sz="3600" b="1" dirty="0">
                  <a:solidFill>
                    <a:schemeClr val="bg1"/>
                  </a:solidFill>
                  <a:latin typeface="+mj-lt"/>
                  <a:cs typeface="Segoe UI" panose="020B0502040204020203" pitchFamily="34" charset="0"/>
                </a:rPr>
              </a:br>
              <a:r>
                <a:rPr lang="en-GB" sz="3600" b="1" dirty="0">
                  <a:solidFill>
                    <a:schemeClr val="bg1"/>
                  </a:solidFill>
                  <a:latin typeface="+mj-lt"/>
                  <a:cs typeface="Segoe UI" panose="020B0502040204020203" pitchFamily="34" charset="0"/>
                </a:rPr>
                <a:t>[Name] Report</a:t>
              </a:r>
              <a:endParaRPr lang="en-GB" sz="3600" dirty="0">
                <a:solidFill>
                  <a:schemeClr val="bg1"/>
                </a:solidFill>
                <a:latin typeface="+mj-lt"/>
                <a:cs typeface="Segoe UI" panose="020B0502040204020203" pitchFamily="34" charset="0"/>
              </a:endParaRPr>
            </a:p>
          </p:txBody>
        </p:sp>
        <p:sp>
          <p:nvSpPr>
            <p:cNvPr id="15" name="TextBox 14">
              <a:extLst>
                <a:ext uri="{FF2B5EF4-FFF2-40B4-BE49-F238E27FC236}">
                  <a16:creationId xmlns:a16="http://schemas.microsoft.com/office/drawing/2014/main" id="{6E1F643F-6578-1480-0986-09A3520FDDA8}"/>
                </a:ext>
              </a:extLst>
            </p:cNvPr>
            <p:cNvSpPr txBox="1"/>
            <p:nvPr/>
          </p:nvSpPr>
          <p:spPr>
            <a:xfrm>
              <a:off x="987971" y="3840991"/>
              <a:ext cx="6004500" cy="2308324"/>
            </a:xfrm>
            <a:prstGeom prst="rect">
              <a:avLst/>
            </a:prstGeom>
            <a:noFill/>
          </p:spPr>
          <p:txBody>
            <a:bodyPr wrap="square" rtlCol="0">
              <a:spAutoFit/>
            </a:bodyPr>
            <a:lstStyle/>
            <a:p>
              <a:r>
                <a:rPr lang="en-GB" sz="1200" dirty="0">
                  <a:solidFill>
                    <a:schemeClr val="bg1"/>
                  </a:solidFill>
                  <a:latin typeface="Segoe UI" panose="020B0502040204020203" pitchFamily="34" charset="0"/>
                </a:rPr>
                <a:t>[Sample text] This report provides a view of your activity, pipeline, and sales progress across the year. </a:t>
              </a:r>
            </a:p>
            <a:p>
              <a:br>
                <a:rPr lang="en-GB" sz="1200" dirty="0">
                  <a:solidFill>
                    <a:schemeClr val="bg1"/>
                  </a:solidFill>
                  <a:latin typeface="Segoe UI" panose="020B0502040204020203" pitchFamily="34" charset="0"/>
                </a:rPr>
              </a:br>
              <a:r>
                <a:rPr lang="en-GB" sz="1200" dirty="0">
                  <a:solidFill>
                    <a:schemeClr val="bg1"/>
                  </a:solidFill>
                  <a:latin typeface="Segoe UI" panose="020B0502040204020203" pitchFamily="34" charset="0"/>
                </a:rPr>
                <a:t>The high‑level stats on the right offer a quick starting point, giving you an at‑a‑glance view of your progress in the current quarter and your planned visits for next week. These values update automatically based on your access level, ensuring the insights are tailored to you.</a:t>
              </a:r>
            </a:p>
            <a:p>
              <a:endParaRPr lang="en-GB" sz="1200" dirty="0">
                <a:solidFill>
                  <a:schemeClr val="bg1"/>
                </a:solidFill>
                <a:latin typeface="Segoe UI" panose="020B0502040204020203" pitchFamily="34" charset="0"/>
              </a:endParaRPr>
            </a:p>
            <a:p>
              <a:r>
                <a:rPr lang="en-GB" sz="1200" dirty="0">
                  <a:solidFill>
                    <a:schemeClr val="bg1"/>
                  </a:solidFill>
                  <a:latin typeface="Segoe UI" panose="020B0502040204020203" pitchFamily="34" charset="0"/>
                </a:rPr>
                <a:t>Use the navigation buttons below to move to the </a:t>
              </a:r>
              <a:r>
                <a:rPr lang="en-GB" sz="1200" i="1" dirty="0">
                  <a:solidFill>
                    <a:schemeClr val="bg1"/>
                  </a:solidFill>
                  <a:latin typeface="Segoe UI" panose="020B0502040204020203" pitchFamily="34" charset="0"/>
                </a:rPr>
                <a:t>Performance Overview </a:t>
              </a:r>
              <a:r>
                <a:rPr lang="en-GB" sz="1200" dirty="0">
                  <a:solidFill>
                    <a:schemeClr val="bg1"/>
                  </a:solidFill>
                  <a:latin typeface="Segoe UI" panose="020B0502040204020203" pitchFamily="34" charset="0"/>
                </a:rPr>
                <a:t>or explore </a:t>
              </a:r>
              <a:r>
                <a:rPr lang="en-GB" sz="1200" i="1" dirty="0">
                  <a:solidFill>
                    <a:schemeClr val="bg1"/>
                  </a:solidFill>
                  <a:latin typeface="Segoe UI" panose="020B0502040204020203" pitchFamily="34" charset="0"/>
                </a:rPr>
                <a:t>Key Definitions</a:t>
              </a:r>
              <a:r>
                <a:rPr lang="en-GB" sz="1200" dirty="0">
                  <a:solidFill>
                    <a:schemeClr val="bg1"/>
                  </a:solidFill>
                  <a:latin typeface="Segoe UI" panose="020B0502040204020203" pitchFamily="34" charset="0"/>
                </a:rPr>
                <a:t> if you’d like to familiarise yourself with the KPIs, data sources, and terminology used throughout the report.</a:t>
              </a:r>
              <a:br>
                <a:rPr lang="en-GB" sz="1200" b="0" dirty="0">
                  <a:solidFill>
                    <a:schemeClr val="bg1">
                      <a:lumMod val="85000"/>
                    </a:schemeClr>
                  </a:solidFill>
                  <a:effectLst/>
                  <a:latin typeface="Segoe UI" panose="020B0502040204020203" pitchFamily="34" charset="0"/>
                </a:rPr>
              </a:br>
              <a:endParaRPr lang="en-GB" sz="1200" b="0" dirty="0">
                <a:solidFill>
                  <a:schemeClr val="bg1">
                    <a:lumMod val="85000"/>
                  </a:schemeClr>
                </a:solidFill>
                <a:effectLst/>
                <a:latin typeface="Segoe UI" panose="020B0502040204020203" pitchFamily="34" charset="0"/>
              </a:endParaRPr>
            </a:p>
          </p:txBody>
        </p:sp>
      </p:grpSp>
      <p:grpSp>
        <p:nvGrpSpPr>
          <p:cNvPr id="4" name="Group 3">
            <a:extLst>
              <a:ext uri="{FF2B5EF4-FFF2-40B4-BE49-F238E27FC236}">
                <a16:creationId xmlns:a16="http://schemas.microsoft.com/office/drawing/2014/main" id="{300641ED-FBA1-3144-864A-CB31FD7C8792}"/>
              </a:ext>
            </a:extLst>
          </p:cNvPr>
          <p:cNvGrpSpPr/>
          <p:nvPr/>
        </p:nvGrpSpPr>
        <p:grpSpPr>
          <a:xfrm>
            <a:off x="9261241" y="1460682"/>
            <a:ext cx="5978759" cy="6458674"/>
            <a:chOff x="8349462" y="1562582"/>
            <a:chExt cx="5978759" cy="6458674"/>
          </a:xfrm>
        </p:grpSpPr>
        <p:grpSp>
          <p:nvGrpSpPr>
            <p:cNvPr id="23" name="Group 22">
              <a:extLst>
                <a:ext uri="{FF2B5EF4-FFF2-40B4-BE49-F238E27FC236}">
                  <a16:creationId xmlns:a16="http://schemas.microsoft.com/office/drawing/2014/main" id="{A5259A38-5BAB-F3E9-B910-2D8839083B93}"/>
                </a:ext>
              </a:extLst>
            </p:cNvPr>
            <p:cNvGrpSpPr>
              <a:grpSpLocks noChangeAspect="1"/>
            </p:cNvGrpSpPr>
            <p:nvPr/>
          </p:nvGrpSpPr>
          <p:grpSpPr>
            <a:xfrm>
              <a:off x="8349463" y="1562582"/>
              <a:ext cx="4986417" cy="6458674"/>
              <a:chOff x="8349463" y="1562582"/>
              <a:chExt cx="6123602" cy="6458674"/>
            </a:xfrm>
          </p:grpSpPr>
          <p:sp>
            <p:nvSpPr>
              <p:cNvPr id="43" name="Rectangle: Top Corners Rounded 42">
                <a:extLst>
                  <a:ext uri="{FF2B5EF4-FFF2-40B4-BE49-F238E27FC236}">
                    <a16:creationId xmlns:a16="http://schemas.microsoft.com/office/drawing/2014/main" id="{389357E1-FB77-D0B3-B06A-DBA2EE17D3F6}"/>
                  </a:ext>
                </a:extLst>
              </p:cNvPr>
              <p:cNvSpPr/>
              <p:nvPr/>
            </p:nvSpPr>
            <p:spPr>
              <a:xfrm>
                <a:off x="8353065" y="1562582"/>
                <a:ext cx="6120000" cy="6458674"/>
              </a:xfrm>
              <a:prstGeom prst="round2SameRect">
                <a:avLst>
                  <a:gd name="adj1" fmla="val 1618"/>
                  <a:gd name="adj2" fmla="val 16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667" dirty="0" err="1"/>
              </a:p>
            </p:txBody>
          </p:sp>
          <p:sp>
            <p:nvSpPr>
              <p:cNvPr id="31" name="Rectangle: Rounded Corners 30">
                <a:extLst>
                  <a:ext uri="{FF2B5EF4-FFF2-40B4-BE49-F238E27FC236}">
                    <a16:creationId xmlns:a16="http://schemas.microsoft.com/office/drawing/2014/main" id="{C46D4C5B-1025-B95A-3CE0-E230C9C04C70}"/>
                  </a:ext>
                </a:extLst>
              </p:cNvPr>
              <p:cNvSpPr/>
              <p:nvPr/>
            </p:nvSpPr>
            <p:spPr>
              <a:xfrm>
                <a:off x="8349463" y="1655180"/>
                <a:ext cx="6123601" cy="6264176"/>
              </a:xfrm>
              <a:prstGeom prst="roundRect">
                <a:avLst>
                  <a:gd name="adj" fmla="val 53"/>
                </a:avLst>
              </a:prstGeom>
              <a:solidFill>
                <a:srgbClr val="1232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GB" sz="2002" dirty="0" err="1"/>
              </a:p>
            </p:txBody>
          </p:sp>
        </p:grpSp>
        <p:sp>
          <p:nvSpPr>
            <p:cNvPr id="3" name="TextBox 2">
              <a:extLst>
                <a:ext uri="{FF2B5EF4-FFF2-40B4-BE49-F238E27FC236}">
                  <a16:creationId xmlns:a16="http://schemas.microsoft.com/office/drawing/2014/main" id="{BE47E617-EA99-3859-7FF2-4255F5C5A239}"/>
                </a:ext>
              </a:extLst>
            </p:cNvPr>
            <p:cNvSpPr txBox="1"/>
            <p:nvPr/>
          </p:nvSpPr>
          <p:spPr>
            <a:xfrm>
              <a:off x="8349462" y="1990831"/>
              <a:ext cx="4986417" cy="923330"/>
            </a:xfrm>
            <a:prstGeom prst="rect">
              <a:avLst/>
            </a:prstGeom>
            <a:noFill/>
          </p:spPr>
          <p:txBody>
            <a:bodyPr wrap="square" rtlCol="0">
              <a:spAutoFit/>
            </a:bodyPr>
            <a:lstStyle/>
            <a:p>
              <a:pPr algn="ctr"/>
              <a:r>
                <a:rPr lang="en-GB" sz="1800" b="1" dirty="0">
                  <a:solidFill>
                    <a:srgbClr val="3AD1C5"/>
                  </a:solidFill>
                  <a:latin typeface="Segoe UI Semibold" panose="020B0702040204020203" pitchFamily="34" charset="0"/>
                  <a:cs typeface="Segoe UI Semibold" panose="020B0702040204020203" pitchFamily="34" charset="0"/>
                </a:rPr>
                <a:t> </a:t>
              </a:r>
              <a:br>
                <a:rPr lang="en-GB" sz="1800" b="1" dirty="0">
                  <a:solidFill>
                    <a:srgbClr val="3AD1C5"/>
                  </a:solidFill>
                  <a:latin typeface="Segoe UI Semibold" panose="020B0702040204020203" pitchFamily="34" charset="0"/>
                  <a:cs typeface="Segoe UI Semibold" panose="020B0702040204020203" pitchFamily="34" charset="0"/>
                </a:rPr>
              </a:br>
              <a:br>
                <a:rPr lang="en-GB" sz="1800" b="1" dirty="0">
                  <a:solidFill>
                    <a:srgbClr val="3AD1C5"/>
                  </a:solidFill>
                  <a:latin typeface="Segoe UI Semibold" panose="020B0702040204020203" pitchFamily="34" charset="0"/>
                  <a:cs typeface="Segoe UI Semibold" panose="020B0702040204020203" pitchFamily="34" charset="0"/>
                </a:rPr>
              </a:br>
              <a:r>
                <a:rPr lang="en-GB" sz="1800" b="1" dirty="0">
                  <a:solidFill>
                    <a:schemeClr val="bg1"/>
                  </a:solidFill>
                  <a:latin typeface="Segoe UI Semibold" panose="020B0702040204020203" pitchFamily="34" charset="0"/>
                  <a:cs typeface="Segoe UI Semibold" panose="020B0702040204020203" pitchFamily="34" charset="0"/>
                </a:rPr>
                <a:t>Here are your key highlights for today:</a:t>
              </a:r>
              <a:endParaRPr lang="en-GB" sz="1800" dirty="0">
                <a:solidFill>
                  <a:schemeClr val="bg1"/>
                </a:solidFill>
                <a:latin typeface="Segoe UI Semibold" panose="020B0702040204020203" pitchFamily="34" charset="0"/>
                <a:cs typeface="Segoe UI Semibold" panose="020B0702040204020203" pitchFamily="34" charset="0"/>
              </a:endParaRPr>
            </a:p>
          </p:txBody>
        </p:sp>
        <p:sp>
          <p:nvSpPr>
            <p:cNvPr id="10" name="TextBox 9">
              <a:extLst>
                <a:ext uri="{FF2B5EF4-FFF2-40B4-BE49-F238E27FC236}">
                  <a16:creationId xmlns:a16="http://schemas.microsoft.com/office/drawing/2014/main" id="{ABBFA834-3F06-6F2A-EDCC-B2A91B9C06B2}"/>
                </a:ext>
              </a:extLst>
            </p:cNvPr>
            <p:cNvSpPr txBox="1"/>
            <p:nvPr/>
          </p:nvSpPr>
          <p:spPr>
            <a:xfrm>
              <a:off x="9992365" y="3354078"/>
              <a:ext cx="2295490" cy="307777"/>
            </a:xfrm>
            <a:prstGeom prst="rect">
              <a:avLst/>
            </a:prstGeom>
            <a:noFill/>
          </p:spPr>
          <p:txBody>
            <a:bodyPr wrap="square" rtlCol="0">
              <a:spAutoFit/>
            </a:bodyPr>
            <a:lstStyle/>
            <a:p>
              <a:r>
                <a:rPr lang="en-GB" sz="1400" b="1" dirty="0">
                  <a:solidFill>
                    <a:schemeClr val="bg1"/>
                  </a:solidFill>
                  <a:latin typeface="Segoe UI Semibold" panose="020B0702040204020203" pitchFamily="34" charset="0"/>
                  <a:cs typeface="Segoe UI Semibold" panose="020B0702040204020203" pitchFamily="34" charset="0"/>
                </a:rPr>
                <a:t>[Placeholder 1]</a:t>
              </a:r>
              <a:endParaRPr lang="en-GB" sz="1400" dirty="0">
                <a:solidFill>
                  <a:schemeClr val="bg1"/>
                </a:solidFill>
                <a:latin typeface="Segoe UI Semibold" panose="020B0702040204020203" pitchFamily="34" charset="0"/>
                <a:cs typeface="Segoe UI Semibold" panose="020B0702040204020203" pitchFamily="34" charset="0"/>
              </a:endParaRPr>
            </a:p>
          </p:txBody>
        </p:sp>
        <p:sp>
          <p:nvSpPr>
            <p:cNvPr id="11" name="TextBox 10">
              <a:extLst>
                <a:ext uri="{FF2B5EF4-FFF2-40B4-BE49-F238E27FC236}">
                  <a16:creationId xmlns:a16="http://schemas.microsoft.com/office/drawing/2014/main" id="{D02A72AE-887A-4E6D-AA40-65A8581230B7}"/>
                </a:ext>
              </a:extLst>
            </p:cNvPr>
            <p:cNvSpPr txBox="1"/>
            <p:nvPr/>
          </p:nvSpPr>
          <p:spPr>
            <a:xfrm>
              <a:off x="10022844" y="4488718"/>
              <a:ext cx="2265011" cy="307777"/>
            </a:xfrm>
            <a:prstGeom prst="rect">
              <a:avLst/>
            </a:prstGeom>
            <a:noFill/>
          </p:spPr>
          <p:txBody>
            <a:bodyPr wrap="square" rtlCol="0">
              <a:spAutoFit/>
            </a:bodyPr>
            <a:lstStyle/>
            <a:p>
              <a:r>
                <a:rPr lang="en-GB" sz="1400" b="1" dirty="0">
                  <a:solidFill>
                    <a:schemeClr val="bg1"/>
                  </a:solidFill>
                  <a:latin typeface="Segoe UI Semibold" panose="020B0702040204020203" pitchFamily="34" charset="0"/>
                  <a:cs typeface="Segoe UI Semibold" panose="020B0702040204020203" pitchFamily="34" charset="0"/>
                </a:rPr>
                <a:t>[Placeholder 2]</a:t>
              </a:r>
              <a:endParaRPr lang="en-GB" sz="1400" dirty="0">
                <a:solidFill>
                  <a:schemeClr val="bg1"/>
                </a:solidFill>
                <a:latin typeface="Segoe UI Semibold" panose="020B0702040204020203" pitchFamily="34" charset="0"/>
                <a:cs typeface="Segoe UI Semibold" panose="020B0702040204020203" pitchFamily="34" charset="0"/>
              </a:endParaRPr>
            </a:p>
          </p:txBody>
        </p:sp>
        <p:sp>
          <p:nvSpPr>
            <p:cNvPr id="12" name="TextBox 11">
              <a:extLst>
                <a:ext uri="{FF2B5EF4-FFF2-40B4-BE49-F238E27FC236}">
                  <a16:creationId xmlns:a16="http://schemas.microsoft.com/office/drawing/2014/main" id="{B0A7F699-84AD-219E-266B-B4B357BFF162}"/>
                </a:ext>
              </a:extLst>
            </p:cNvPr>
            <p:cNvSpPr txBox="1"/>
            <p:nvPr/>
          </p:nvSpPr>
          <p:spPr>
            <a:xfrm>
              <a:off x="10037648" y="5625699"/>
              <a:ext cx="2250207" cy="307777"/>
            </a:xfrm>
            <a:prstGeom prst="rect">
              <a:avLst/>
            </a:prstGeom>
            <a:noFill/>
          </p:spPr>
          <p:txBody>
            <a:bodyPr wrap="square" rtlCol="0">
              <a:spAutoFit/>
            </a:bodyPr>
            <a:lstStyle>
              <a:defPPr>
                <a:defRPr lang="en-US"/>
              </a:defPPr>
              <a:lvl1pPr>
                <a:defRPr sz="1400" b="1">
                  <a:solidFill>
                    <a:schemeClr val="bg1"/>
                  </a:solidFill>
                  <a:latin typeface="+mj-lt"/>
                  <a:cs typeface="Segoe UI" panose="020B0502040204020203" pitchFamily="34" charset="0"/>
                </a:defRPr>
              </a:lvl1pPr>
            </a:lstStyle>
            <a:p>
              <a:r>
                <a:rPr lang="en-GB" dirty="0">
                  <a:latin typeface="Segoe UI Semibold" panose="020B0702040204020203" pitchFamily="34" charset="0"/>
                  <a:cs typeface="Segoe UI Semibold" panose="020B0702040204020203" pitchFamily="34" charset="0"/>
                </a:rPr>
                <a:t>[Placeholder 3]</a:t>
              </a:r>
            </a:p>
          </p:txBody>
        </p:sp>
        <p:sp>
          <p:nvSpPr>
            <p:cNvPr id="13" name="TextBox 12">
              <a:extLst>
                <a:ext uri="{FF2B5EF4-FFF2-40B4-BE49-F238E27FC236}">
                  <a16:creationId xmlns:a16="http://schemas.microsoft.com/office/drawing/2014/main" id="{C17F194A-0C6A-EF4E-4B4F-93A2728CE6C8}"/>
                </a:ext>
              </a:extLst>
            </p:cNvPr>
            <p:cNvSpPr txBox="1"/>
            <p:nvPr/>
          </p:nvSpPr>
          <p:spPr>
            <a:xfrm>
              <a:off x="10037648" y="6776727"/>
              <a:ext cx="4290573" cy="307777"/>
            </a:xfrm>
            <a:prstGeom prst="rect">
              <a:avLst/>
            </a:prstGeom>
            <a:noFill/>
          </p:spPr>
          <p:txBody>
            <a:bodyPr wrap="square" rtlCol="0">
              <a:spAutoFit/>
            </a:bodyPr>
            <a:lstStyle/>
            <a:p>
              <a:r>
                <a:rPr lang="en-GB" sz="1400" b="1" dirty="0">
                  <a:solidFill>
                    <a:schemeClr val="bg1"/>
                  </a:solidFill>
                  <a:latin typeface="Segoe UI Semibold" panose="020B0702040204020203" pitchFamily="34" charset="0"/>
                  <a:cs typeface="Segoe UI Semibold" panose="020B0702040204020203" pitchFamily="34" charset="0"/>
                </a:rPr>
                <a:t>Last data refresh</a:t>
              </a:r>
              <a:endParaRPr lang="en-GB" sz="1400" dirty="0">
                <a:solidFill>
                  <a:schemeClr val="bg1"/>
                </a:solidFill>
                <a:latin typeface="Segoe UI Semibold" panose="020B0702040204020203" pitchFamily="34" charset="0"/>
                <a:cs typeface="Segoe UI Semibold" panose="020B0702040204020203" pitchFamily="34" charset="0"/>
              </a:endParaRPr>
            </a:p>
          </p:txBody>
        </p:sp>
        <p:pic>
          <p:nvPicPr>
            <p:cNvPr id="16" name="Graphic 15">
              <a:extLst>
                <a:ext uri="{FF2B5EF4-FFF2-40B4-BE49-F238E27FC236}">
                  <a16:creationId xmlns:a16="http://schemas.microsoft.com/office/drawing/2014/main" id="{1FEC0793-6BCA-AA19-255A-E52B23DFCA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12372" y="3458344"/>
              <a:ext cx="640080" cy="640080"/>
            </a:xfrm>
            <a:prstGeom prst="rect">
              <a:avLst/>
            </a:prstGeom>
          </p:spPr>
        </p:pic>
        <p:pic>
          <p:nvPicPr>
            <p:cNvPr id="17" name="Graphic 16">
              <a:extLst>
                <a:ext uri="{FF2B5EF4-FFF2-40B4-BE49-F238E27FC236}">
                  <a16:creationId xmlns:a16="http://schemas.microsoft.com/office/drawing/2014/main" id="{68E9B422-D69F-B179-F35D-9E05898737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4446" y="6869900"/>
              <a:ext cx="609600" cy="609600"/>
            </a:xfrm>
            <a:prstGeom prst="rect">
              <a:avLst/>
            </a:prstGeom>
          </p:spPr>
        </p:pic>
        <p:pic>
          <p:nvPicPr>
            <p:cNvPr id="20" name="Graphic 19">
              <a:extLst>
                <a:ext uri="{FF2B5EF4-FFF2-40B4-BE49-F238E27FC236}">
                  <a16:creationId xmlns:a16="http://schemas.microsoft.com/office/drawing/2014/main" id="{D6E104A9-FD3D-5436-79A0-6910D27D605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82764" y="5762049"/>
              <a:ext cx="640080" cy="640080"/>
            </a:xfrm>
            <a:prstGeom prst="rect">
              <a:avLst/>
            </a:prstGeom>
          </p:spPr>
        </p:pic>
        <p:pic>
          <p:nvPicPr>
            <p:cNvPr id="21" name="Graphic 20">
              <a:extLst>
                <a:ext uri="{FF2B5EF4-FFF2-40B4-BE49-F238E27FC236}">
                  <a16:creationId xmlns:a16="http://schemas.microsoft.com/office/drawing/2014/main" id="{BE37C55D-23D5-2405-F23C-889CBA81979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82764" y="4638109"/>
              <a:ext cx="609600" cy="609600"/>
            </a:xfrm>
            <a:prstGeom prst="rect">
              <a:avLst/>
            </a:prstGeom>
          </p:spPr>
        </p:pic>
      </p:grpSp>
      <p:sp>
        <p:nvSpPr>
          <p:cNvPr id="5" name="TextBox 4">
            <a:extLst>
              <a:ext uri="{FF2B5EF4-FFF2-40B4-BE49-F238E27FC236}">
                <a16:creationId xmlns:a16="http://schemas.microsoft.com/office/drawing/2014/main" id="{3021927B-B376-41FD-165D-19F2FD0B99DD}"/>
              </a:ext>
            </a:extLst>
          </p:cNvPr>
          <p:cNvSpPr txBox="1"/>
          <p:nvPr/>
        </p:nvSpPr>
        <p:spPr>
          <a:xfrm>
            <a:off x="902761" y="408402"/>
            <a:ext cx="2754839" cy="707886"/>
          </a:xfrm>
          <a:prstGeom prst="rect">
            <a:avLst/>
          </a:prstGeom>
          <a:noFill/>
        </p:spPr>
        <p:txBody>
          <a:bodyPr wrap="square" rtlCol="0">
            <a:spAutoFit/>
          </a:bodyPr>
          <a:lstStyle/>
          <a:p>
            <a:r>
              <a:rPr lang="en-GB" sz="4000" b="1" dirty="0">
                <a:solidFill>
                  <a:schemeClr val="bg1"/>
                </a:solidFill>
                <a:latin typeface="+mj-lt"/>
                <a:cs typeface="Segoe UI" panose="020B0502040204020203" pitchFamily="34" charset="0"/>
              </a:rPr>
              <a:t>[LOGO]</a:t>
            </a:r>
            <a:endParaRPr lang="en-GB" sz="4000" dirty="0">
              <a:solidFill>
                <a:schemeClr val="bg1"/>
              </a:solidFill>
              <a:latin typeface="+mj-lt"/>
              <a:cs typeface="Segoe UI" panose="020B0502040204020203" pitchFamily="34" charset="0"/>
            </a:endParaRPr>
          </a:p>
        </p:txBody>
      </p:sp>
    </p:spTree>
    <p:extLst>
      <p:ext uri="{BB962C8B-B14F-4D97-AF65-F5344CB8AC3E}">
        <p14:creationId xmlns:p14="http://schemas.microsoft.com/office/powerpoint/2010/main" val="1272304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p:cNvGrpSpPr/>
        <p:nvPr/>
      </p:nvGrpSpPr>
      <p:grpSpPr>
        <a:xfrm>
          <a:off x="0" y="0"/>
          <a:ext cx="0" cy="0"/>
          <a:chOff x="0" y="0"/>
          <a:chExt cx="0" cy="0"/>
        </a:xfrm>
      </p:grpSpPr>
      <p:sp>
        <p:nvSpPr>
          <p:cNvPr id="19" name="Rectangle: Top Corners Rounded 17">
            <a:extLst>
              <a:ext uri="{FF2B5EF4-FFF2-40B4-BE49-F238E27FC236}">
                <a16:creationId xmlns:a16="http://schemas.microsoft.com/office/drawing/2014/main" id="{43635E3B-3F72-4737-BC86-303BD9D4B34F}"/>
              </a:ext>
            </a:extLst>
          </p:cNvPr>
          <p:cNvSpPr/>
          <p:nvPr/>
        </p:nvSpPr>
        <p:spPr>
          <a:xfrm rot="5400000">
            <a:off x="14722931" y="7973784"/>
            <a:ext cx="571501" cy="462646"/>
          </a:xfrm>
          <a:prstGeom prst="round2SameRect">
            <a:avLst>
              <a:gd name="adj1" fmla="val 12500"/>
              <a:gd name="adj2" fmla="val 0"/>
            </a:avLst>
          </a:prstGeom>
          <a:solidFill>
            <a:schemeClr val="bg1"/>
          </a:solidFill>
          <a:ln w="12700" cap="flat" cmpd="sng" algn="ctr">
            <a:noFill/>
            <a:prstDash val="solid"/>
            <a:miter lim="800000"/>
          </a:ln>
          <a:effectLst/>
        </p:spPr>
        <p:txBody>
          <a:bodyPr rtlCol="0" anchor="t" anchorCtr="0"/>
          <a:lstStyle/>
          <a:p>
            <a:pPr>
              <a:defRPr/>
            </a:pPr>
            <a:endParaRPr lang="en-US" sz="2002" kern="0" dirty="0" err="1">
              <a:solidFill>
                <a:srgbClr val="FFFFFF"/>
              </a:solidFill>
              <a:latin typeface="Arial" panose="020B0604020202020204"/>
            </a:endParaRPr>
          </a:p>
        </p:txBody>
      </p:sp>
      <p:sp>
        <p:nvSpPr>
          <p:cNvPr id="2" name="Rectangle: Top Corners One Rounded and One Snipped 1">
            <a:extLst>
              <a:ext uri="{FF2B5EF4-FFF2-40B4-BE49-F238E27FC236}">
                <a16:creationId xmlns:a16="http://schemas.microsoft.com/office/drawing/2014/main" id="{A24C3229-6C09-B316-9B8C-C3E23A8045D9}"/>
              </a:ext>
            </a:extLst>
          </p:cNvPr>
          <p:cNvSpPr/>
          <p:nvPr/>
        </p:nvSpPr>
        <p:spPr>
          <a:xfrm rot="5400000">
            <a:off x="3318004" y="-3318006"/>
            <a:ext cx="8604000" cy="15240011"/>
          </a:xfrm>
          <a:prstGeom prst="snipRoundRect">
            <a:avLst>
              <a:gd name="adj1" fmla="val 6949"/>
              <a:gd name="adj2" fmla="val 493"/>
            </a:avLst>
          </a:prstGeom>
          <a:gradFill flip="none" rotWithShape="1">
            <a:gsLst>
              <a:gs pos="0">
                <a:srgbClr val="140A41"/>
              </a:gs>
              <a:gs pos="100000">
                <a:srgbClr val="12326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err="1"/>
          </a:p>
        </p:txBody>
      </p:sp>
      <p:grpSp>
        <p:nvGrpSpPr>
          <p:cNvPr id="10" name="Group 9">
            <a:extLst>
              <a:ext uri="{FF2B5EF4-FFF2-40B4-BE49-F238E27FC236}">
                <a16:creationId xmlns:a16="http://schemas.microsoft.com/office/drawing/2014/main" id="{09C4F48A-DEE2-47BB-FAFB-B8DA45FD22C1}"/>
              </a:ext>
            </a:extLst>
          </p:cNvPr>
          <p:cNvGrpSpPr/>
          <p:nvPr/>
        </p:nvGrpSpPr>
        <p:grpSpPr>
          <a:xfrm>
            <a:off x="691689" y="1926386"/>
            <a:ext cx="4078881" cy="5992969"/>
            <a:chOff x="10305826" y="1562582"/>
            <a:chExt cx="4167239" cy="6458674"/>
          </a:xfrm>
        </p:grpSpPr>
        <p:sp>
          <p:nvSpPr>
            <p:cNvPr id="4" name="Rectangle: Top Corners Rounded 3">
              <a:extLst>
                <a:ext uri="{FF2B5EF4-FFF2-40B4-BE49-F238E27FC236}">
                  <a16:creationId xmlns:a16="http://schemas.microsoft.com/office/drawing/2014/main" id="{0498EB7A-9BCF-DABD-7205-12C72173D353}"/>
                </a:ext>
              </a:extLst>
            </p:cNvPr>
            <p:cNvSpPr/>
            <p:nvPr/>
          </p:nvSpPr>
          <p:spPr>
            <a:xfrm>
              <a:off x="10309427" y="1562582"/>
              <a:ext cx="4163638" cy="6458674"/>
            </a:xfrm>
            <a:prstGeom prst="round2SameRect">
              <a:avLst>
                <a:gd name="adj1" fmla="val 1618"/>
                <a:gd name="adj2" fmla="val 16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667" dirty="0" err="1"/>
            </a:p>
          </p:txBody>
        </p:sp>
        <p:sp>
          <p:nvSpPr>
            <p:cNvPr id="5" name="Rectangle: Rounded Corners 4">
              <a:extLst>
                <a:ext uri="{FF2B5EF4-FFF2-40B4-BE49-F238E27FC236}">
                  <a16:creationId xmlns:a16="http://schemas.microsoft.com/office/drawing/2014/main" id="{AA17FEEB-A9C6-A2F5-6D55-30F9D08CC372}"/>
                </a:ext>
              </a:extLst>
            </p:cNvPr>
            <p:cNvSpPr/>
            <p:nvPr/>
          </p:nvSpPr>
          <p:spPr>
            <a:xfrm>
              <a:off x="10305826" y="1655180"/>
              <a:ext cx="4163638" cy="6264176"/>
            </a:xfrm>
            <a:prstGeom prst="roundRect">
              <a:avLst>
                <a:gd name="adj" fmla="val 53"/>
              </a:avLst>
            </a:prstGeom>
            <a:solidFill>
              <a:srgbClr val="1232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GB" sz="2002" dirty="0" err="1"/>
            </a:p>
          </p:txBody>
        </p:sp>
      </p:grpSp>
      <p:grpSp>
        <p:nvGrpSpPr>
          <p:cNvPr id="17" name="Group 16">
            <a:extLst>
              <a:ext uri="{FF2B5EF4-FFF2-40B4-BE49-F238E27FC236}">
                <a16:creationId xmlns:a16="http://schemas.microsoft.com/office/drawing/2014/main" id="{F32A55F2-4DF2-C2E9-1F88-FF6FB8174BFA}"/>
              </a:ext>
            </a:extLst>
          </p:cNvPr>
          <p:cNvGrpSpPr/>
          <p:nvPr/>
        </p:nvGrpSpPr>
        <p:grpSpPr>
          <a:xfrm>
            <a:off x="10472956" y="1926386"/>
            <a:ext cx="4078881" cy="5992968"/>
            <a:chOff x="10305826" y="1562582"/>
            <a:chExt cx="4167239" cy="6458674"/>
          </a:xfrm>
        </p:grpSpPr>
        <p:sp>
          <p:nvSpPr>
            <p:cNvPr id="18" name="Rectangle: Top Corners Rounded 17">
              <a:extLst>
                <a:ext uri="{FF2B5EF4-FFF2-40B4-BE49-F238E27FC236}">
                  <a16:creationId xmlns:a16="http://schemas.microsoft.com/office/drawing/2014/main" id="{5419BADB-B5A0-4123-4F38-8BD12EE3A2E7}"/>
                </a:ext>
              </a:extLst>
            </p:cNvPr>
            <p:cNvSpPr/>
            <p:nvPr/>
          </p:nvSpPr>
          <p:spPr>
            <a:xfrm>
              <a:off x="10309427" y="1562582"/>
              <a:ext cx="4163638" cy="6458674"/>
            </a:xfrm>
            <a:prstGeom prst="round2SameRect">
              <a:avLst>
                <a:gd name="adj1" fmla="val 1618"/>
                <a:gd name="adj2" fmla="val 1672"/>
              </a:avLst>
            </a:prstGeom>
            <a:solidFill>
              <a:srgbClr val="33BB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667" dirty="0" err="1"/>
            </a:p>
          </p:txBody>
        </p:sp>
        <p:sp>
          <p:nvSpPr>
            <p:cNvPr id="20" name="Rectangle: Rounded Corners 19">
              <a:extLst>
                <a:ext uri="{FF2B5EF4-FFF2-40B4-BE49-F238E27FC236}">
                  <a16:creationId xmlns:a16="http://schemas.microsoft.com/office/drawing/2014/main" id="{461DD07C-F426-64CF-6184-3F583505DEBA}"/>
                </a:ext>
              </a:extLst>
            </p:cNvPr>
            <p:cNvSpPr/>
            <p:nvPr/>
          </p:nvSpPr>
          <p:spPr>
            <a:xfrm>
              <a:off x="10305826" y="1655180"/>
              <a:ext cx="4163638" cy="6264176"/>
            </a:xfrm>
            <a:prstGeom prst="roundRect">
              <a:avLst>
                <a:gd name="adj" fmla="val 53"/>
              </a:avLst>
            </a:prstGeom>
            <a:solidFill>
              <a:srgbClr val="1232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GB" sz="2002" dirty="0" err="1"/>
            </a:p>
          </p:txBody>
        </p:sp>
      </p:grpSp>
      <p:grpSp>
        <p:nvGrpSpPr>
          <p:cNvPr id="21" name="Group 20">
            <a:extLst>
              <a:ext uri="{FF2B5EF4-FFF2-40B4-BE49-F238E27FC236}">
                <a16:creationId xmlns:a16="http://schemas.microsoft.com/office/drawing/2014/main" id="{178ED527-374C-EAF8-D600-BEEF29AD1D39}"/>
              </a:ext>
            </a:extLst>
          </p:cNvPr>
          <p:cNvGrpSpPr/>
          <p:nvPr/>
        </p:nvGrpSpPr>
        <p:grpSpPr>
          <a:xfrm>
            <a:off x="5582323" y="1926386"/>
            <a:ext cx="4078881" cy="5992969"/>
            <a:chOff x="10305826" y="1562582"/>
            <a:chExt cx="4167239" cy="6458674"/>
          </a:xfrm>
        </p:grpSpPr>
        <p:sp>
          <p:nvSpPr>
            <p:cNvPr id="22" name="Rectangle: Top Corners Rounded 21">
              <a:extLst>
                <a:ext uri="{FF2B5EF4-FFF2-40B4-BE49-F238E27FC236}">
                  <a16:creationId xmlns:a16="http://schemas.microsoft.com/office/drawing/2014/main" id="{DC67B7C0-3EBE-63F5-4C31-1EA88D942FC0}"/>
                </a:ext>
              </a:extLst>
            </p:cNvPr>
            <p:cNvSpPr/>
            <p:nvPr/>
          </p:nvSpPr>
          <p:spPr>
            <a:xfrm>
              <a:off x="10309427" y="1562582"/>
              <a:ext cx="4163638" cy="6458674"/>
            </a:xfrm>
            <a:prstGeom prst="round2SameRect">
              <a:avLst>
                <a:gd name="adj1" fmla="val 1618"/>
                <a:gd name="adj2" fmla="val 167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667" dirty="0" err="1"/>
            </a:p>
          </p:txBody>
        </p:sp>
        <p:sp>
          <p:nvSpPr>
            <p:cNvPr id="23" name="Rectangle: Rounded Corners 22">
              <a:extLst>
                <a:ext uri="{FF2B5EF4-FFF2-40B4-BE49-F238E27FC236}">
                  <a16:creationId xmlns:a16="http://schemas.microsoft.com/office/drawing/2014/main" id="{01C5E909-43A9-FD63-BF57-F39F9CBAF878}"/>
                </a:ext>
              </a:extLst>
            </p:cNvPr>
            <p:cNvSpPr/>
            <p:nvPr/>
          </p:nvSpPr>
          <p:spPr>
            <a:xfrm>
              <a:off x="10305826" y="1655180"/>
              <a:ext cx="4163638" cy="6264176"/>
            </a:xfrm>
            <a:prstGeom prst="roundRect">
              <a:avLst>
                <a:gd name="adj" fmla="val 53"/>
              </a:avLst>
            </a:prstGeom>
            <a:solidFill>
              <a:srgbClr val="1232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GB" sz="2002" dirty="0" err="1"/>
            </a:p>
          </p:txBody>
        </p:sp>
      </p:grpSp>
      <p:sp>
        <p:nvSpPr>
          <p:cNvPr id="24" name="TextBox 23">
            <a:extLst>
              <a:ext uri="{FF2B5EF4-FFF2-40B4-BE49-F238E27FC236}">
                <a16:creationId xmlns:a16="http://schemas.microsoft.com/office/drawing/2014/main" id="{FCADFB20-5659-64D4-8C83-51614788DE01}"/>
              </a:ext>
            </a:extLst>
          </p:cNvPr>
          <p:cNvSpPr txBox="1"/>
          <p:nvPr/>
        </p:nvSpPr>
        <p:spPr>
          <a:xfrm>
            <a:off x="691689" y="929499"/>
            <a:ext cx="10253003" cy="646331"/>
          </a:xfrm>
          <a:prstGeom prst="rect">
            <a:avLst/>
          </a:prstGeom>
          <a:noFill/>
        </p:spPr>
        <p:txBody>
          <a:bodyPr wrap="square" rtlCol="0">
            <a:spAutoFit/>
          </a:bodyPr>
          <a:lstStyle/>
          <a:p>
            <a:r>
              <a:rPr lang="en-GB" sz="3600" b="1" dirty="0">
                <a:solidFill>
                  <a:schemeClr val="bg1"/>
                </a:solidFill>
                <a:latin typeface="+mj-lt"/>
                <a:cs typeface="Segoe UI" panose="020B0502040204020203" pitchFamily="34" charset="0"/>
              </a:rPr>
              <a:t>Performance Overview</a:t>
            </a:r>
            <a:endParaRPr lang="en-GB" sz="3600" dirty="0">
              <a:solidFill>
                <a:schemeClr val="bg1"/>
              </a:solidFill>
              <a:latin typeface="+mj-lt"/>
              <a:cs typeface="Segoe UI" panose="020B0502040204020203" pitchFamily="34" charset="0"/>
            </a:endParaRPr>
          </a:p>
        </p:txBody>
      </p:sp>
      <p:sp>
        <p:nvSpPr>
          <p:cNvPr id="29" name="TextBox 28">
            <a:extLst>
              <a:ext uri="{FF2B5EF4-FFF2-40B4-BE49-F238E27FC236}">
                <a16:creationId xmlns:a16="http://schemas.microsoft.com/office/drawing/2014/main" id="{2DCABA4F-392C-8A0F-B076-C17D15D92EFC}"/>
              </a:ext>
            </a:extLst>
          </p:cNvPr>
          <p:cNvSpPr txBox="1"/>
          <p:nvPr/>
        </p:nvSpPr>
        <p:spPr>
          <a:xfrm>
            <a:off x="695214" y="2194428"/>
            <a:ext cx="4078881" cy="369332"/>
          </a:xfrm>
          <a:prstGeom prst="rect">
            <a:avLst/>
          </a:prstGeom>
          <a:noFill/>
        </p:spPr>
        <p:txBody>
          <a:bodyPr wrap="square" rtlCol="0">
            <a:spAutoFit/>
          </a:bodyPr>
          <a:lstStyle/>
          <a:p>
            <a:pPr algn="ctr"/>
            <a:r>
              <a:rPr lang="en-GB" sz="1800" b="1" dirty="0">
                <a:solidFill>
                  <a:srgbClr val="3AD1C5"/>
                </a:solidFill>
                <a:latin typeface="+mj-lt"/>
                <a:cs typeface="Segoe UI" panose="020B0502040204020203" pitchFamily="34" charset="0"/>
              </a:rPr>
              <a:t>[KPI1 Name] </a:t>
            </a:r>
            <a:r>
              <a:rPr lang="en-GB" sz="1800" b="1" dirty="0">
                <a:solidFill>
                  <a:schemeClr val="bg1"/>
                </a:solidFill>
                <a:latin typeface="+mj-lt"/>
                <a:cs typeface="Segoe UI" panose="020B0502040204020203" pitchFamily="34" charset="0"/>
              </a:rPr>
              <a:t>vs Target</a:t>
            </a:r>
            <a:endParaRPr lang="en-GB" sz="1800" dirty="0">
              <a:solidFill>
                <a:schemeClr val="bg1"/>
              </a:solidFill>
              <a:latin typeface="+mj-lt"/>
              <a:cs typeface="Segoe UI" panose="020B0502040204020203" pitchFamily="34" charset="0"/>
            </a:endParaRPr>
          </a:p>
        </p:txBody>
      </p:sp>
      <p:grpSp>
        <p:nvGrpSpPr>
          <p:cNvPr id="37" name="Group 36">
            <a:extLst>
              <a:ext uri="{FF2B5EF4-FFF2-40B4-BE49-F238E27FC236}">
                <a16:creationId xmlns:a16="http://schemas.microsoft.com/office/drawing/2014/main" id="{FED91DC9-4602-E456-0A6B-CEB161A2FF89}"/>
              </a:ext>
            </a:extLst>
          </p:cNvPr>
          <p:cNvGrpSpPr/>
          <p:nvPr/>
        </p:nvGrpSpPr>
        <p:grpSpPr>
          <a:xfrm>
            <a:off x="984447" y="2841173"/>
            <a:ext cx="3490735" cy="559673"/>
            <a:chOff x="984447" y="2841173"/>
            <a:chExt cx="3490735" cy="559673"/>
          </a:xfrm>
        </p:grpSpPr>
        <p:sp>
          <p:nvSpPr>
            <p:cNvPr id="30" name="TextBox 29">
              <a:extLst>
                <a:ext uri="{FF2B5EF4-FFF2-40B4-BE49-F238E27FC236}">
                  <a16:creationId xmlns:a16="http://schemas.microsoft.com/office/drawing/2014/main" id="{6161E619-093A-C072-CE26-C226AA09BF44}"/>
                </a:ext>
              </a:extLst>
            </p:cNvPr>
            <p:cNvSpPr txBox="1"/>
            <p:nvPr/>
          </p:nvSpPr>
          <p:spPr>
            <a:xfrm>
              <a:off x="987972" y="2841173"/>
              <a:ext cx="3487210" cy="307777"/>
            </a:xfrm>
            <a:prstGeom prst="rect">
              <a:avLst/>
            </a:prstGeom>
            <a:noFill/>
          </p:spPr>
          <p:txBody>
            <a:bodyPr wrap="square" rtlCol="0">
              <a:spAutoFit/>
            </a:bodyPr>
            <a:lstStyle/>
            <a:p>
              <a:r>
                <a:rPr lang="en-GB" sz="1400" b="1" dirty="0">
                  <a:solidFill>
                    <a:schemeClr val="bg1"/>
                  </a:solidFill>
                  <a:latin typeface="+mj-lt"/>
                  <a:cs typeface="Segoe UI" panose="020B0502040204020203" pitchFamily="34" charset="0"/>
                </a:rPr>
                <a:t>[Chart Name]</a:t>
              </a:r>
              <a:endParaRPr lang="en-GB" sz="1400" dirty="0">
                <a:solidFill>
                  <a:schemeClr val="bg1"/>
                </a:solidFill>
                <a:latin typeface="+mj-lt"/>
                <a:cs typeface="Segoe UI" panose="020B0502040204020203" pitchFamily="34" charset="0"/>
              </a:endParaRPr>
            </a:p>
          </p:txBody>
        </p:sp>
        <p:sp>
          <p:nvSpPr>
            <p:cNvPr id="33" name="TextBox 32">
              <a:extLst>
                <a:ext uri="{FF2B5EF4-FFF2-40B4-BE49-F238E27FC236}">
                  <a16:creationId xmlns:a16="http://schemas.microsoft.com/office/drawing/2014/main" id="{EBE2780D-DD38-1F2A-C436-3967022801FB}"/>
                </a:ext>
              </a:extLst>
            </p:cNvPr>
            <p:cNvSpPr txBox="1"/>
            <p:nvPr/>
          </p:nvSpPr>
          <p:spPr>
            <a:xfrm>
              <a:off x="984447" y="3154625"/>
              <a:ext cx="3487209" cy="246221"/>
            </a:xfrm>
            <a:prstGeom prst="rect">
              <a:avLst/>
            </a:prstGeom>
            <a:noFill/>
          </p:spPr>
          <p:txBody>
            <a:bodyPr wrap="square" rtlCol="0">
              <a:spAutoFit/>
            </a:bodyPr>
            <a:lstStyle/>
            <a:p>
              <a:r>
                <a:rPr lang="en-GB" sz="1000" dirty="0">
                  <a:solidFill>
                    <a:schemeClr val="bg1"/>
                  </a:solidFill>
                  <a:latin typeface="+mj-lt"/>
                  <a:cs typeface="Segoe UI" panose="020B0502040204020203" pitchFamily="34" charset="0"/>
                </a:rPr>
                <a:t> [KPI Name] to Target:</a:t>
              </a:r>
            </a:p>
          </p:txBody>
        </p:sp>
      </p:grpSp>
      <p:grpSp>
        <p:nvGrpSpPr>
          <p:cNvPr id="38" name="Group 37">
            <a:extLst>
              <a:ext uri="{FF2B5EF4-FFF2-40B4-BE49-F238E27FC236}">
                <a16:creationId xmlns:a16="http://schemas.microsoft.com/office/drawing/2014/main" id="{0BA9B4A8-47D4-CD0A-D99A-B8FD561BFA54}"/>
              </a:ext>
            </a:extLst>
          </p:cNvPr>
          <p:cNvGrpSpPr/>
          <p:nvPr/>
        </p:nvGrpSpPr>
        <p:grpSpPr>
          <a:xfrm>
            <a:off x="987972" y="4463601"/>
            <a:ext cx="3490735" cy="559673"/>
            <a:chOff x="984447" y="2841173"/>
            <a:chExt cx="3490735" cy="559673"/>
          </a:xfrm>
        </p:grpSpPr>
        <p:sp>
          <p:nvSpPr>
            <p:cNvPr id="39" name="TextBox 38">
              <a:extLst>
                <a:ext uri="{FF2B5EF4-FFF2-40B4-BE49-F238E27FC236}">
                  <a16:creationId xmlns:a16="http://schemas.microsoft.com/office/drawing/2014/main" id="{81F6FD0A-9FE6-1539-C2AE-C812255BED4D}"/>
                </a:ext>
              </a:extLst>
            </p:cNvPr>
            <p:cNvSpPr txBox="1"/>
            <p:nvPr/>
          </p:nvSpPr>
          <p:spPr>
            <a:xfrm>
              <a:off x="987972" y="2841173"/>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40" name="TextBox 39">
              <a:extLst>
                <a:ext uri="{FF2B5EF4-FFF2-40B4-BE49-F238E27FC236}">
                  <a16:creationId xmlns:a16="http://schemas.microsoft.com/office/drawing/2014/main" id="{0D04D19D-2841-E721-E3C3-70702C7BEC5C}"/>
                </a:ext>
              </a:extLst>
            </p:cNvPr>
            <p:cNvSpPr txBox="1"/>
            <p:nvPr/>
          </p:nvSpPr>
          <p:spPr>
            <a:xfrm>
              <a:off x="984447" y="3154625"/>
              <a:ext cx="3487209" cy="246221"/>
            </a:xfrm>
            <a:prstGeom prst="rect">
              <a:avLst/>
            </a:prstGeom>
            <a:noFill/>
          </p:spPr>
          <p:txBody>
            <a:bodyPr wrap="square" rtlCol="0">
              <a:spAutoFit/>
            </a:bodyPr>
            <a:lstStyle/>
            <a:p>
              <a:r>
                <a:rPr lang="en-GB" sz="1000" dirty="0">
                  <a:solidFill>
                    <a:schemeClr val="bg1"/>
                  </a:solidFill>
                  <a:cs typeface="Segoe UI" panose="020B0502040204020203" pitchFamily="34" charset="0"/>
                </a:rPr>
                <a:t> [KPI Name] to Target:</a:t>
              </a:r>
            </a:p>
          </p:txBody>
        </p:sp>
      </p:grpSp>
      <p:grpSp>
        <p:nvGrpSpPr>
          <p:cNvPr id="43" name="Group 42">
            <a:extLst>
              <a:ext uri="{FF2B5EF4-FFF2-40B4-BE49-F238E27FC236}">
                <a16:creationId xmlns:a16="http://schemas.microsoft.com/office/drawing/2014/main" id="{10E64C83-597C-5AE7-F256-85D0FB35229F}"/>
              </a:ext>
            </a:extLst>
          </p:cNvPr>
          <p:cNvGrpSpPr/>
          <p:nvPr/>
        </p:nvGrpSpPr>
        <p:grpSpPr>
          <a:xfrm>
            <a:off x="980921" y="6165866"/>
            <a:ext cx="3490735" cy="559673"/>
            <a:chOff x="984447" y="2841173"/>
            <a:chExt cx="3490735" cy="559673"/>
          </a:xfrm>
        </p:grpSpPr>
        <p:sp>
          <p:nvSpPr>
            <p:cNvPr id="44" name="TextBox 43">
              <a:extLst>
                <a:ext uri="{FF2B5EF4-FFF2-40B4-BE49-F238E27FC236}">
                  <a16:creationId xmlns:a16="http://schemas.microsoft.com/office/drawing/2014/main" id="{F6F378B4-32BC-4A23-80E2-E3D400949F4A}"/>
                </a:ext>
              </a:extLst>
            </p:cNvPr>
            <p:cNvSpPr txBox="1"/>
            <p:nvPr/>
          </p:nvSpPr>
          <p:spPr>
            <a:xfrm>
              <a:off x="987972" y="2841173"/>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45" name="TextBox 44">
              <a:extLst>
                <a:ext uri="{FF2B5EF4-FFF2-40B4-BE49-F238E27FC236}">
                  <a16:creationId xmlns:a16="http://schemas.microsoft.com/office/drawing/2014/main" id="{16721891-05A9-C0E7-6208-6997EA56918A}"/>
                </a:ext>
              </a:extLst>
            </p:cNvPr>
            <p:cNvSpPr txBox="1"/>
            <p:nvPr/>
          </p:nvSpPr>
          <p:spPr>
            <a:xfrm>
              <a:off x="984447" y="3154625"/>
              <a:ext cx="3487209" cy="246221"/>
            </a:xfrm>
            <a:prstGeom prst="rect">
              <a:avLst/>
            </a:prstGeom>
            <a:noFill/>
          </p:spPr>
          <p:txBody>
            <a:bodyPr wrap="square" rtlCol="0">
              <a:spAutoFit/>
            </a:bodyPr>
            <a:lstStyle/>
            <a:p>
              <a:r>
                <a:rPr lang="en-GB" sz="1000" dirty="0">
                  <a:solidFill>
                    <a:schemeClr val="bg1"/>
                  </a:solidFill>
                  <a:cs typeface="Segoe UI" panose="020B0502040204020203" pitchFamily="34" charset="0"/>
                </a:rPr>
                <a:t> [KPI Name] to Target:</a:t>
              </a:r>
            </a:p>
          </p:txBody>
        </p:sp>
      </p:grpSp>
      <p:sp>
        <p:nvSpPr>
          <p:cNvPr id="53" name="TextBox 52">
            <a:extLst>
              <a:ext uri="{FF2B5EF4-FFF2-40B4-BE49-F238E27FC236}">
                <a16:creationId xmlns:a16="http://schemas.microsoft.com/office/drawing/2014/main" id="{CB465C3F-A6B5-5FC7-B305-307F931A95BE}"/>
              </a:ext>
            </a:extLst>
          </p:cNvPr>
          <p:cNvSpPr txBox="1"/>
          <p:nvPr/>
        </p:nvSpPr>
        <p:spPr>
          <a:xfrm>
            <a:off x="5589372" y="2239113"/>
            <a:ext cx="4078881" cy="369332"/>
          </a:xfrm>
          <a:prstGeom prst="rect">
            <a:avLst/>
          </a:prstGeom>
          <a:noFill/>
        </p:spPr>
        <p:txBody>
          <a:bodyPr wrap="square" rtlCol="0">
            <a:spAutoFit/>
          </a:bodyPr>
          <a:lstStyle/>
          <a:p>
            <a:pPr algn="ctr"/>
            <a:r>
              <a:rPr lang="en-GB" sz="1800" b="1" dirty="0">
                <a:solidFill>
                  <a:schemeClr val="accent6"/>
                </a:solidFill>
                <a:latin typeface="+mj-lt"/>
                <a:cs typeface="Segoe UI" panose="020B0502040204020203" pitchFamily="34" charset="0"/>
              </a:rPr>
              <a:t>[KPI2/Section Name]</a:t>
            </a:r>
            <a:endParaRPr lang="en-GB" sz="1800" dirty="0">
              <a:solidFill>
                <a:schemeClr val="accent6"/>
              </a:solidFill>
              <a:latin typeface="+mj-lt"/>
              <a:cs typeface="Segoe UI" panose="020B0502040204020203" pitchFamily="34" charset="0"/>
            </a:endParaRPr>
          </a:p>
        </p:txBody>
      </p:sp>
      <p:sp>
        <p:nvSpPr>
          <p:cNvPr id="55" name="TextBox 54">
            <a:extLst>
              <a:ext uri="{FF2B5EF4-FFF2-40B4-BE49-F238E27FC236}">
                <a16:creationId xmlns:a16="http://schemas.microsoft.com/office/drawing/2014/main" id="{A3D2B1B9-B9F5-9CB0-A71C-79A520597063}"/>
              </a:ext>
            </a:extLst>
          </p:cNvPr>
          <p:cNvSpPr txBox="1"/>
          <p:nvPr/>
        </p:nvSpPr>
        <p:spPr>
          <a:xfrm>
            <a:off x="5882130" y="2885858"/>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58" name="TextBox 57">
            <a:extLst>
              <a:ext uri="{FF2B5EF4-FFF2-40B4-BE49-F238E27FC236}">
                <a16:creationId xmlns:a16="http://schemas.microsoft.com/office/drawing/2014/main" id="{757A321C-77A9-DB94-66DB-D2DBA298EA6D}"/>
              </a:ext>
            </a:extLst>
          </p:cNvPr>
          <p:cNvSpPr txBox="1"/>
          <p:nvPr/>
        </p:nvSpPr>
        <p:spPr>
          <a:xfrm>
            <a:off x="5885655" y="4508286"/>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61" name="TextBox 60">
            <a:extLst>
              <a:ext uri="{FF2B5EF4-FFF2-40B4-BE49-F238E27FC236}">
                <a16:creationId xmlns:a16="http://schemas.microsoft.com/office/drawing/2014/main" id="{CB5A2B0F-4BBA-A1E6-DCE6-D7C8763A817E}"/>
              </a:ext>
            </a:extLst>
          </p:cNvPr>
          <p:cNvSpPr txBox="1"/>
          <p:nvPr/>
        </p:nvSpPr>
        <p:spPr>
          <a:xfrm>
            <a:off x="5878604" y="6210551"/>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65" name="TextBox 64">
            <a:extLst>
              <a:ext uri="{FF2B5EF4-FFF2-40B4-BE49-F238E27FC236}">
                <a16:creationId xmlns:a16="http://schemas.microsoft.com/office/drawing/2014/main" id="{DC754407-E42F-668C-65D8-3E11D5259AD6}"/>
              </a:ext>
            </a:extLst>
          </p:cNvPr>
          <p:cNvSpPr txBox="1"/>
          <p:nvPr/>
        </p:nvSpPr>
        <p:spPr>
          <a:xfrm>
            <a:off x="10483530" y="2239113"/>
            <a:ext cx="4078881" cy="369332"/>
          </a:xfrm>
          <a:prstGeom prst="rect">
            <a:avLst/>
          </a:prstGeom>
          <a:noFill/>
        </p:spPr>
        <p:txBody>
          <a:bodyPr wrap="square" rtlCol="0">
            <a:spAutoFit/>
          </a:bodyPr>
          <a:lstStyle/>
          <a:p>
            <a:pPr algn="ctr"/>
            <a:r>
              <a:rPr lang="en-GB" sz="1800" b="1" dirty="0">
                <a:solidFill>
                  <a:srgbClr val="33BBE9"/>
                </a:solidFill>
                <a:latin typeface="+mj-lt"/>
                <a:cs typeface="Segoe UI" panose="020B0502040204020203" pitchFamily="34" charset="0"/>
              </a:rPr>
              <a:t>[KPI3 Name] </a:t>
            </a:r>
            <a:r>
              <a:rPr lang="en-GB" sz="1800" b="1" dirty="0">
                <a:solidFill>
                  <a:srgbClr val="5F8E8E"/>
                </a:solidFill>
                <a:latin typeface="+mj-lt"/>
                <a:cs typeface="Segoe UI" panose="020B0502040204020203" pitchFamily="34" charset="0"/>
              </a:rPr>
              <a:t>vs PY</a:t>
            </a:r>
            <a:endParaRPr lang="en-GB" sz="1800" dirty="0">
              <a:solidFill>
                <a:srgbClr val="5F8E8E"/>
              </a:solidFill>
              <a:latin typeface="+mj-lt"/>
              <a:cs typeface="Segoe UI" panose="020B0502040204020203" pitchFamily="34" charset="0"/>
            </a:endParaRPr>
          </a:p>
        </p:txBody>
      </p:sp>
      <p:grpSp>
        <p:nvGrpSpPr>
          <p:cNvPr id="78" name="Group 77">
            <a:extLst>
              <a:ext uri="{FF2B5EF4-FFF2-40B4-BE49-F238E27FC236}">
                <a16:creationId xmlns:a16="http://schemas.microsoft.com/office/drawing/2014/main" id="{5D983DC9-6BB1-014E-6E8A-891EAC9FFC41}"/>
              </a:ext>
            </a:extLst>
          </p:cNvPr>
          <p:cNvGrpSpPr/>
          <p:nvPr/>
        </p:nvGrpSpPr>
        <p:grpSpPr>
          <a:xfrm>
            <a:off x="10764818" y="2841173"/>
            <a:ext cx="3490735" cy="559673"/>
            <a:chOff x="984447" y="2841173"/>
            <a:chExt cx="3490735" cy="559673"/>
          </a:xfrm>
        </p:grpSpPr>
        <p:sp>
          <p:nvSpPr>
            <p:cNvPr id="79" name="TextBox 78">
              <a:extLst>
                <a:ext uri="{FF2B5EF4-FFF2-40B4-BE49-F238E27FC236}">
                  <a16:creationId xmlns:a16="http://schemas.microsoft.com/office/drawing/2014/main" id="{AD6EFF4C-2558-14FB-B08B-7FCE98E07840}"/>
                </a:ext>
              </a:extLst>
            </p:cNvPr>
            <p:cNvSpPr txBox="1"/>
            <p:nvPr/>
          </p:nvSpPr>
          <p:spPr>
            <a:xfrm>
              <a:off x="987972" y="2841173"/>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80" name="TextBox 79">
              <a:extLst>
                <a:ext uri="{FF2B5EF4-FFF2-40B4-BE49-F238E27FC236}">
                  <a16:creationId xmlns:a16="http://schemas.microsoft.com/office/drawing/2014/main" id="{DF748BD6-47CC-2648-611A-B3533CCCCC13}"/>
                </a:ext>
              </a:extLst>
            </p:cNvPr>
            <p:cNvSpPr txBox="1"/>
            <p:nvPr/>
          </p:nvSpPr>
          <p:spPr>
            <a:xfrm>
              <a:off x="984447" y="3154625"/>
              <a:ext cx="3487209" cy="246221"/>
            </a:xfrm>
            <a:prstGeom prst="rect">
              <a:avLst/>
            </a:prstGeom>
            <a:noFill/>
          </p:spPr>
          <p:txBody>
            <a:bodyPr wrap="square" rtlCol="0">
              <a:spAutoFit/>
            </a:bodyPr>
            <a:lstStyle/>
            <a:p>
              <a:r>
                <a:rPr lang="en-GB" sz="1000" dirty="0">
                  <a:solidFill>
                    <a:schemeClr val="bg1"/>
                  </a:solidFill>
                  <a:latin typeface="+mj-lt"/>
                  <a:cs typeface="Segoe UI" panose="020B0502040204020203" pitchFamily="34" charset="0"/>
                </a:rPr>
                <a:t>Result to Target:</a:t>
              </a:r>
            </a:p>
          </p:txBody>
        </p:sp>
      </p:grpSp>
      <p:grpSp>
        <p:nvGrpSpPr>
          <p:cNvPr id="81" name="Group 80">
            <a:extLst>
              <a:ext uri="{FF2B5EF4-FFF2-40B4-BE49-F238E27FC236}">
                <a16:creationId xmlns:a16="http://schemas.microsoft.com/office/drawing/2014/main" id="{301BDA61-3226-8E7F-9665-EB6E60E9D663}"/>
              </a:ext>
            </a:extLst>
          </p:cNvPr>
          <p:cNvGrpSpPr/>
          <p:nvPr/>
        </p:nvGrpSpPr>
        <p:grpSpPr>
          <a:xfrm>
            <a:off x="10768343" y="4463601"/>
            <a:ext cx="3490735" cy="559673"/>
            <a:chOff x="984447" y="2841173"/>
            <a:chExt cx="3490735" cy="559673"/>
          </a:xfrm>
        </p:grpSpPr>
        <p:sp>
          <p:nvSpPr>
            <p:cNvPr id="82" name="TextBox 81">
              <a:extLst>
                <a:ext uri="{FF2B5EF4-FFF2-40B4-BE49-F238E27FC236}">
                  <a16:creationId xmlns:a16="http://schemas.microsoft.com/office/drawing/2014/main" id="{BF78E618-0E76-FD43-CBA2-4BF7380417D1}"/>
                </a:ext>
              </a:extLst>
            </p:cNvPr>
            <p:cNvSpPr txBox="1"/>
            <p:nvPr/>
          </p:nvSpPr>
          <p:spPr>
            <a:xfrm>
              <a:off x="987972" y="2841173"/>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83" name="TextBox 82">
              <a:extLst>
                <a:ext uri="{FF2B5EF4-FFF2-40B4-BE49-F238E27FC236}">
                  <a16:creationId xmlns:a16="http://schemas.microsoft.com/office/drawing/2014/main" id="{34A88798-6EF7-3CF4-4F45-3CF2EB5F78A8}"/>
                </a:ext>
              </a:extLst>
            </p:cNvPr>
            <p:cNvSpPr txBox="1"/>
            <p:nvPr/>
          </p:nvSpPr>
          <p:spPr>
            <a:xfrm>
              <a:off x="984447" y="3154625"/>
              <a:ext cx="3487209" cy="246221"/>
            </a:xfrm>
            <a:prstGeom prst="rect">
              <a:avLst/>
            </a:prstGeom>
            <a:noFill/>
          </p:spPr>
          <p:txBody>
            <a:bodyPr wrap="square" rtlCol="0">
              <a:spAutoFit/>
            </a:bodyPr>
            <a:lstStyle/>
            <a:p>
              <a:r>
                <a:rPr lang="en-GB" sz="1000" dirty="0">
                  <a:solidFill>
                    <a:schemeClr val="bg1"/>
                  </a:solidFill>
                  <a:latin typeface="+mj-lt"/>
                  <a:cs typeface="Segoe UI" panose="020B0502040204020203" pitchFamily="34" charset="0"/>
                </a:rPr>
                <a:t>Change (YoY):</a:t>
              </a:r>
            </a:p>
          </p:txBody>
        </p:sp>
      </p:grpSp>
      <p:grpSp>
        <p:nvGrpSpPr>
          <p:cNvPr id="84" name="Group 83">
            <a:extLst>
              <a:ext uri="{FF2B5EF4-FFF2-40B4-BE49-F238E27FC236}">
                <a16:creationId xmlns:a16="http://schemas.microsoft.com/office/drawing/2014/main" id="{C58CC066-D1A1-BAB8-C77E-DFABE2432FC1}"/>
              </a:ext>
            </a:extLst>
          </p:cNvPr>
          <p:cNvGrpSpPr/>
          <p:nvPr/>
        </p:nvGrpSpPr>
        <p:grpSpPr>
          <a:xfrm>
            <a:off x="10761292" y="6165866"/>
            <a:ext cx="3490735" cy="559673"/>
            <a:chOff x="984447" y="2841173"/>
            <a:chExt cx="3490735" cy="559673"/>
          </a:xfrm>
        </p:grpSpPr>
        <p:sp>
          <p:nvSpPr>
            <p:cNvPr id="85" name="TextBox 84">
              <a:extLst>
                <a:ext uri="{FF2B5EF4-FFF2-40B4-BE49-F238E27FC236}">
                  <a16:creationId xmlns:a16="http://schemas.microsoft.com/office/drawing/2014/main" id="{0F713D69-8CDE-EC16-E6CB-6A2709E6FCC0}"/>
                </a:ext>
              </a:extLst>
            </p:cNvPr>
            <p:cNvSpPr txBox="1"/>
            <p:nvPr/>
          </p:nvSpPr>
          <p:spPr>
            <a:xfrm>
              <a:off x="987972" y="2841173"/>
              <a:ext cx="3487210" cy="307777"/>
            </a:xfrm>
            <a:prstGeom prst="rect">
              <a:avLst/>
            </a:prstGeom>
            <a:noFill/>
          </p:spPr>
          <p:txBody>
            <a:bodyPr wrap="square" rtlCol="0">
              <a:spAutoFit/>
            </a:bodyPr>
            <a:lstStyle/>
            <a:p>
              <a:r>
                <a:rPr lang="en-GB" sz="1400" b="1" dirty="0">
                  <a:solidFill>
                    <a:schemeClr val="bg1"/>
                  </a:solidFill>
                  <a:cs typeface="Segoe UI" panose="020B0502040204020203" pitchFamily="34" charset="0"/>
                </a:rPr>
                <a:t>[Chart Name]</a:t>
              </a:r>
              <a:endParaRPr lang="en-GB" sz="1400" dirty="0">
                <a:solidFill>
                  <a:schemeClr val="bg1"/>
                </a:solidFill>
                <a:cs typeface="Segoe UI" panose="020B0502040204020203" pitchFamily="34" charset="0"/>
              </a:endParaRPr>
            </a:p>
          </p:txBody>
        </p:sp>
        <p:sp>
          <p:nvSpPr>
            <p:cNvPr id="86" name="TextBox 85">
              <a:extLst>
                <a:ext uri="{FF2B5EF4-FFF2-40B4-BE49-F238E27FC236}">
                  <a16:creationId xmlns:a16="http://schemas.microsoft.com/office/drawing/2014/main" id="{342F9CFE-9F70-75E4-30A1-472E5F923D02}"/>
                </a:ext>
              </a:extLst>
            </p:cNvPr>
            <p:cNvSpPr txBox="1"/>
            <p:nvPr/>
          </p:nvSpPr>
          <p:spPr>
            <a:xfrm>
              <a:off x="984447" y="3154625"/>
              <a:ext cx="3487209" cy="246221"/>
            </a:xfrm>
            <a:prstGeom prst="rect">
              <a:avLst/>
            </a:prstGeom>
            <a:noFill/>
          </p:spPr>
          <p:txBody>
            <a:bodyPr wrap="square" rtlCol="0">
              <a:spAutoFit/>
            </a:bodyPr>
            <a:lstStyle/>
            <a:p>
              <a:r>
                <a:rPr lang="en-GB" sz="1000" dirty="0">
                  <a:solidFill>
                    <a:schemeClr val="bg1"/>
                  </a:solidFill>
                  <a:latin typeface="+mj-lt"/>
                  <a:cs typeface="Segoe UI" panose="020B0502040204020203" pitchFamily="34" charset="0"/>
                </a:rPr>
                <a:t>Change (YoY):</a:t>
              </a:r>
            </a:p>
          </p:txBody>
        </p:sp>
      </p:grpSp>
      <p:sp>
        <p:nvSpPr>
          <p:cNvPr id="6" name="TextBox 5">
            <a:extLst>
              <a:ext uri="{FF2B5EF4-FFF2-40B4-BE49-F238E27FC236}">
                <a16:creationId xmlns:a16="http://schemas.microsoft.com/office/drawing/2014/main" id="{85270927-AAC8-67B5-92CD-181FA3E59334}"/>
              </a:ext>
            </a:extLst>
          </p:cNvPr>
          <p:cNvSpPr txBox="1"/>
          <p:nvPr/>
        </p:nvSpPr>
        <p:spPr>
          <a:xfrm>
            <a:off x="300333" y="141584"/>
            <a:ext cx="1705473" cy="584775"/>
          </a:xfrm>
          <a:prstGeom prst="rect">
            <a:avLst/>
          </a:prstGeom>
          <a:noFill/>
        </p:spPr>
        <p:txBody>
          <a:bodyPr wrap="square" rtlCol="0">
            <a:spAutoFit/>
          </a:bodyPr>
          <a:lstStyle/>
          <a:p>
            <a:r>
              <a:rPr lang="en-GB" sz="3200" b="1" dirty="0">
                <a:solidFill>
                  <a:schemeClr val="bg1"/>
                </a:solidFill>
                <a:latin typeface="+mj-lt"/>
                <a:cs typeface="Segoe UI" panose="020B0502040204020203" pitchFamily="34" charset="0"/>
              </a:rPr>
              <a:t>[LOGO]</a:t>
            </a:r>
            <a:endParaRPr lang="en-GB" sz="3200" dirty="0">
              <a:solidFill>
                <a:schemeClr val="bg1"/>
              </a:solidFill>
              <a:latin typeface="+mj-lt"/>
              <a:cs typeface="Segoe UI" panose="020B0502040204020203" pitchFamily="34" charset="0"/>
            </a:endParaRPr>
          </a:p>
        </p:txBody>
      </p:sp>
    </p:spTree>
    <p:extLst>
      <p:ext uri="{BB962C8B-B14F-4D97-AF65-F5344CB8AC3E}">
        <p14:creationId xmlns:p14="http://schemas.microsoft.com/office/powerpoint/2010/main" val="785706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a:extLst>
            <a:ext uri="{FF2B5EF4-FFF2-40B4-BE49-F238E27FC236}">
              <a16:creationId xmlns:a16="http://schemas.microsoft.com/office/drawing/2014/main" id="{E61477C8-6571-78B0-6670-2F18AC65F1F2}"/>
            </a:ext>
          </a:extLst>
        </p:cNvPr>
        <p:cNvGrpSpPr/>
        <p:nvPr/>
      </p:nvGrpSpPr>
      <p:grpSpPr>
        <a:xfrm>
          <a:off x="0" y="0"/>
          <a:ext cx="0" cy="0"/>
          <a:chOff x="0" y="0"/>
          <a:chExt cx="0" cy="0"/>
        </a:xfrm>
      </p:grpSpPr>
      <p:sp>
        <p:nvSpPr>
          <p:cNvPr id="19" name="Rectangle: Top Corners Rounded 17">
            <a:extLst>
              <a:ext uri="{FF2B5EF4-FFF2-40B4-BE49-F238E27FC236}">
                <a16:creationId xmlns:a16="http://schemas.microsoft.com/office/drawing/2014/main" id="{C3F183C6-E997-A051-8FF4-BA705D7920A9}"/>
              </a:ext>
            </a:extLst>
          </p:cNvPr>
          <p:cNvSpPr/>
          <p:nvPr/>
        </p:nvSpPr>
        <p:spPr>
          <a:xfrm rot="5400000">
            <a:off x="14722931" y="7973784"/>
            <a:ext cx="571501" cy="462646"/>
          </a:xfrm>
          <a:prstGeom prst="round2SameRect">
            <a:avLst>
              <a:gd name="adj1" fmla="val 12500"/>
              <a:gd name="adj2" fmla="val 0"/>
            </a:avLst>
          </a:prstGeom>
          <a:solidFill>
            <a:schemeClr val="bg1"/>
          </a:solidFill>
          <a:ln w="12700" cap="flat" cmpd="sng" algn="ctr">
            <a:noFill/>
            <a:prstDash val="solid"/>
            <a:miter lim="800000"/>
          </a:ln>
          <a:effectLst/>
        </p:spPr>
        <p:txBody>
          <a:bodyPr rtlCol="0" anchor="t" anchorCtr="0"/>
          <a:lstStyle/>
          <a:p>
            <a:pPr>
              <a:defRPr/>
            </a:pPr>
            <a:endParaRPr lang="en-US" sz="2002" kern="0" dirty="0" err="1">
              <a:solidFill>
                <a:srgbClr val="FFFFFF"/>
              </a:solidFill>
              <a:latin typeface="Arial" panose="020B0604020202020204"/>
            </a:endParaRPr>
          </a:p>
        </p:txBody>
      </p:sp>
      <p:sp>
        <p:nvSpPr>
          <p:cNvPr id="2" name="Rectangle: Top Corners One Rounded and One Snipped 1">
            <a:extLst>
              <a:ext uri="{FF2B5EF4-FFF2-40B4-BE49-F238E27FC236}">
                <a16:creationId xmlns:a16="http://schemas.microsoft.com/office/drawing/2014/main" id="{5657D5C7-E775-9CCA-8642-A2013A564661}"/>
              </a:ext>
            </a:extLst>
          </p:cNvPr>
          <p:cNvSpPr/>
          <p:nvPr/>
        </p:nvSpPr>
        <p:spPr>
          <a:xfrm rot="5400000">
            <a:off x="3318004" y="-3318006"/>
            <a:ext cx="8604000" cy="15240011"/>
          </a:xfrm>
          <a:prstGeom prst="snipRoundRect">
            <a:avLst>
              <a:gd name="adj1" fmla="val 6949"/>
              <a:gd name="adj2" fmla="val 493"/>
            </a:avLst>
          </a:prstGeom>
          <a:gradFill flip="none" rotWithShape="1">
            <a:gsLst>
              <a:gs pos="0">
                <a:srgbClr val="140A41"/>
              </a:gs>
              <a:gs pos="100000">
                <a:srgbClr val="12326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err="1"/>
          </a:p>
        </p:txBody>
      </p:sp>
      <p:grpSp>
        <p:nvGrpSpPr>
          <p:cNvPr id="10" name="Group 9">
            <a:extLst>
              <a:ext uri="{FF2B5EF4-FFF2-40B4-BE49-F238E27FC236}">
                <a16:creationId xmlns:a16="http://schemas.microsoft.com/office/drawing/2014/main" id="{C107F66F-FADA-02AE-BDB4-292FBBDE6C11}"/>
              </a:ext>
            </a:extLst>
          </p:cNvPr>
          <p:cNvGrpSpPr/>
          <p:nvPr/>
        </p:nvGrpSpPr>
        <p:grpSpPr>
          <a:xfrm>
            <a:off x="691689" y="1452720"/>
            <a:ext cx="13863673" cy="6466636"/>
            <a:chOff x="10305826" y="1562582"/>
            <a:chExt cx="4167239" cy="6458674"/>
          </a:xfrm>
        </p:grpSpPr>
        <p:sp>
          <p:nvSpPr>
            <p:cNvPr id="4" name="Rectangle: Top Corners Rounded 3">
              <a:extLst>
                <a:ext uri="{FF2B5EF4-FFF2-40B4-BE49-F238E27FC236}">
                  <a16:creationId xmlns:a16="http://schemas.microsoft.com/office/drawing/2014/main" id="{3E7BC676-BDC9-E873-72EC-1F226EFD4CD0}"/>
                </a:ext>
              </a:extLst>
            </p:cNvPr>
            <p:cNvSpPr/>
            <p:nvPr/>
          </p:nvSpPr>
          <p:spPr>
            <a:xfrm>
              <a:off x="10309427" y="1562582"/>
              <a:ext cx="4163638" cy="6458674"/>
            </a:xfrm>
            <a:prstGeom prst="round2SameRect">
              <a:avLst>
                <a:gd name="adj1" fmla="val 1618"/>
                <a:gd name="adj2" fmla="val 167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667" dirty="0" err="1"/>
            </a:p>
          </p:txBody>
        </p:sp>
        <p:sp>
          <p:nvSpPr>
            <p:cNvPr id="5" name="Rectangle: Rounded Corners 4">
              <a:extLst>
                <a:ext uri="{FF2B5EF4-FFF2-40B4-BE49-F238E27FC236}">
                  <a16:creationId xmlns:a16="http://schemas.microsoft.com/office/drawing/2014/main" id="{730270D1-E5B1-43DE-17AD-297500565C77}"/>
                </a:ext>
              </a:extLst>
            </p:cNvPr>
            <p:cNvSpPr/>
            <p:nvPr/>
          </p:nvSpPr>
          <p:spPr>
            <a:xfrm>
              <a:off x="10305826" y="1655180"/>
              <a:ext cx="4163638" cy="6264176"/>
            </a:xfrm>
            <a:prstGeom prst="roundRect">
              <a:avLst>
                <a:gd name="adj" fmla="val 53"/>
              </a:avLst>
            </a:prstGeom>
            <a:solidFill>
              <a:srgbClr val="1232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GB" sz="2002" dirty="0" err="1"/>
            </a:p>
          </p:txBody>
        </p:sp>
      </p:grpSp>
      <p:sp>
        <p:nvSpPr>
          <p:cNvPr id="24" name="TextBox 23">
            <a:extLst>
              <a:ext uri="{FF2B5EF4-FFF2-40B4-BE49-F238E27FC236}">
                <a16:creationId xmlns:a16="http://schemas.microsoft.com/office/drawing/2014/main" id="{743C1390-07C8-F4A9-B037-F5E362253452}"/>
              </a:ext>
            </a:extLst>
          </p:cNvPr>
          <p:cNvSpPr txBox="1"/>
          <p:nvPr/>
        </p:nvSpPr>
        <p:spPr>
          <a:xfrm>
            <a:off x="691689" y="768076"/>
            <a:ext cx="10253003" cy="584775"/>
          </a:xfrm>
          <a:prstGeom prst="rect">
            <a:avLst/>
          </a:prstGeom>
          <a:noFill/>
        </p:spPr>
        <p:txBody>
          <a:bodyPr wrap="square" rtlCol="0">
            <a:spAutoFit/>
          </a:bodyPr>
          <a:lstStyle/>
          <a:p>
            <a:r>
              <a:rPr lang="en-GB" sz="3200" b="1" dirty="0">
                <a:solidFill>
                  <a:schemeClr val="bg1"/>
                </a:solidFill>
                <a:latin typeface="+mj-lt"/>
                <a:cs typeface="Segoe UI" panose="020B0502040204020203" pitchFamily="34" charset="0"/>
              </a:rPr>
              <a:t>[Report Title]</a:t>
            </a:r>
            <a:endParaRPr lang="en-GB" sz="3200" dirty="0">
              <a:solidFill>
                <a:schemeClr val="bg1"/>
              </a:solidFill>
              <a:latin typeface="+mj-lt"/>
              <a:cs typeface="Segoe UI" panose="020B0502040204020203" pitchFamily="34" charset="0"/>
            </a:endParaRPr>
          </a:p>
        </p:txBody>
      </p:sp>
      <p:sp>
        <p:nvSpPr>
          <p:cNvPr id="6" name="TextBox 5">
            <a:extLst>
              <a:ext uri="{FF2B5EF4-FFF2-40B4-BE49-F238E27FC236}">
                <a16:creationId xmlns:a16="http://schemas.microsoft.com/office/drawing/2014/main" id="{B780E840-7EB0-BB5B-75AC-F97A820D7A5F}"/>
              </a:ext>
            </a:extLst>
          </p:cNvPr>
          <p:cNvSpPr txBox="1"/>
          <p:nvPr/>
        </p:nvSpPr>
        <p:spPr>
          <a:xfrm>
            <a:off x="300333" y="141584"/>
            <a:ext cx="1705473" cy="584775"/>
          </a:xfrm>
          <a:prstGeom prst="rect">
            <a:avLst/>
          </a:prstGeom>
          <a:noFill/>
        </p:spPr>
        <p:txBody>
          <a:bodyPr wrap="square" rtlCol="0">
            <a:spAutoFit/>
          </a:bodyPr>
          <a:lstStyle/>
          <a:p>
            <a:r>
              <a:rPr lang="en-GB" sz="3200" b="1" dirty="0">
                <a:solidFill>
                  <a:schemeClr val="bg1"/>
                </a:solidFill>
                <a:latin typeface="+mj-lt"/>
                <a:cs typeface="Segoe UI" panose="020B0502040204020203" pitchFamily="34" charset="0"/>
              </a:rPr>
              <a:t>[LOGO]</a:t>
            </a:r>
            <a:endParaRPr lang="en-GB" sz="3200" dirty="0">
              <a:solidFill>
                <a:schemeClr val="bg1"/>
              </a:solidFill>
              <a:latin typeface="+mj-lt"/>
              <a:cs typeface="Segoe UI" panose="020B0502040204020203" pitchFamily="34" charset="0"/>
            </a:endParaRPr>
          </a:p>
        </p:txBody>
      </p:sp>
    </p:spTree>
    <p:extLst>
      <p:ext uri="{BB962C8B-B14F-4D97-AF65-F5344CB8AC3E}">
        <p14:creationId xmlns:p14="http://schemas.microsoft.com/office/powerpoint/2010/main" val="3362934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19000"/>
          </a:schemeClr>
        </a:solidFill>
        <a:effectLst/>
      </p:bgPr>
    </p:bg>
    <p:spTree>
      <p:nvGrpSpPr>
        <p:cNvPr id="1" name="">
          <a:extLst>
            <a:ext uri="{FF2B5EF4-FFF2-40B4-BE49-F238E27FC236}">
              <a16:creationId xmlns:a16="http://schemas.microsoft.com/office/drawing/2014/main" id="{ECBD29F4-B0AC-11FE-6E9D-BF1EAD0C366B}"/>
            </a:ext>
          </a:extLst>
        </p:cNvPr>
        <p:cNvGrpSpPr/>
        <p:nvPr/>
      </p:nvGrpSpPr>
      <p:grpSpPr>
        <a:xfrm>
          <a:off x="0" y="0"/>
          <a:ext cx="0" cy="0"/>
          <a:chOff x="0" y="0"/>
          <a:chExt cx="0" cy="0"/>
        </a:xfrm>
      </p:grpSpPr>
      <p:sp>
        <p:nvSpPr>
          <p:cNvPr id="19" name="Rectangle: Top Corners Rounded 17">
            <a:extLst>
              <a:ext uri="{FF2B5EF4-FFF2-40B4-BE49-F238E27FC236}">
                <a16:creationId xmlns:a16="http://schemas.microsoft.com/office/drawing/2014/main" id="{12639038-C7A4-EB36-2103-CD9CE47978E7}"/>
              </a:ext>
            </a:extLst>
          </p:cNvPr>
          <p:cNvSpPr/>
          <p:nvPr/>
        </p:nvSpPr>
        <p:spPr>
          <a:xfrm rot="5400000">
            <a:off x="14722931" y="7973784"/>
            <a:ext cx="571501" cy="462646"/>
          </a:xfrm>
          <a:prstGeom prst="round2SameRect">
            <a:avLst>
              <a:gd name="adj1" fmla="val 12500"/>
              <a:gd name="adj2" fmla="val 0"/>
            </a:avLst>
          </a:prstGeom>
          <a:solidFill>
            <a:schemeClr val="bg1"/>
          </a:solidFill>
          <a:ln w="12700" cap="flat" cmpd="sng" algn="ctr">
            <a:noFill/>
            <a:prstDash val="solid"/>
            <a:miter lim="800000"/>
          </a:ln>
          <a:effectLst/>
        </p:spPr>
        <p:txBody>
          <a:bodyPr rtlCol="0" anchor="t" anchorCtr="0"/>
          <a:lstStyle/>
          <a:p>
            <a:pPr>
              <a:defRPr/>
            </a:pPr>
            <a:endParaRPr lang="en-US" sz="2002" kern="0" dirty="0" err="1">
              <a:solidFill>
                <a:srgbClr val="FFFFFF"/>
              </a:solidFill>
              <a:latin typeface="Arial" panose="020B0604020202020204"/>
            </a:endParaRPr>
          </a:p>
        </p:txBody>
      </p:sp>
      <p:sp>
        <p:nvSpPr>
          <p:cNvPr id="2" name="Rectangle: Top Corners One Rounded and One Snipped 1">
            <a:extLst>
              <a:ext uri="{FF2B5EF4-FFF2-40B4-BE49-F238E27FC236}">
                <a16:creationId xmlns:a16="http://schemas.microsoft.com/office/drawing/2014/main" id="{ECE1B1CF-424D-D970-9FF2-153036A87961}"/>
              </a:ext>
            </a:extLst>
          </p:cNvPr>
          <p:cNvSpPr/>
          <p:nvPr/>
        </p:nvSpPr>
        <p:spPr>
          <a:xfrm rot="5400000">
            <a:off x="3318004" y="-3318006"/>
            <a:ext cx="8604000" cy="15240011"/>
          </a:xfrm>
          <a:prstGeom prst="snipRoundRect">
            <a:avLst>
              <a:gd name="adj1" fmla="val 6949"/>
              <a:gd name="adj2" fmla="val 493"/>
            </a:avLst>
          </a:prstGeom>
          <a:gradFill flip="none" rotWithShape="1">
            <a:gsLst>
              <a:gs pos="0">
                <a:srgbClr val="140A41"/>
              </a:gs>
              <a:gs pos="100000">
                <a:srgbClr val="123266"/>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2002" dirty="0" err="1"/>
          </a:p>
        </p:txBody>
      </p:sp>
      <p:grpSp>
        <p:nvGrpSpPr>
          <p:cNvPr id="10" name="Group 9">
            <a:extLst>
              <a:ext uri="{FF2B5EF4-FFF2-40B4-BE49-F238E27FC236}">
                <a16:creationId xmlns:a16="http://schemas.microsoft.com/office/drawing/2014/main" id="{27545C58-58FE-3A74-B3FF-E7B1E73E4517}"/>
              </a:ext>
            </a:extLst>
          </p:cNvPr>
          <p:cNvGrpSpPr/>
          <p:nvPr/>
        </p:nvGrpSpPr>
        <p:grpSpPr>
          <a:xfrm>
            <a:off x="691689" y="1452720"/>
            <a:ext cx="13863673" cy="6466636"/>
            <a:chOff x="10305826" y="1562582"/>
            <a:chExt cx="4167239" cy="6458674"/>
          </a:xfrm>
        </p:grpSpPr>
        <p:sp>
          <p:nvSpPr>
            <p:cNvPr id="4" name="Rectangle: Top Corners Rounded 3">
              <a:extLst>
                <a:ext uri="{FF2B5EF4-FFF2-40B4-BE49-F238E27FC236}">
                  <a16:creationId xmlns:a16="http://schemas.microsoft.com/office/drawing/2014/main" id="{935D1299-DE36-3AD9-1444-D3EF4ABCCC7E}"/>
                </a:ext>
              </a:extLst>
            </p:cNvPr>
            <p:cNvSpPr/>
            <p:nvPr/>
          </p:nvSpPr>
          <p:spPr>
            <a:xfrm>
              <a:off x="10309427" y="1562582"/>
              <a:ext cx="4163638" cy="6458674"/>
            </a:xfrm>
            <a:prstGeom prst="round2SameRect">
              <a:avLst>
                <a:gd name="adj1" fmla="val 1618"/>
                <a:gd name="adj2" fmla="val 1672"/>
              </a:avLst>
            </a:prstGeom>
            <a:solidFill>
              <a:srgbClr val="33BB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US" sz="667" dirty="0" err="1"/>
            </a:p>
          </p:txBody>
        </p:sp>
        <p:sp>
          <p:nvSpPr>
            <p:cNvPr id="5" name="Rectangle: Rounded Corners 4">
              <a:extLst>
                <a:ext uri="{FF2B5EF4-FFF2-40B4-BE49-F238E27FC236}">
                  <a16:creationId xmlns:a16="http://schemas.microsoft.com/office/drawing/2014/main" id="{13CD3543-9137-C96E-F45E-8C883B29C6D8}"/>
                </a:ext>
              </a:extLst>
            </p:cNvPr>
            <p:cNvSpPr/>
            <p:nvPr/>
          </p:nvSpPr>
          <p:spPr>
            <a:xfrm>
              <a:off x="10305826" y="1655180"/>
              <a:ext cx="4163638" cy="6264176"/>
            </a:xfrm>
            <a:prstGeom prst="roundRect">
              <a:avLst>
                <a:gd name="adj" fmla="val 53"/>
              </a:avLst>
            </a:prstGeom>
            <a:solidFill>
              <a:srgbClr val="1232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n-GB" sz="2002" dirty="0" err="1"/>
            </a:p>
          </p:txBody>
        </p:sp>
      </p:grpSp>
      <p:sp>
        <p:nvSpPr>
          <p:cNvPr id="24" name="TextBox 23">
            <a:extLst>
              <a:ext uri="{FF2B5EF4-FFF2-40B4-BE49-F238E27FC236}">
                <a16:creationId xmlns:a16="http://schemas.microsoft.com/office/drawing/2014/main" id="{7FC7790C-77A1-58A4-8D68-3E5C03D4E089}"/>
              </a:ext>
            </a:extLst>
          </p:cNvPr>
          <p:cNvSpPr txBox="1"/>
          <p:nvPr/>
        </p:nvSpPr>
        <p:spPr>
          <a:xfrm>
            <a:off x="691689" y="768076"/>
            <a:ext cx="10253003" cy="584775"/>
          </a:xfrm>
          <a:prstGeom prst="rect">
            <a:avLst/>
          </a:prstGeom>
          <a:noFill/>
        </p:spPr>
        <p:txBody>
          <a:bodyPr wrap="square" rtlCol="0">
            <a:spAutoFit/>
          </a:bodyPr>
          <a:lstStyle/>
          <a:p>
            <a:r>
              <a:rPr lang="en-GB" sz="3200" b="1" dirty="0">
                <a:solidFill>
                  <a:schemeClr val="bg1"/>
                </a:solidFill>
                <a:latin typeface="+mj-lt"/>
                <a:cs typeface="Segoe UI" panose="020B0502040204020203" pitchFamily="34" charset="0"/>
              </a:rPr>
              <a:t>[Report Title]</a:t>
            </a:r>
            <a:endParaRPr lang="en-GB" sz="3200" dirty="0">
              <a:solidFill>
                <a:schemeClr val="bg1"/>
              </a:solidFill>
              <a:latin typeface="+mj-lt"/>
              <a:cs typeface="Segoe UI" panose="020B0502040204020203" pitchFamily="34" charset="0"/>
            </a:endParaRPr>
          </a:p>
        </p:txBody>
      </p:sp>
      <p:sp>
        <p:nvSpPr>
          <p:cNvPr id="6" name="TextBox 5">
            <a:extLst>
              <a:ext uri="{FF2B5EF4-FFF2-40B4-BE49-F238E27FC236}">
                <a16:creationId xmlns:a16="http://schemas.microsoft.com/office/drawing/2014/main" id="{850F55AD-00B6-B8D6-7100-E227E09B3852}"/>
              </a:ext>
            </a:extLst>
          </p:cNvPr>
          <p:cNvSpPr txBox="1"/>
          <p:nvPr/>
        </p:nvSpPr>
        <p:spPr>
          <a:xfrm>
            <a:off x="300333" y="141584"/>
            <a:ext cx="1705473" cy="584775"/>
          </a:xfrm>
          <a:prstGeom prst="rect">
            <a:avLst/>
          </a:prstGeom>
          <a:noFill/>
        </p:spPr>
        <p:txBody>
          <a:bodyPr wrap="square" rtlCol="0">
            <a:spAutoFit/>
          </a:bodyPr>
          <a:lstStyle/>
          <a:p>
            <a:r>
              <a:rPr lang="en-GB" sz="3200" b="1" dirty="0">
                <a:solidFill>
                  <a:schemeClr val="bg1"/>
                </a:solidFill>
                <a:latin typeface="+mj-lt"/>
                <a:cs typeface="Segoe UI" panose="020B0502040204020203" pitchFamily="34" charset="0"/>
              </a:rPr>
              <a:t>[LOGO]</a:t>
            </a:r>
            <a:endParaRPr lang="en-GB" sz="3200" dirty="0">
              <a:solidFill>
                <a:schemeClr val="bg1"/>
              </a:solidFill>
              <a:latin typeface="+mj-lt"/>
              <a:cs typeface="Segoe UI" panose="020B0502040204020203" pitchFamily="34" charset="0"/>
            </a:endParaRPr>
          </a:p>
        </p:txBody>
      </p:sp>
    </p:spTree>
    <p:extLst>
      <p:ext uri="{BB962C8B-B14F-4D97-AF65-F5344CB8AC3E}">
        <p14:creationId xmlns:p14="http://schemas.microsoft.com/office/powerpoint/2010/main" val="1141113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IQVIA_V2.1.0">
  <a:themeElements>
    <a:clrScheme name="IQVIA Master Brand">
      <a:dk1>
        <a:srgbClr val="2B3A42"/>
      </a:dk1>
      <a:lt1>
        <a:srgbClr val="FFFFFF"/>
      </a:lt1>
      <a:dk2>
        <a:srgbClr val="606B71"/>
      </a:dk2>
      <a:lt2>
        <a:srgbClr val="F3F3F3"/>
      </a:lt2>
      <a:accent1>
        <a:srgbClr val="00A3E0"/>
      </a:accent1>
      <a:accent2>
        <a:srgbClr val="005587"/>
      </a:accent2>
      <a:accent3>
        <a:srgbClr val="43B02A"/>
      </a:accent3>
      <a:accent4>
        <a:srgbClr val="027123"/>
      </a:accent4>
      <a:accent5>
        <a:srgbClr val="00BFB3"/>
      </a:accent5>
      <a:accent6>
        <a:srgbClr val="F0B323"/>
      </a:accent6>
      <a:hlink>
        <a:srgbClr val="00A3E0"/>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600" dirty="0" err="1" smtClean="0">
            <a:solidFill>
              <a:schemeClr val="tx2"/>
            </a:solidFill>
          </a:defRPr>
        </a:defPPr>
      </a:lstStyle>
    </a:txDef>
  </a:objectDefaults>
  <a:extraClrSchemeLst/>
  <a:extLst>
    <a:ext uri="{05A4C25C-085E-4340-85A3-A5531E510DB2}">
      <thm15:themeFamily xmlns:thm15="http://schemas.microsoft.com/office/thememl/2012/main" name="Presentation4" id="{A6DE1258-39A2-2945-9072-8BE7ECCDA81F}" vid="{B8DDE78A-610C-3E43-B28E-6C810C23E00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0AAA1E3A80384DB327A18386FB9D57" ma:contentTypeVersion="3" ma:contentTypeDescription="Create a new document." ma:contentTypeScope="" ma:versionID="a6ab60c9696a14da566fa7152c2df125">
  <xsd:schema xmlns:xsd="http://www.w3.org/2001/XMLSchema" xmlns:xs="http://www.w3.org/2001/XMLSchema" xmlns:p="http://schemas.microsoft.com/office/2006/metadata/properties" xmlns:ns2="1782189e-80f5-43d4-8229-1d67a8815a75" targetNamespace="http://schemas.microsoft.com/office/2006/metadata/properties" ma:root="true" ma:fieldsID="a3468ff52eba421118c9724f653dcb32" ns2:_="">
    <xsd:import namespace="1782189e-80f5-43d4-8229-1d67a8815a7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82189e-80f5-43d4-8229-1d67a8815a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5400AE-B57E-43E3-A816-446B833A026F}">
  <ds:schemaRefs>
    <ds:schemaRef ds:uri="http://schemas.microsoft.com/office/2006/metadata/properties"/>
    <ds:schemaRef ds:uri="http://schemas.microsoft.com/office/infopath/2007/PartnerControls"/>
    <ds:schemaRef ds:uri="f4bf8e45-56cf-4a3a-9b8e-0bb925823bd7"/>
    <ds:schemaRef ds:uri="5ccb220a-93d4-492e-81c3-b5afb573e1d8"/>
  </ds:schemaRefs>
</ds:datastoreItem>
</file>

<file path=customXml/itemProps2.xml><?xml version="1.0" encoding="utf-8"?>
<ds:datastoreItem xmlns:ds="http://schemas.openxmlformats.org/officeDocument/2006/customXml" ds:itemID="{39BADE82-06A9-4C93-91CA-40B8AC2A121C}">
  <ds:schemaRefs>
    <ds:schemaRef ds:uri="http://schemas.microsoft.com/sharepoint/v3/contenttype/forms"/>
  </ds:schemaRefs>
</ds:datastoreItem>
</file>

<file path=customXml/itemProps3.xml><?xml version="1.0" encoding="utf-8"?>
<ds:datastoreItem xmlns:ds="http://schemas.openxmlformats.org/officeDocument/2006/customXml" ds:itemID="{0CD859FD-3FCB-4F47-B679-0929C8C419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82189e-80f5-43d4-8229-1d67a8815a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48110</TotalTime>
  <Words>265</Words>
  <Application>Microsoft Office PowerPoint</Application>
  <PresentationFormat>Custom</PresentationFormat>
  <Paragraphs>39</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Arial Narrow</vt:lpstr>
      <vt:lpstr>Georgia</vt:lpstr>
      <vt:lpstr>Segoe UI</vt:lpstr>
      <vt:lpstr>Segoe UI Semibold</vt:lpstr>
      <vt:lpstr>System Font Regular</vt:lpstr>
      <vt:lpstr>Wingdings</vt:lpstr>
      <vt:lpstr>IQVIA_V2.1.0</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Zarzyka, Magdalena</dc:creator>
  <cp:lastModifiedBy>Zarzyka, Magdalena</cp:lastModifiedBy>
  <cp:revision>17</cp:revision>
  <cp:lastPrinted>2019-08-20T20:33:24Z</cp:lastPrinted>
  <dcterms:created xsi:type="dcterms:W3CDTF">2023-02-15T14:27:49Z</dcterms:created>
  <dcterms:modified xsi:type="dcterms:W3CDTF">2026-03-09T11:39:03Z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0x010100EE0AAA1E3A80384DB327A18386FB9D57</vt:lpwstr>
  </property>
  <property fmtid="{D5CDD505-2E9C-101B-9397-08002B2CF9AE}" pid="3" name="MediaServiceImageTags">
    <vt:lpwstr/>
  </property>
</Properties>
</file>