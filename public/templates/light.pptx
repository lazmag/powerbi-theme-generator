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233" r:id="rId4"/>
  </p:sldMasterIdLst>
  <p:notesMasterIdLst>
    <p:notesMasterId r:id="rId9"/>
  </p:notesMasterIdLst>
  <p:handoutMasterIdLst>
    <p:handoutMasterId r:id="rId10"/>
  </p:handoutMasterIdLst>
  <p:sldIdLst>
    <p:sldId id="282" r:id="rId5"/>
    <p:sldId id="290" r:id="rId6"/>
    <p:sldId id="291" r:id="rId7"/>
    <p:sldId id="292" r:id="rId8"/>
  </p:sldIdLst>
  <p:sldSz cx="15240000" cy="8572500"/>
  <p:notesSz cx="7023100" cy="9309100"/>
  <p:defaultTextStyle>
    <a:defPPr>
      <a:defRPr lang="en-US"/>
    </a:defPPr>
    <a:lvl1pPr marL="0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1pPr>
    <a:lvl2pPr marL="57146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2pPr>
    <a:lvl3pPr marL="1142939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3pPr>
    <a:lvl4pPr marL="1714407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4pPr>
    <a:lvl5pPr marL="228587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1DF"/>
    <a:srgbClr val="1B365D"/>
    <a:srgbClr val="005587"/>
    <a:srgbClr val="D9D9D9"/>
    <a:srgbClr val="FFFFFF"/>
    <a:srgbClr val="0077C8"/>
    <a:srgbClr val="A9B2BA"/>
    <a:srgbClr val="246C98"/>
    <a:srgbClr val="0F2B60"/>
    <a:srgbClr val="373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6327" autoAdjust="0"/>
  </p:normalViewPr>
  <p:slideViewPr>
    <p:cSldViewPr snapToGrid="0">
      <p:cViewPr varScale="1">
        <p:scale>
          <a:sx n="89" d="100"/>
          <a:sy n="89" d="100"/>
        </p:scale>
        <p:origin x="93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4984" y="70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zyka, Magdalena" userId="f732dfaf-ed88-405f-bfd9-9d8df78cafb7" providerId="ADAL" clId="{6B05C25B-3D24-4000-AC80-13558672B998}"/>
    <pc:docChg chg="custSel delSld modSld">
      <pc:chgData name="Zarzyka, Magdalena" userId="f732dfaf-ed88-405f-bfd9-9d8df78cafb7" providerId="ADAL" clId="{6B05C25B-3D24-4000-AC80-13558672B998}" dt="2025-04-25T13:02:34.348" v="156" actId="20577"/>
      <pc:docMkLst>
        <pc:docMk/>
      </pc:docMkLst>
      <pc:sldChg chg="del">
        <pc:chgData name="Zarzyka, Magdalena" userId="f732dfaf-ed88-405f-bfd9-9d8df78cafb7" providerId="ADAL" clId="{6B05C25B-3D24-4000-AC80-13558672B998}" dt="2025-04-25T12:55:24.507" v="4" actId="47"/>
        <pc:sldMkLst>
          <pc:docMk/>
          <pc:sldMk cId="980659145" sldId="258"/>
        </pc:sldMkLst>
      </pc:sldChg>
      <pc:sldChg chg="del">
        <pc:chgData name="Zarzyka, Magdalena" userId="f732dfaf-ed88-405f-bfd9-9d8df78cafb7" providerId="ADAL" clId="{6B05C25B-3D24-4000-AC80-13558672B998}" dt="2025-04-25T12:55:25.438" v="5" actId="47"/>
        <pc:sldMkLst>
          <pc:docMk/>
          <pc:sldMk cId="318265534" sldId="261"/>
        </pc:sldMkLst>
      </pc:sldChg>
      <pc:sldChg chg="del">
        <pc:chgData name="Zarzyka, Magdalena" userId="f732dfaf-ed88-405f-bfd9-9d8df78cafb7" providerId="ADAL" clId="{6B05C25B-3D24-4000-AC80-13558672B998}" dt="2025-04-25T12:55:30.004" v="8" actId="47"/>
        <pc:sldMkLst>
          <pc:docMk/>
          <pc:sldMk cId="2668612151" sldId="262"/>
        </pc:sldMkLst>
      </pc:sldChg>
      <pc:sldChg chg="del">
        <pc:chgData name="Zarzyka, Magdalena" userId="f732dfaf-ed88-405f-bfd9-9d8df78cafb7" providerId="ADAL" clId="{6B05C25B-3D24-4000-AC80-13558672B998}" dt="2025-04-25T12:55:28.866" v="7" actId="47"/>
        <pc:sldMkLst>
          <pc:docMk/>
          <pc:sldMk cId="355406574" sldId="263"/>
        </pc:sldMkLst>
      </pc:sldChg>
      <pc:sldChg chg="del">
        <pc:chgData name="Zarzyka, Magdalena" userId="f732dfaf-ed88-405f-bfd9-9d8df78cafb7" providerId="ADAL" clId="{6B05C25B-3D24-4000-AC80-13558672B998}" dt="2025-04-25T12:55:23.105" v="3" actId="47"/>
        <pc:sldMkLst>
          <pc:docMk/>
          <pc:sldMk cId="2577992889" sldId="264"/>
        </pc:sldMkLst>
      </pc:sldChg>
      <pc:sldChg chg="del">
        <pc:chgData name="Zarzyka, Magdalena" userId="f732dfaf-ed88-405f-bfd9-9d8df78cafb7" providerId="ADAL" clId="{6B05C25B-3D24-4000-AC80-13558672B998}" dt="2025-04-25T12:55:26.687" v="6" actId="47"/>
        <pc:sldMkLst>
          <pc:docMk/>
          <pc:sldMk cId="334274122" sldId="266"/>
        </pc:sldMkLst>
      </pc:sldChg>
      <pc:sldChg chg="delSp modSp mod">
        <pc:chgData name="Zarzyka, Magdalena" userId="f732dfaf-ed88-405f-bfd9-9d8df78cafb7" providerId="ADAL" clId="{6B05C25B-3D24-4000-AC80-13558672B998}" dt="2025-04-25T12:58:20.287" v="103" actId="20577"/>
        <pc:sldMkLst>
          <pc:docMk/>
          <pc:sldMk cId="2390414026" sldId="282"/>
        </pc:sldMkLst>
        <pc:spChg chg="mod">
          <ac:chgData name="Zarzyka, Magdalena" userId="f732dfaf-ed88-405f-bfd9-9d8df78cafb7" providerId="ADAL" clId="{6B05C25B-3D24-4000-AC80-13558672B998}" dt="2025-04-25T12:57:21.187" v="25" actId="20577"/>
          <ac:spMkLst>
            <pc:docMk/>
            <pc:sldMk cId="2390414026" sldId="282"/>
            <ac:spMk id="14" creationId="{C9E99EC7-58AE-F77E-4222-630B5C53939F}"/>
          </ac:spMkLst>
        </pc:spChg>
        <pc:spChg chg="mod">
          <ac:chgData name="Zarzyka, Magdalena" userId="f732dfaf-ed88-405f-bfd9-9d8df78cafb7" providerId="ADAL" clId="{6B05C25B-3D24-4000-AC80-13558672B998}" dt="2025-04-25T12:58:06.419" v="83" actId="20577"/>
          <ac:spMkLst>
            <pc:docMk/>
            <pc:sldMk cId="2390414026" sldId="282"/>
            <ac:spMk id="15" creationId="{9579608B-C0DF-D46C-9E83-DAD0E7627C94}"/>
          </ac:spMkLst>
        </pc:spChg>
        <pc:spChg chg="mod">
          <ac:chgData name="Zarzyka, Magdalena" userId="f732dfaf-ed88-405f-bfd9-9d8df78cafb7" providerId="ADAL" clId="{6B05C25B-3D24-4000-AC80-13558672B998}" dt="2025-04-25T12:58:11.287" v="89" actId="20577"/>
          <ac:spMkLst>
            <pc:docMk/>
            <pc:sldMk cId="2390414026" sldId="282"/>
            <ac:spMk id="28" creationId="{CA3D738A-F7F3-53A1-33F3-B9FB144BE8BE}"/>
          </ac:spMkLst>
        </pc:spChg>
        <pc:spChg chg="mod">
          <ac:chgData name="Zarzyka, Magdalena" userId="f732dfaf-ed88-405f-bfd9-9d8df78cafb7" providerId="ADAL" clId="{6B05C25B-3D24-4000-AC80-13558672B998}" dt="2025-04-25T12:58:16.072" v="97" actId="20577"/>
          <ac:spMkLst>
            <pc:docMk/>
            <pc:sldMk cId="2390414026" sldId="282"/>
            <ac:spMk id="39" creationId="{63D5414A-9F8A-8A9E-91E9-D08A32AFD471}"/>
          </ac:spMkLst>
        </pc:spChg>
        <pc:spChg chg="mod">
          <ac:chgData name="Zarzyka, Magdalena" userId="f732dfaf-ed88-405f-bfd9-9d8df78cafb7" providerId="ADAL" clId="{6B05C25B-3D24-4000-AC80-13558672B998}" dt="2025-04-25T12:58:20.287" v="103" actId="20577"/>
          <ac:spMkLst>
            <pc:docMk/>
            <pc:sldMk cId="2390414026" sldId="282"/>
            <ac:spMk id="48" creationId="{86373A0D-0F70-010E-9313-E7D4911437F6}"/>
          </ac:spMkLst>
        </pc:spChg>
        <pc:grpChg chg="mod">
          <ac:chgData name="Zarzyka, Magdalena" userId="f732dfaf-ed88-405f-bfd9-9d8df78cafb7" providerId="ADAL" clId="{6B05C25B-3D24-4000-AC80-13558672B998}" dt="2025-04-25T12:56:55.888" v="18" actId="1076"/>
          <ac:grpSpMkLst>
            <pc:docMk/>
            <pc:sldMk cId="2390414026" sldId="282"/>
            <ac:grpSpMk id="36" creationId="{A119BAC6-F167-8F17-BBE3-C6A141DB0957}"/>
          </ac:grpSpMkLst>
        </pc:grpChg>
        <pc:grpChg chg="mod">
          <ac:chgData name="Zarzyka, Magdalena" userId="f732dfaf-ed88-405f-bfd9-9d8df78cafb7" providerId="ADAL" clId="{6B05C25B-3D24-4000-AC80-13558672B998}" dt="2025-04-25T12:57:13.491" v="20" actId="408"/>
          <ac:grpSpMkLst>
            <pc:docMk/>
            <pc:sldMk cId="2390414026" sldId="282"/>
            <ac:grpSpMk id="37" creationId="{6EF59947-F69A-BF07-8647-B13CDF52DD1B}"/>
          </ac:grpSpMkLst>
        </pc:grpChg>
        <pc:grpChg chg="mod">
          <ac:chgData name="Zarzyka, Magdalena" userId="f732dfaf-ed88-405f-bfd9-9d8df78cafb7" providerId="ADAL" clId="{6B05C25B-3D24-4000-AC80-13558672B998}" dt="2025-04-25T12:57:04.237" v="19" actId="1076"/>
          <ac:grpSpMkLst>
            <pc:docMk/>
            <pc:sldMk cId="2390414026" sldId="282"/>
            <ac:grpSpMk id="46" creationId="{A50447AF-895C-8C0B-24FF-1F469B376773}"/>
          </ac:grpSpMkLst>
        </pc:grpChg>
        <pc:grpChg chg="del">
          <ac:chgData name="Zarzyka, Magdalena" userId="f732dfaf-ed88-405f-bfd9-9d8df78cafb7" providerId="ADAL" clId="{6B05C25B-3D24-4000-AC80-13558672B998}" dt="2025-04-25T12:56:26.267" v="13" actId="478"/>
          <ac:grpSpMkLst>
            <pc:docMk/>
            <pc:sldMk cId="2390414026" sldId="282"/>
            <ac:grpSpMk id="55" creationId="{9A560CAF-279E-A6F9-CBD8-EED75AC90053}"/>
          </ac:grpSpMkLst>
        </pc:grpChg>
      </pc:sldChg>
      <pc:sldChg chg="del">
        <pc:chgData name="Zarzyka, Magdalena" userId="f732dfaf-ed88-405f-bfd9-9d8df78cafb7" providerId="ADAL" clId="{6B05C25B-3D24-4000-AC80-13558672B998}" dt="2025-04-25T12:55:50.455" v="10" actId="47"/>
        <pc:sldMkLst>
          <pc:docMk/>
          <pc:sldMk cId="2491442437" sldId="284"/>
        </pc:sldMkLst>
      </pc:sldChg>
      <pc:sldChg chg="del">
        <pc:chgData name="Zarzyka, Magdalena" userId="f732dfaf-ed88-405f-bfd9-9d8df78cafb7" providerId="ADAL" clId="{6B05C25B-3D24-4000-AC80-13558672B998}" dt="2025-04-25T12:55:47.451" v="9" actId="47"/>
        <pc:sldMkLst>
          <pc:docMk/>
          <pc:sldMk cId="345303474" sldId="285"/>
        </pc:sldMkLst>
      </pc:sldChg>
      <pc:sldChg chg="del">
        <pc:chgData name="Zarzyka, Magdalena" userId="f732dfaf-ed88-405f-bfd9-9d8df78cafb7" providerId="ADAL" clId="{6B05C25B-3D24-4000-AC80-13558672B998}" dt="2025-04-25T12:55:59.304" v="11" actId="47"/>
        <pc:sldMkLst>
          <pc:docMk/>
          <pc:sldMk cId="3684917950" sldId="286"/>
        </pc:sldMkLst>
      </pc:sldChg>
      <pc:sldChg chg="del">
        <pc:chgData name="Zarzyka, Magdalena" userId="f732dfaf-ed88-405f-bfd9-9d8df78cafb7" providerId="ADAL" clId="{6B05C25B-3D24-4000-AC80-13558672B998}" dt="2025-04-25T12:55:14.837" v="1" actId="47"/>
        <pc:sldMkLst>
          <pc:docMk/>
          <pc:sldMk cId="2863493851" sldId="287"/>
        </pc:sldMkLst>
      </pc:sldChg>
      <pc:sldChg chg="del">
        <pc:chgData name="Zarzyka, Magdalena" userId="f732dfaf-ed88-405f-bfd9-9d8df78cafb7" providerId="ADAL" clId="{6B05C25B-3D24-4000-AC80-13558672B998}" dt="2025-04-25T12:56:03.011" v="12" actId="47"/>
        <pc:sldMkLst>
          <pc:docMk/>
          <pc:sldMk cId="805559370" sldId="288"/>
        </pc:sldMkLst>
      </pc:sldChg>
      <pc:sldChg chg="del">
        <pc:chgData name="Zarzyka, Magdalena" userId="f732dfaf-ed88-405f-bfd9-9d8df78cafb7" providerId="ADAL" clId="{6B05C25B-3D24-4000-AC80-13558672B998}" dt="2025-04-25T12:55:21.164" v="2" actId="47"/>
        <pc:sldMkLst>
          <pc:docMk/>
          <pc:sldMk cId="1754747318" sldId="289"/>
        </pc:sldMkLst>
      </pc:sldChg>
      <pc:sldChg chg="modSp mod">
        <pc:chgData name="Zarzyka, Magdalena" userId="f732dfaf-ed88-405f-bfd9-9d8df78cafb7" providerId="ADAL" clId="{6B05C25B-3D24-4000-AC80-13558672B998}" dt="2025-04-25T13:02:34.348" v="156" actId="20577"/>
        <pc:sldMkLst>
          <pc:docMk/>
          <pc:sldMk cId="336113362" sldId="290"/>
        </pc:sldMkLst>
        <pc:spChg chg="mod">
          <ac:chgData name="Zarzyka, Magdalena" userId="f732dfaf-ed88-405f-bfd9-9d8df78cafb7" providerId="ADAL" clId="{6B05C25B-3D24-4000-AC80-13558672B998}" dt="2025-04-25T12:59:21.113" v="104" actId="207"/>
          <ac:spMkLst>
            <pc:docMk/>
            <pc:sldMk cId="336113362" sldId="290"/>
            <ac:spMk id="2" creationId="{8EA42A71-094F-E590-FFC5-7693296DB30D}"/>
          </ac:spMkLst>
        </pc:spChg>
        <pc:spChg chg="mod">
          <ac:chgData name="Zarzyka, Magdalena" userId="f732dfaf-ed88-405f-bfd9-9d8df78cafb7" providerId="ADAL" clId="{6B05C25B-3D24-4000-AC80-13558672B998}" dt="2025-04-25T12:59:35.854" v="105" actId="207"/>
          <ac:spMkLst>
            <pc:docMk/>
            <pc:sldMk cId="336113362" sldId="290"/>
            <ac:spMk id="4" creationId="{B38F38B6-B6D3-2C18-7313-51CCFFA14D01}"/>
          </ac:spMkLst>
        </pc:spChg>
        <pc:spChg chg="mod">
          <ac:chgData name="Zarzyka, Magdalena" userId="f732dfaf-ed88-405f-bfd9-9d8df78cafb7" providerId="ADAL" clId="{6B05C25B-3D24-4000-AC80-13558672B998}" dt="2025-04-25T13:02:34.348" v="156" actId="20577"/>
          <ac:spMkLst>
            <pc:docMk/>
            <pc:sldMk cId="336113362" sldId="290"/>
            <ac:spMk id="14" creationId="{940423D4-946E-1EBE-3E22-6025703F8798}"/>
          </ac:spMkLst>
        </pc:spChg>
      </pc:sldChg>
      <pc:sldChg chg="modSp mod">
        <pc:chgData name="Zarzyka, Magdalena" userId="f732dfaf-ed88-405f-bfd9-9d8df78cafb7" providerId="ADAL" clId="{6B05C25B-3D24-4000-AC80-13558672B998}" dt="2025-04-25T13:01:23.955" v="145" actId="20577"/>
        <pc:sldMkLst>
          <pc:docMk/>
          <pc:sldMk cId="2515984007" sldId="291"/>
        </pc:sldMkLst>
        <pc:spChg chg="mod">
          <ac:chgData name="Zarzyka, Magdalena" userId="f732dfaf-ed88-405f-bfd9-9d8df78cafb7" providerId="ADAL" clId="{6B05C25B-3D24-4000-AC80-13558672B998}" dt="2025-04-25T12:59:43.604" v="106" actId="207"/>
          <ac:spMkLst>
            <pc:docMk/>
            <pc:sldMk cId="2515984007" sldId="291"/>
            <ac:spMk id="2" creationId="{8EA42A71-094F-E590-FFC5-7693296DB30D}"/>
          </ac:spMkLst>
        </pc:spChg>
        <pc:spChg chg="mod">
          <ac:chgData name="Zarzyka, Magdalena" userId="f732dfaf-ed88-405f-bfd9-9d8df78cafb7" providerId="ADAL" clId="{6B05C25B-3D24-4000-AC80-13558672B998}" dt="2025-04-25T12:59:50.471" v="107" actId="207"/>
          <ac:spMkLst>
            <pc:docMk/>
            <pc:sldMk cId="2515984007" sldId="291"/>
            <ac:spMk id="8" creationId="{21801735-40FE-7D9E-0B79-2DE1B3AE72FB}"/>
          </ac:spMkLst>
        </pc:spChg>
        <pc:spChg chg="mod">
          <ac:chgData name="Zarzyka, Magdalena" userId="f732dfaf-ed88-405f-bfd9-9d8df78cafb7" providerId="ADAL" clId="{6B05C25B-3D24-4000-AC80-13558672B998}" dt="2025-04-25T13:01:23.955" v="145" actId="20577"/>
          <ac:spMkLst>
            <pc:docMk/>
            <pc:sldMk cId="2515984007" sldId="291"/>
            <ac:spMk id="14" creationId="{940423D4-946E-1EBE-3E22-6025703F8798}"/>
          </ac:spMkLst>
        </pc:spChg>
      </pc:sldChg>
      <pc:sldChg chg="modSp mod">
        <pc:chgData name="Zarzyka, Magdalena" userId="f732dfaf-ed88-405f-bfd9-9d8df78cafb7" providerId="ADAL" clId="{6B05C25B-3D24-4000-AC80-13558672B998}" dt="2025-04-25T13:01:29.647" v="154" actId="20577"/>
        <pc:sldMkLst>
          <pc:docMk/>
          <pc:sldMk cId="1771067668" sldId="292"/>
        </pc:sldMkLst>
        <pc:spChg chg="mod">
          <ac:chgData name="Zarzyka, Magdalena" userId="f732dfaf-ed88-405f-bfd9-9d8df78cafb7" providerId="ADAL" clId="{6B05C25B-3D24-4000-AC80-13558672B998}" dt="2025-04-25T13:00:00.965" v="108" actId="207"/>
          <ac:spMkLst>
            <pc:docMk/>
            <pc:sldMk cId="1771067668" sldId="292"/>
            <ac:spMk id="2" creationId="{8EA42A71-094F-E590-FFC5-7693296DB30D}"/>
          </ac:spMkLst>
        </pc:spChg>
        <pc:spChg chg="mod">
          <ac:chgData name="Zarzyka, Magdalena" userId="f732dfaf-ed88-405f-bfd9-9d8df78cafb7" providerId="ADAL" clId="{6B05C25B-3D24-4000-AC80-13558672B998}" dt="2025-04-25T13:00:06.321" v="109" actId="207"/>
          <ac:spMkLst>
            <pc:docMk/>
            <pc:sldMk cId="1771067668" sldId="292"/>
            <ac:spMk id="8" creationId="{21801735-40FE-7D9E-0B79-2DE1B3AE72FB}"/>
          </ac:spMkLst>
        </pc:spChg>
        <pc:spChg chg="mod">
          <ac:chgData name="Zarzyka, Magdalena" userId="f732dfaf-ed88-405f-bfd9-9d8df78cafb7" providerId="ADAL" clId="{6B05C25B-3D24-4000-AC80-13558672B998}" dt="2025-04-25T13:01:29.647" v="154" actId="20577"/>
          <ac:spMkLst>
            <pc:docMk/>
            <pc:sldMk cId="1771067668" sldId="292"/>
            <ac:spMk id="14" creationId="{940423D4-946E-1EBE-3E22-6025703F8798}"/>
          </ac:spMkLst>
        </pc:spChg>
      </pc:sldChg>
      <pc:sldChg chg="del">
        <pc:chgData name="Zarzyka, Magdalena" userId="f732dfaf-ed88-405f-bfd9-9d8df78cafb7" providerId="ADAL" clId="{6B05C25B-3D24-4000-AC80-13558672B998}" dt="2025-04-25T12:55:13.287" v="0" actId="47"/>
        <pc:sldMkLst>
          <pc:docMk/>
          <pc:sldMk cId="838347964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3/9/2026</a:t>
            </a:fld>
            <a:endParaRPr lang="en-US" sz="1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3/9/2026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46835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•"/>
      <a:defRPr sz="1501" kern="1200">
        <a:solidFill>
          <a:schemeClr val="tx1"/>
        </a:solidFill>
        <a:latin typeface="+mn-lt"/>
        <a:ea typeface="+mn-ea"/>
        <a:cs typeface="+mn-cs"/>
      </a:defRPr>
    </a:lvl1pPr>
    <a:lvl2pPr marL="285734" indent="-138899" algn="l" defTabSz="1142939" rtl="0" eaLnBrk="1" latinLnBrk="0" hangingPunct="1">
      <a:spcBef>
        <a:spcPts val="499"/>
      </a:spcBef>
      <a:buFont typeface="Arial" panose="020B0604020202020204" pitchFamily="34" charset="0"/>
      <a:buChar char="-"/>
      <a:defRPr sz="1501" kern="1200">
        <a:solidFill>
          <a:schemeClr val="tx1"/>
        </a:solidFill>
        <a:latin typeface="+mn-lt"/>
        <a:ea typeface="+mn-ea"/>
        <a:cs typeface="+mn-cs"/>
      </a:defRPr>
    </a:lvl2pPr>
    <a:lvl3pPr marL="432572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›"/>
      <a:defRPr sz="1501" kern="1200">
        <a:solidFill>
          <a:schemeClr val="tx1"/>
        </a:solidFill>
        <a:latin typeface="+mn-lt"/>
        <a:ea typeface="+mn-ea"/>
        <a:cs typeface="+mn-cs"/>
      </a:defRPr>
    </a:lvl3pPr>
    <a:lvl4pPr marL="640921" indent="-208348" algn="l" defTabSz="1142939" rtl="0" eaLnBrk="1" latinLnBrk="0" hangingPunct="1">
      <a:spcBef>
        <a:spcPts val="499"/>
      </a:spcBef>
      <a:buFont typeface="Arial" panose="020B0604020202020204" pitchFamily="34" charset="0"/>
      <a:buChar char="»"/>
      <a:defRPr sz="1501" kern="1200">
        <a:solidFill>
          <a:schemeClr val="tx1"/>
        </a:solidFill>
        <a:latin typeface="+mn-lt"/>
        <a:ea typeface="+mn-ea"/>
        <a:cs typeface="+mn-cs"/>
      </a:defRPr>
    </a:lvl4pPr>
    <a:lvl5pPr marL="787756" indent="-146835" algn="l" defTabSz="1142939" rtl="0" eaLnBrk="1" latinLnBrk="0" hangingPunct="1">
      <a:spcBef>
        <a:spcPts val="499"/>
      </a:spcBef>
      <a:buSzPct val="75000"/>
      <a:buFont typeface="Wingdings" panose="05000000000000000000" pitchFamily="2" charset="2"/>
      <a:buChar char="§"/>
      <a:defRPr sz="1501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24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71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1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98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harcoal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959CA0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959CA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4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4" y="1589470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4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7" indent="0" algn="ctr">
              <a:buNone/>
              <a:defRPr sz="2252"/>
            </a:lvl3pPr>
            <a:lvl4pPr marL="1714851" indent="0" algn="ctr">
              <a:buNone/>
              <a:defRPr sz="2002"/>
            </a:lvl4pPr>
            <a:lvl5pPr marL="2286465" indent="0" algn="ctr">
              <a:buNone/>
              <a:defRPr sz="2002"/>
            </a:lvl5pPr>
            <a:lvl6pPr marL="2858084" indent="0" algn="ctr">
              <a:buNone/>
              <a:defRPr sz="2002"/>
            </a:lvl6pPr>
            <a:lvl7pPr marL="3429702" indent="0" algn="ctr">
              <a:buNone/>
              <a:defRPr sz="2002"/>
            </a:lvl7pPr>
            <a:lvl8pPr marL="4001317" indent="0" algn="ctr">
              <a:buNone/>
              <a:defRPr sz="2002"/>
            </a:lvl8pPr>
            <a:lvl9pPr marL="4572935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E3D6F47-43BF-4540-9690-AE662057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E2C89B-7571-F544-938F-C99979782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49D536-F609-A744-B36A-8BFB5245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2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Blu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4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4" y="1589470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4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7" indent="0" algn="ctr">
              <a:buNone/>
              <a:defRPr sz="2252"/>
            </a:lvl3pPr>
            <a:lvl4pPr marL="1714851" indent="0" algn="ctr">
              <a:buNone/>
              <a:defRPr sz="2002"/>
            </a:lvl4pPr>
            <a:lvl5pPr marL="2286465" indent="0" algn="ctr">
              <a:buNone/>
              <a:defRPr sz="2002"/>
            </a:lvl5pPr>
            <a:lvl6pPr marL="2858084" indent="0" algn="ctr">
              <a:buNone/>
              <a:defRPr sz="2002"/>
            </a:lvl6pPr>
            <a:lvl7pPr marL="3429702" indent="0" algn="ctr">
              <a:buNone/>
              <a:defRPr sz="2002"/>
            </a:lvl7pPr>
            <a:lvl8pPr marL="4001317" indent="0" algn="ctr">
              <a:buNone/>
              <a:defRPr sz="2002"/>
            </a:lvl8pPr>
            <a:lvl9pPr marL="4572935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2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Green - IQVIA">
    <p:bg>
      <p:bgPr>
        <a:gradFill>
          <a:gsLst>
            <a:gs pos="20000">
              <a:schemeClr val="accent4"/>
            </a:gs>
            <a:gs pos="8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A1D794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A1D794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4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D0EBCA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4" y="1589470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4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7" indent="0" algn="ctr">
              <a:buNone/>
              <a:defRPr sz="2252"/>
            </a:lvl3pPr>
            <a:lvl4pPr marL="1714851" indent="0" algn="ctr">
              <a:buNone/>
              <a:defRPr sz="2002"/>
            </a:lvl4pPr>
            <a:lvl5pPr marL="2286465" indent="0" algn="ctr">
              <a:buNone/>
              <a:defRPr sz="2002"/>
            </a:lvl5pPr>
            <a:lvl6pPr marL="2858084" indent="0" algn="ctr">
              <a:buNone/>
              <a:defRPr sz="2002"/>
            </a:lvl6pPr>
            <a:lvl7pPr marL="3429702" indent="0" algn="ctr">
              <a:buNone/>
              <a:defRPr sz="2002"/>
            </a:lvl7pPr>
            <a:lvl8pPr marL="4001317" indent="0" algn="ctr">
              <a:buNone/>
              <a:defRPr sz="2002"/>
            </a:lvl8pPr>
            <a:lvl9pPr marL="4572935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4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D06917E-3E0E-6D47-9181-57DC0B969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3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hite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4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4" y="1589470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4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7" indent="0" algn="ctr">
              <a:buNone/>
              <a:defRPr sz="2252"/>
            </a:lvl3pPr>
            <a:lvl4pPr marL="1714851" indent="0" algn="ctr">
              <a:buNone/>
              <a:defRPr sz="2002"/>
            </a:lvl4pPr>
            <a:lvl5pPr marL="2286465" indent="0" algn="ctr">
              <a:buNone/>
              <a:defRPr sz="2002"/>
            </a:lvl5pPr>
            <a:lvl6pPr marL="2858084" indent="0" algn="ctr">
              <a:buNone/>
              <a:defRPr sz="2002"/>
            </a:lvl6pPr>
            <a:lvl7pPr marL="3429702" indent="0" algn="ctr">
              <a:buNone/>
              <a:defRPr sz="2002"/>
            </a:lvl7pPr>
            <a:lvl8pPr marL="4001317" indent="0" algn="ctr">
              <a:buNone/>
              <a:defRPr sz="2002"/>
            </a:lvl8pPr>
            <a:lvl9pPr marL="4572935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175BC-552B-D64A-8152-E96EE8CE39AF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370C788-BCB9-AA4B-83CC-830DE2532168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6A666F2-61DC-1141-A28D-9C664CF9E0D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36DAFEC-9E33-D342-8F38-9280EB50249D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4487FF1-1618-4249-B143-BEFFD4E4E8FD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A43F6D9-2B76-4F47-8BB1-588F5D046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1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o-Brand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4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4" y="1589470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4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7" indent="0" algn="ctr">
              <a:buNone/>
              <a:defRPr sz="2252"/>
            </a:lvl3pPr>
            <a:lvl4pPr marL="1714851" indent="0" algn="ctr">
              <a:buNone/>
              <a:defRPr sz="2002"/>
            </a:lvl4pPr>
            <a:lvl5pPr marL="2286465" indent="0" algn="ctr">
              <a:buNone/>
              <a:defRPr sz="2002"/>
            </a:lvl5pPr>
            <a:lvl6pPr marL="2858084" indent="0" algn="ctr">
              <a:buNone/>
              <a:defRPr sz="2002"/>
            </a:lvl6pPr>
            <a:lvl7pPr marL="3429702" indent="0" algn="ctr">
              <a:buNone/>
              <a:defRPr sz="2002"/>
            </a:lvl7pPr>
            <a:lvl8pPr marL="4001317" indent="0" algn="ctr">
              <a:buNone/>
              <a:defRPr sz="2002"/>
            </a:lvl8pPr>
            <a:lvl9pPr marL="4572935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5C45F24-760D-4806-80BF-4B954EEA03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94125" y="6068257"/>
            <a:ext cx="2905126" cy="1677190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49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Co-brand and bid defense only: You may replace this box with a sponsor logo. Ensure the logo is on a white or transparent background and you have usage permission.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other presentations, or without sponsor logo: Please delete this box.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C359E7-88C6-42D4-9B64-F7D5FE9CDBC5}"/>
              </a:ext>
            </a:extLst>
          </p:cNvPr>
          <p:cNvGrpSpPr/>
          <p:nvPr/>
        </p:nvGrpSpPr>
        <p:grpSpPr>
          <a:xfrm>
            <a:off x="12426912" y="4755037"/>
            <a:ext cx="2813088" cy="3314136"/>
            <a:chOff x="9941531" y="3804028"/>
            <a:chExt cx="2250469" cy="265130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4384A34-21CA-42A4-8E46-1EEAC237500E}"/>
                </a:ext>
              </a:extLst>
            </p:cNvPr>
            <p:cNvSpPr/>
            <p:nvPr/>
          </p:nvSpPr>
          <p:spPr>
            <a:xfrm>
              <a:off x="10755844" y="5906186"/>
              <a:ext cx="1436156" cy="549150"/>
            </a:xfrm>
            <a:custGeom>
              <a:avLst/>
              <a:gdLst>
                <a:gd name="connsiteX0" fmla="*/ 274575 w 1436156"/>
                <a:gd name="connsiteY0" fmla="*/ 0 h 549150"/>
                <a:gd name="connsiteX1" fmla="*/ 276477 w 1436156"/>
                <a:gd name="connsiteY1" fmla="*/ 192 h 549150"/>
                <a:gd name="connsiteX2" fmla="*/ 276477 w 1436156"/>
                <a:gd name="connsiteY2" fmla="*/ 0 h 549150"/>
                <a:gd name="connsiteX3" fmla="*/ 1436156 w 1436156"/>
                <a:gd name="connsiteY3" fmla="*/ 0 h 549150"/>
                <a:gd name="connsiteX4" fmla="*/ 1436156 w 1436156"/>
                <a:gd name="connsiteY4" fmla="*/ 549150 h 549150"/>
                <a:gd name="connsiteX5" fmla="*/ 276477 w 1436156"/>
                <a:gd name="connsiteY5" fmla="*/ 549150 h 549150"/>
                <a:gd name="connsiteX6" fmla="*/ 276477 w 1436156"/>
                <a:gd name="connsiteY6" fmla="*/ 548959 h 549150"/>
                <a:gd name="connsiteX7" fmla="*/ 274575 w 1436156"/>
                <a:gd name="connsiteY7" fmla="*/ 549150 h 549150"/>
                <a:gd name="connsiteX8" fmla="*/ 0 w 1436156"/>
                <a:gd name="connsiteY8" fmla="*/ 274575 h 549150"/>
                <a:gd name="connsiteX9" fmla="*/ 274575 w 143615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6156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1436156" y="0"/>
                  </a:lnTo>
                  <a:lnTo>
                    <a:pt x="1436156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0C482A3-7472-489E-8622-A62D97CBD17C}"/>
                </a:ext>
              </a:extLst>
            </p:cNvPr>
            <p:cNvSpPr/>
            <p:nvPr/>
          </p:nvSpPr>
          <p:spPr>
            <a:xfrm>
              <a:off x="10356354" y="3804028"/>
              <a:ext cx="1835646" cy="549150"/>
            </a:xfrm>
            <a:custGeom>
              <a:avLst/>
              <a:gdLst>
                <a:gd name="connsiteX0" fmla="*/ 274073 w 1835646"/>
                <a:gd name="connsiteY0" fmla="*/ 0 h 549150"/>
                <a:gd name="connsiteX1" fmla="*/ 278104 w 1835646"/>
                <a:gd name="connsiteY1" fmla="*/ 407 h 549150"/>
                <a:gd name="connsiteX2" fmla="*/ 278104 w 1835646"/>
                <a:gd name="connsiteY2" fmla="*/ 0 h 549150"/>
                <a:gd name="connsiteX3" fmla="*/ 1835646 w 1835646"/>
                <a:gd name="connsiteY3" fmla="*/ 0 h 549150"/>
                <a:gd name="connsiteX4" fmla="*/ 1835646 w 1835646"/>
                <a:gd name="connsiteY4" fmla="*/ 549150 h 549150"/>
                <a:gd name="connsiteX5" fmla="*/ 278104 w 1835646"/>
                <a:gd name="connsiteY5" fmla="*/ 549150 h 549150"/>
                <a:gd name="connsiteX6" fmla="*/ 278104 w 1835646"/>
                <a:gd name="connsiteY6" fmla="*/ 547742 h 549150"/>
                <a:gd name="connsiteX7" fmla="*/ 274073 w 1835646"/>
                <a:gd name="connsiteY7" fmla="*/ 548148 h 549150"/>
                <a:gd name="connsiteX8" fmla="*/ 0 w 1835646"/>
                <a:gd name="connsiteY8" fmla="*/ 274074 h 549150"/>
                <a:gd name="connsiteX9" fmla="*/ 274073 w 183564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5646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1835646" y="0"/>
                  </a:lnTo>
                  <a:lnTo>
                    <a:pt x="1835646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4C68CD5-1D99-4C2F-8258-B69F780AC527}"/>
                </a:ext>
              </a:extLst>
            </p:cNvPr>
            <p:cNvSpPr/>
            <p:nvPr/>
          </p:nvSpPr>
          <p:spPr>
            <a:xfrm>
              <a:off x="9941531" y="4854606"/>
              <a:ext cx="2250469" cy="549150"/>
            </a:xfrm>
            <a:custGeom>
              <a:avLst/>
              <a:gdLst>
                <a:gd name="connsiteX0" fmla="*/ 299044 w 2250469"/>
                <a:gd name="connsiteY0" fmla="*/ 0 h 549150"/>
                <a:gd name="connsiteX1" fmla="*/ 300889 w 2250469"/>
                <a:gd name="connsiteY1" fmla="*/ 171 h 549150"/>
                <a:gd name="connsiteX2" fmla="*/ 300889 w 2250469"/>
                <a:gd name="connsiteY2" fmla="*/ 0 h 549150"/>
                <a:gd name="connsiteX3" fmla="*/ 2250469 w 2250469"/>
                <a:gd name="connsiteY3" fmla="*/ 0 h 549150"/>
                <a:gd name="connsiteX4" fmla="*/ 2250469 w 2250469"/>
                <a:gd name="connsiteY4" fmla="*/ 549150 h 549150"/>
                <a:gd name="connsiteX5" fmla="*/ 300889 w 2250469"/>
                <a:gd name="connsiteY5" fmla="*/ 549150 h 549150"/>
                <a:gd name="connsiteX6" fmla="*/ 300889 w 2250469"/>
                <a:gd name="connsiteY6" fmla="*/ 548980 h 549150"/>
                <a:gd name="connsiteX7" fmla="*/ 299044 w 2250469"/>
                <a:gd name="connsiteY7" fmla="*/ 549150 h 549150"/>
                <a:gd name="connsiteX8" fmla="*/ 0 w 2250469"/>
                <a:gd name="connsiteY8" fmla="*/ 274575 h 549150"/>
                <a:gd name="connsiteX9" fmla="*/ 299044 w 2250469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0469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2250469" y="0"/>
                  </a:lnTo>
                  <a:lnTo>
                    <a:pt x="2250469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 err="1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EFFBAF58-7775-B441-95B2-60BAEE630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0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874" y="1607950"/>
            <a:ext cx="14173202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4" y="2128286"/>
            <a:ext cx="14173202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4"/>
            <a:ext cx="9365600" cy="5722312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79" y="2345451"/>
            <a:ext cx="4705829" cy="55051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4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2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3" indent="-285803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5"/>
            <a:ext cx="9365600" cy="572230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79" y="2345450"/>
            <a:ext cx="4705829" cy="550513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4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1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3" indent="-285803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7" y="2128285"/>
            <a:ext cx="6915145" cy="572643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4" y="2128286"/>
            <a:ext cx="6915145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7" y="1607948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4" y="1607948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80872" y="2128286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127789" y="2128286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304326" y="2128286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3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88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1" y="1952367"/>
            <a:ext cx="11454980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8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_Two Column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1" y="1952367"/>
            <a:ext cx="5553477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38DDCEC-B402-6B40-82F9-F72F5C447E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49407" y="1952367"/>
            <a:ext cx="5558599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C8C25AB-04B1-1747-A689-D16DAAB4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Lef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7A7498E-6C5A-334A-934D-1310A3997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7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29621" y="2599164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8107145" y="1349493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107137" y="7984824"/>
            <a:ext cx="3980588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B9E4976-132F-F449-8124-B504F37C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8ABCCBF-3981-0241-8287-3903E62490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04758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7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6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8F1DF2-27A3-8249-8796-6A002E0D8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72" y="1349493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D56D8B-7A45-7247-92A2-DECA0DA4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2" y="7984824"/>
            <a:ext cx="654692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5D617-8638-9248-B078-99CA6D58FCA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3348" y="2599164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2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7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219680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Left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EBA7B86-AF66-5642-80C5-A8A4D9FEB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7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B40F6B-0093-4E4E-93B6-688B272C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305138" y="1"/>
            <a:ext cx="5143501" cy="37147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left 36pt Arial Bold sentence case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62E9D9-E5C1-F84F-9915-F25709579CD2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72E2FA7F-1AB5-4252-BF66-00A17FC6F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64803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8C96C06-AFDA-BB43-A8AD-9713C5A7978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7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810-5A25-4006-AC1A-C7724FC47010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374672-D2D3-4DCE-8649-950F3EAED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791365" y="1"/>
            <a:ext cx="5143501" cy="3714750"/>
          </a:xfrm>
          <a:prstGeom prst="rect">
            <a:avLst/>
          </a:prstGeom>
          <a:solidFill>
            <a:srgbClr val="F4F4F4"/>
          </a:solidFill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right 36pt Arial Bold sentence case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4BBE5E7-5805-45C0-A8D8-6F96062DEC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208855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2" y="2244419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9A207CB-7D3D-2245-B4EB-AB96C5D60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Grey - IQVIA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F63227-657D-4706-8FAB-F4C176968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2" y="2244419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2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E85BE28-1C3E-4A79-9B84-3BC2D0438DD8}"/>
              </a:ext>
            </a:extLst>
          </p:cNvPr>
          <p:cNvSpPr/>
          <p:nvPr/>
        </p:nvSpPr>
        <p:spPr bwMode="gray">
          <a:xfrm>
            <a:off x="442351" y="0"/>
            <a:ext cx="14355306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2BC05FF-F7B1-2643-B9FF-FE7362631CA8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4AF320E-9B8F-3143-935B-C21387DC95B0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4B250C1E-384C-5A4D-B493-4F16109AFBFE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A2F5A00-A48E-1A46-9393-ED80FF031B14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96862EF-B16A-7B49-B5EF-1F789A62F17C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43B517CD-81B5-1241-9C7C-2B8168938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2770" y="6235660"/>
            <a:ext cx="6727111" cy="4572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252" b="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— Attribution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2768" y="2261750"/>
            <a:ext cx="7232038" cy="3713124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114323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Place quote here in 32pt Arial sentence case with quote attribution. Up to 6 lines of text can be used.”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04865E-13FE-4711-97A9-D413EE17A679}"/>
              </a:ext>
            </a:extLst>
          </p:cNvPr>
          <p:cNvSpPr txBox="1"/>
          <p:nvPr/>
        </p:nvSpPr>
        <p:spPr>
          <a:xfrm>
            <a:off x="473932" y="1770129"/>
            <a:ext cx="1171551" cy="1939634"/>
          </a:xfrm>
          <a:custGeom>
            <a:avLst/>
            <a:gdLst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937240 w 937240"/>
              <a:gd name="connsiteY2" fmla="*/ 1862048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698700 w 937240"/>
              <a:gd name="connsiteY2" fmla="*/ 1225944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225944"/>
              <a:gd name="connsiteX1" fmla="*/ 937240 w 937240"/>
              <a:gd name="connsiteY1" fmla="*/ 0 h 1225944"/>
              <a:gd name="connsiteX2" fmla="*/ 698700 w 937240"/>
              <a:gd name="connsiteY2" fmla="*/ 1225944 h 1225944"/>
              <a:gd name="connsiteX3" fmla="*/ 53009 w 937240"/>
              <a:gd name="connsiteY3" fmla="*/ 960901 h 1225944"/>
              <a:gd name="connsiteX4" fmla="*/ 0 w 937240"/>
              <a:gd name="connsiteY4" fmla="*/ 0 h 122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240" h="1225944">
                <a:moveTo>
                  <a:pt x="0" y="0"/>
                </a:moveTo>
                <a:lnTo>
                  <a:pt x="937240" y="0"/>
                </a:lnTo>
                <a:lnTo>
                  <a:pt x="698700" y="1225944"/>
                </a:lnTo>
                <a:lnTo>
                  <a:pt x="53009" y="9609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sz="12004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2B5EAC86-5955-6C44-B473-E9638CE45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352766" y="7984824"/>
            <a:ext cx="1073495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6" name="Slide Number Placeholder 5">
            <a:extLst>
              <a:ext uri="{FF2B5EF4-FFF2-40B4-BE49-F238E27FC236}">
                <a16:creationId xmlns:a16="http://schemas.microsoft.com/office/drawing/2014/main" id="{0B8041C5-D44C-8F4A-BD08-5435D5173B91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7F7F7F"/>
                </a:solidFill>
              </a:rPr>
              <a:t>‹#›</a:t>
            </a:fld>
            <a:endParaRPr lang="en-US" sz="1003" b="0" dirty="0">
              <a:solidFill>
                <a:srgbClr val="7F7F7F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676FBE2-B43F-5C47-8389-AD3C99D97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ought Slid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54A23A-653F-044A-872E-96D84FA8FBB7}"/>
              </a:ext>
            </a:extLst>
          </p:cNvPr>
          <p:cNvGrpSpPr/>
          <p:nvPr/>
        </p:nvGrpSpPr>
        <p:grpSpPr>
          <a:xfrm>
            <a:off x="4" y="1825706"/>
            <a:ext cx="3188732" cy="5846136"/>
            <a:chOff x="0" y="1403413"/>
            <a:chExt cx="2550984" cy="4676908"/>
          </a:xfrm>
          <a:solidFill>
            <a:schemeClr val="accent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4260B0-4CB4-D64E-9C92-5124265DA7A3}"/>
                </a:ext>
              </a:extLst>
            </p:cNvPr>
            <p:cNvGrpSpPr/>
            <p:nvPr/>
          </p:nvGrpSpPr>
          <p:grpSpPr>
            <a:xfrm>
              <a:off x="1" y="4502072"/>
              <a:ext cx="1013573" cy="545364"/>
              <a:chOff x="1" y="4502072"/>
              <a:chExt cx="1013573" cy="545364"/>
            </a:xfrm>
            <a:grpFill/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FE54BDC-92F7-FF47-96F4-48A8CED3C760}"/>
                  </a:ext>
                </a:extLst>
              </p:cNvPr>
              <p:cNvSpPr/>
              <p:nvPr/>
            </p:nvSpPr>
            <p:spPr>
              <a:xfrm>
                <a:off x="1" y="4502072"/>
                <a:ext cx="73504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BC52103-9224-6C4C-89DA-F8113C00854E}"/>
                  </a:ext>
                </a:extLst>
              </p:cNvPr>
              <p:cNvSpPr/>
              <p:nvPr/>
            </p:nvSpPr>
            <p:spPr>
              <a:xfrm>
                <a:off x="468210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C066D0-213A-4E42-B2BA-FB39C744A96E}"/>
                </a:ext>
              </a:extLst>
            </p:cNvPr>
            <p:cNvGrpSpPr/>
            <p:nvPr/>
          </p:nvGrpSpPr>
          <p:grpSpPr>
            <a:xfrm>
              <a:off x="0" y="3469185"/>
              <a:ext cx="1162174" cy="545364"/>
              <a:chOff x="0" y="3469185"/>
              <a:chExt cx="1162174" cy="545364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DA67A407-7D4D-3749-9A23-617DCB2CC42B}"/>
                  </a:ext>
                </a:extLst>
              </p:cNvPr>
              <p:cNvSpPr/>
              <p:nvPr/>
            </p:nvSpPr>
            <p:spPr>
              <a:xfrm>
                <a:off x="0" y="3469185"/>
                <a:ext cx="8836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5FFBBA7-854B-B748-B093-1CE3952BB1BD}"/>
                  </a:ext>
                </a:extLst>
              </p:cNvPr>
              <p:cNvSpPr/>
              <p:nvPr/>
            </p:nvSpPr>
            <p:spPr>
              <a:xfrm>
                <a:off x="616810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143330-49E8-4D4D-A683-BA5AC4536F35}"/>
                </a:ext>
              </a:extLst>
            </p:cNvPr>
            <p:cNvGrpSpPr/>
            <p:nvPr/>
          </p:nvGrpSpPr>
          <p:grpSpPr>
            <a:xfrm>
              <a:off x="0" y="2436300"/>
              <a:ext cx="1023436" cy="545364"/>
              <a:chOff x="0" y="2440184"/>
              <a:chExt cx="1023436" cy="545364"/>
            </a:xfrm>
            <a:grpFill/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036A379-1707-5D4E-AAD8-4CD10718D475}"/>
                  </a:ext>
                </a:extLst>
              </p:cNvPr>
              <p:cNvSpPr/>
              <p:nvPr/>
            </p:nvSpPr>
            <p:spPr>
              <a:xfrm>
                <a:off x="0" y="2440184"/>
                <a:ext cx="74406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1666CD-BEF0-4D4B-BA70-902CCBD452A2}"/>
                  </a:ext>
                </a:extLst>
              </p:cNvPr>
              <p:cNvSpPr/>
              <p:nvPr/>
            </p:nvSpPr>
            <p:spPr>
              <a:xfrm>
                <a:off x="478072" y="2440184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437A27-019B-564D-B996-C91C1F5CC2C9}"/>
                </a:ext>
              </a:extLst>
            </p:cNvPr>
            <p:cNvGrpSpPr/>
            <p:nvPr/>
          </p:nvGrpSpPr>
          <p:grpSpPr>
            <a:xfrm>
              <a:off x="876713" y="5534957"/>
              <a:ext cx="1674271" cy="545364"/>
              <a:chOff x="876236" y="5534957"/>
              <a:chExt cx="1674271" cy="545364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63EA5C-5E6E-BC4A-9E7A-94DE3B6280E8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A0BB5E6-BAD7-3F49-A359-BE26A2F6BE4C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C16252C-42E7-844C-86B3-C65D63364C8F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F5CA18-ACA9-2A42-A4F3-CA7027AC1183}"/>
                </a:ext>
              </a:extLst>
            </p:cNvPr>
            <p:cNvGrpSpPr/>
            <p:nvPr/>
          </p:nvGrpSpPr>
          <p:grpSpPr>
            <a:xfrm>
              <a:off x="1404844" y="4502072"/>
              <a:ext cx="1146140" cy="545364"/>
              <a:chOff x="1404367" y="4502072"/>
              <a:chExt cx="1146140" cy="545364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F9009F8-F40E-4142-9FD4-5F82D827183E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656972E-4EE4-B440-BF3B-7C50C2F4AFD2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56FC643-92EC-5446-B635-5272B44ABBC4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F13C1C-5A0B-E349-81D8-289CF597EFF6}"/>
                </a:ext>
              </a:extLst>
            </p:cNvPr>
            <p:cNvGrpSpPr/>
            <p:nvPr/>
          </p:nvGrpSpPr>
          <p:grpSpPr>
            <a:xfrm>
              <a:off x="1563753" y="3469185"/>
              <a:ext cx="987231" cy="545364"/>
              <a:chOff x="1560101" y="3469185"/>
              <a:chExt cx="987231" cy="545364"/>
            </a:xfrm>
            <a:grpFill/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4037E36-7ECF-7242-B733-14F93EF6E7A7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A075E0-B627-254E-A4FB-378B4E95EDE4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AE0DCE-94BE-7947-8768-92F78F9D7213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D361C0-AC3B-D84D-9A88-5FC411D00470}"/>
                </a:ext>
              </a:extLst>
            </p:cNvPr>
            <p:cNvGrpSpPr/>
            <p:nvPr/>
          </p:nvGrpSpPr>
          <p:grpSpPr>
            <a:xfrm>
              <a:off x="1416321" y="2436300"/>
              <a:ext cx="1134663" cy="545364"/>
              <a:chOff x="1415887" y="2436300"/>
              <a:chExt cx="1134663" cy="545364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603488A-FE35-DC44-B59F-D73A4174124C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562BC2A-8E8F-8F4A-AF64-D93514A83DE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5DA935B-E728-D449-B962-9C993F9194C3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C5B5FC-28F8-6A43-9D03-F89AA5DADC09}"/>
                </a:ext>
              </a:extLst>
            </p:cNvPr>
            <p:cNvGrpSpPr/>
            <p:nvPr/>
          </p:nvGrpSpPr>
          <p:grpSpPr>
            <a:xfrm>
              <a:off x="898206" y="1403413"/>
              <a:ext cx="1652778" cy="545364"/>
              <a:chOff x="898206" y="1403413"/>
              <a:chExt cx="1652778" cy="545364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34D7784-E348-154F-80D9-BA83F6D4D68E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49EC6B-F9A7-F742-813C-BBB1639B37A5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1DB5796-D137-AF40-AB92-A11E96841BD6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06B288-B2E5-CB4F-9CD4-6304B4259D84}"/>
                </a:ext>
              </a:extLst>
            </p:cNvPr>
            <p:cNvSpPr/>
            <p:nvPr/>
          </p:nvSpPr>
          <p:spPr>
            <a:xfrm>
              <a:off x="1945" y="5534957"/>
              <a:ext cx="476127" cy="545364"/>
            </a:xfrm>
            <a:custGeom>
              <a:avLst/>
              <a:gdLst>
                <a:gd name="connsiteX0" fmla="*/ 0 w 476127"/>
                <a:gd name="connsiteY0" fmla="*/ 0 h 545364"/>
                <a:gd name="connsiteX1" fmla="*/ 197590 w 476127"/>
                <a:gd name="connsiteY1" fmla="*/ 0 h 545364"/>
                <a:gd name="connsiteX2" fmla="*/ 197590 w 476127"/>
                <a:gd name="connsiteY2" fmla="*/ 590 h 545364"/>
                <a:gd name="connsiteX3" fmla="*/ 203445 w 476127"/>
                <a:gd name="connsiteY3" fmla="*/ 0 h 545364"/>
                <a:gd name="connsiteX4" fmla="*/ 476127 w 476127"/>
                <a:gd name="connsiteY4" fmla="*/ 272682 h 545364"/>
                <a:gd name="connsiteX5" fmla="*/ 203445 w 476127"/>
                <a:gd name="connsiteY5" fmla="*/ 545364 h 545364"/>
                <a:gd name="connsiteX6" fmla="*/ 197590 w 476127"/>
                <a:gd name="connsiteY6" fmla="*/ 544774 h 545364"/>
                <a:gd name="connsiteX7" fmla="*/ 197590 w 476127"/>
                <a:gd name="connsiteY7" fmla="*/ 545364 h 545364"/>
                <a:gd name="connsiteX8" fmla="*/ 0 w 476127"/>
                <a:gd name="connsiteY8" fmla="*/ 545364 h 545364"/>
                <a:gd name="connsiteX9" fmla="*/ 0 w 476127"/>
                <a:gd name="connsiteY9" fmla="*/ 452614 h 545364"/>
                <a:gd name="connsiteX10" fmla="*/ 0 w 476127"/>
                <a:gd name="connsiteY10" fmla="*/ 92750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6127" h="545364">
                  <a:moveTo>
                    <a:pt x="0" y="0"/>
                  </a:moveTo>
                  <a:lnTo>
                    <a:pt x="197590" y="0"/>
                  </a:lnTo>
                  <a:lnTo>
                    <a:pt x="197590" y="590"/>
                  </a:lnTo>
                  <a:lnTo>
                    <a:pt x="203445" y="0"/>
                  </a:lnTo>
                  <a:cubicBezTo>
                    <a:pt x="354043" y="0"/>
                    <a:pt x="476127" y="122084"/>
                    <a:pt x="476127" y="272682"/>
                  </a:cubicBezTo>
                  <a:cubicBezTo>
                    <a:pt x="476127" y="423280"/>
                    <a:pt x="354043" y="545364"/>
                    <a:pt x="203445" y="545364"/>
                  </a:cubicBezTo>
                  <a:lnTo>
                    <a:pt x="197590" y="544774"/>
                  </a:lnTo>
                  <a:lnTo>
                    <a:pt x="197590" y="545364"/>
                  </a:lnTo>
                  <a:lnTo>
                    <a:pt x="0" y="545364"/>
                  </a:lnTo>
                  <a:lnTo>
                    <a:pt x="0" y="452614"/>
                  </a:lnTo>
                  <a:lnTo>
                    <a:pt x="0" y="927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4F76-739D-5A41-8026-F96B96947F97}"/>
                </a:ext>
              </a:extLst>
            </p:cNvPr>
            <p:cNvSpPr/>
            <p:nvPr/>
          </p:nvSpPr>
          <p:spPr>
            <a:xfrm>
              <a:off x="0" y="1403413"/>
              <a:ext cx="501699" cy="545364"/>
            </a:xfrm>
            <a:custGeom>
              <a:avLst/>
              <a:gdLst>
                <a:gd name="connsiteX0" fmla="*/ 1 w 501699"/>
                <a:gd name="connsiteY0" fmla="*/ 0 h 545364"/>
                <a:gd name="connsiteX1" fmla="*/ 223169 w 501699"/>
                <a:gd name="connsiteY1" fmla="*/ 0 h 545364"/>
                <a:gd name="connsiteX2" fmla="*/ 223169 w 501699"/>
                <a:gd name="connsiteY2" fmla="*/ 590 h 545364"/>
                <a:gd name="connsiteX3" fmla="*/ 229017 w 501699"/>
                <a:gd name="connsiteY3" fmla="*/ 0 h 545364"/>
                <a:gd name="connsiteX4" fmla="*/ 501699 w 501699"/>
                <a:gd name="connsiteY4" fmla="*/ 272682 h 545364"/>
                <a:gd name="connsiteX5" fmla="*/ 229017 w 501699"/>
                <a:gd name="connsiteY5" fmla="*/ 545364 h 545364"/>
                <a:gd name="connsiteX6" fmla="*/ 223169 w 501699"/>
                <a:gd name="connsiteY6" fmla="*/ 544775 h 545364"/>
                <a:gd name="connsiteX7" fmla="*/ 223169 w 501699"/>
                <a:gd name="connsiteY7" fmla="*/ 545364 h 545364"/>
                <a:gd name="connsiteX8" fmla="*/ 1 w 501699"/>
                <a:gd name="connsiteY8" fmla="*/ 545364 h 545364"/>
                <a:gd name="connsiteX9" fmla="*/ 1 w 501699"/>
                <a:gd name="connsiteY9" fmla="*/ 419791 h 545364"/>
                <a:gd name="connsiteX10" fmla="*/ 0 w 501699"/>
                <a:gd name="connsiteY10" fmla="*/ 419789 h 545364"/>
                <a:gd name="connsiteX11" fmla="*/ 0 w 501699"/>
                <a:gd name="connsiteY11" fmla="*/ 125575 h 545364"/>
                <a:gd name="connsiteX12" fmla="*/ 1 w 501699"/>
                <a:gd name="connsiteY12" fmla="*/ 125573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1699" h="545364">
                  <a:moveTo>
                    <a:pt x="1" y="0"/>
                  </a:moveTo>
                  <a:lnTo>
                    <a:pt x="223169" y="0"/>
                  </a:lnTo>
                  <a:lnTo>
                    <a:pt x="223169" y="590"/>
                  </a:lnTo>
                  <a:lnTo>
                    <a:pt x="229017" y="0"/>
                  </a:lnTo>
                  <a:cubicBezTo>
                    <a:pt x="379615" y="0"/>
                    <a:pt x="501699" y="122084"/>
                    <a:pt x="501699" y="272682"/>
                  </a:cubicBezTo>
                  <a:cubicBezTo>
                    <a:pt x="501699" y="423280"/>
                    <a:pt x="379615" y="545364"/>
                    <a:pt x="229017" y="545364"/>
                  </a:cubicBezTo>
                  <a:lnTo>
                    <a:pt x="223169" y="544775"/>
                  </a:lnTo>
                  <a:lnTo>
                    <a:pt x="223169" y="545364"/>
                  </a:lnTo>
                  <a:lnTo>
                    <a:pt x="1" y="545364"/>
                  </a:lnTo>
                  <a:lnTo>
                    <a:pt x="1" y="419791"/>
                  </a:lnTo>
                  <a:lnTo>
                    <a:pt x="0" y="419789"/>
                  </a:lnTo>
                  <a:lnTo>
                    <a:pt x="0" y="125575"/>
                  </a:lnTo>
                  <a:lnTo>
                    <a:pt x="1" y="1255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99B32E9C-8531-8F42-88AC-648425B4B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241710" y="1825706"/>
            <a:ext cx="9985634" cy="5846136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14323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Thought slides are 36pt </a:t>
            </a:r>
            <a:br>
              <a:rPr lang="en-US" dirty="0"/>
            </a:br>
            <a:r>
              <a:rPr lang="en-US" dirty="0"/>
              <a:t>Arial Bold sentence case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BE3E6C0-8C36-8B43-957E-48824B0A0BBC}"/>
              </a:ext>
            </a:extLst>
          </p:cNvPr>
          <p:cNvSpPr txBox="1">
            <a:spLocks/>
          </p:cNvSpPr>
          <p:nvPr/>
        </p:nvSpPr>
        <p:spPr bwMode="white">
          <a:xfrm>
            <a:off x="14635568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6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96076" y="4010187"/>
            <a:ext cx="6986057" cy="3661655"/>
          </a:xfrm>
          <a:prstGeom prst="rect">
            <a:avLst/>
          </a:prstGeom>
        </p:spPr>
        <p:txBody>
          <a:bodyPr/>
          <a:lstStyle>
            <a:lvl1pPr marL="342971" indent="-342971">
              <a:lnSpc>
                <a:spcPct val="100000"/>
              </a:lnSpc>
              <a:spcBef>
                <a:spcPts val="1249"/>
              </a:spcBef>
              <a:defRPr sz="3005">
                <a:solidFill>
                  <a:schemeClr val="bg1"/>
                </a:solidFill>
              </a:defRPr>
            </a:lvl1pPr>
            <a:lvl2pPr marL="685942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3005">
                <a:solidFill>
                  <a:schemeClr val="bg1"/>
                </a:solidFill>
              </a:defRPr>
            </a:lvl2pPr>
            <a:lvl3pPr marL="1028909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3005">
                <a:solidFill>
                  <a:schemeClr val="bg1"/>
                </a:solidFill>
              </a:defRPr>
            </a:lvl3pPr>
            <a:lvl4pPr marL="1371880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3005">
                <a:solidFill>
                  <a:schemeClr val="bg1"/>
                </a:solidFill>
              </a:defRPr>
            </a:lvl4pPr>
            <a:lvl5pPr marL="1714851" indent="-342971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300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Arial 24pt bullet level 1</a:t>
            </a:r>
          </a:p>
          <a:p>
            <a:pPr lvl="1"/>
            <a:r>
              <a:rPr lang="en-US" dirty="0"/>
              <a:t>Arial 24pt bullet level 2</a:t>
            </a:r>
          </a:p>
          <a:p>
            <a:pPr lvl="2"/>
            <a:r>
              <a:rPr lang="en-US" dirty="0"/>
              <a:t>Arial 24pt bullet level 3</a:t>
            </a:r>
          </a:p>
          <a:p>
            <a:pPr lvl="3"/>
            <a:r>
              <a:rPr lang="en-US" dirty="0"/>
              <a:t>Arial 24pt bullet level 4</a:t>
            </a:r>
          </a:p>
          <a:p>
            <a:pPr lvl="4"/>
            <a:r>
              <a:rPr lang="en-US" dirty="0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908" y="2244420"/>
            <a:ext cx="9539619" cy="1468283"/>
          </a:xfrm>
          <a:prstGeom prst="rect">
            <a:avLst/>
          </a:prstGeom>
        </p:spPr>
        <p:txBody>
          <a:bodyPr anchor="b" anchorCtr="0"/>
          <a:lstStyle>
            <a:lvl1pPr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8795308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6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12880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7620002" y="8572663"/>
            <a:ext cx="7620000" cy="345931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114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98" b="1" i="0" u="none" strike="noStrike" kern="12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(V2.1.0)</a:t>
            </a:r>
            <a:endParaRPr lang="en-US" sz="1249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07A176-04FF-4600-9428-258A4B331C28}"/>
              </a:ext>
            </a:extLst>
          </p:cNvPr>
          <p:cNvGrpSpPr/>
          <p:nvPr userDrawn="1"/>
        </p:nvGrpSpPr>
        <p:grpSpPr>
          <a:xfrm>
            <a:off x="15385107" y="3"/>
            <a:ext cx="1064681" cy="3809736"/>
            <a:chOff x="12233656" y="25480"/>
            <a:chExt cx="851744" cy="30477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790172-6CDB-486B-8C9C-5719F944A1E5}"/>
                </a:ext>
              </a:extLst>
            </p:cNvPr>
            <p:cNvSpPr/>
            <p:nvPr/>
          </p:nvSpPr>
          <p:spPr bwMode="gray">
            <a:xfrm>
              <a:off x="12233656" y="2584077"/>
              <a:ext cx="187184" cy="1871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4110EB-1D9F-40AA-85D6-0DCE03E31FF6}"/>
                </a:ext>
              </a:extLst>
            </p:cNvPr>
            <p:cNvSpPr/>
            <p:nvPr/>
          </p:nvSpPr>
          <p:spPr bwMode="gray">
            <a:xfrm>
              <a:off x="12676696" y="2584077"/>
              <a:ext cx="187184" cy="187184"/>
            </a:xfrm>
            <a:prstGeom prst="rect">
              <a:avLst/>
            </a:prstGeom>
            <a:solidFill>
              <a:srgbClr val="606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4C9A453-AE8F-4383-BD8F-32DA97D7AAF2}"/>
                </a:ext>
              </a:extLst>
            </p:cNvPr>
            <p:cNvSpPr/>
            <p:nvPr/>
          </p:nvSpPr>
          <p:spPr bwMode="gray">
            <a:xfrm>
              <a:off x="12898215" y="2584077"/>
              <a:ext cx="187184" cy="187184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E0FF7AE-5FC0-4FE9-B824-B5FD9D591486}"/>
                </a:ext>
              </a:extLst>
            </p:cNvPr>
            <p:cNvSpPr/>
            <p:nvPr/>
          </p:nvSpPr>
          <p:spPr bwMode="gray">
            <a:xfrm>
              <a:off x="12455176" y="2584077"/>
              <a:ext cx="187184" cy="187184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DA3666-914B-4B70-9285-AC745AC36DD8}"/>
                </a:ext>
              </a:extLst>
            </p:cNvPr>
            <p:cNvSpPr/>
            <p:nvPr/>
          </p:nvSpPr>
          <p:spPr bwMode="gray">
            <a:xfrm>
              <a:off x="12233656" y="1976453"/>
              <a:ext cx="187184" cy="187184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BBD6E4-2C3A-4BDE-91DF-83D595CE5D83}"/>
                </a:ext>
              </a:extLst>
            </p:cNvPr>
            <p:cNvSpPr/>
            <p:nvPr/>
          </p:nvSpPr>
          <p:spPr bwMode="gray">
            <a:xfrm>
              <a:off x="12233656" y="2282071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A34AC5-EFC7-4238-82A2-6B301C2DDE12}"/>
                </a:ext>
              </a:extLst>
            </p:cNvPr>
            <p:cNvSpPr/>
            <p:nvPr/>
          </p:nvSpPr>
          <p:spPr bwMode="gray">
            <a:xfrm>
              <a:off x="12455176" y="1976453"/>
              <a:ext cx="187184" cy="187184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959C79-B003-4C43-BB55-D824D8433590}"/>
                </a:ext>
              </a:extLst>
            </p:cNvPr>
            <p:cNvSpPr/>
            <p:nvPr/>
          </p:nvSpPr>
          <p:spPr bwMode="gray">
            <a:xfrm>
              <a:off x="12676696" y="1976453"/>
              <a:ext cx="187184" cy="187184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E2F109A-F3DB-4DF0-AE2F-90C6EA4CAB56}"/>
                </a:ext>
              </a:extLst>
            </p:cNvPr>
            <p:cNvSpPr/>
            <p:nvPr/>
          </p:nvSpPr>
          <p:spPr bwMode="gray">
            <a:xfrm>
              <a:off x="12898216" y="1976453"/>
              <a:ext cx="187184" cy="187184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A61E298-EB0A-4E17-BD09-A9BCC2649A12}"/>
                </a:ext>
              </a:extLst>
            </p:cNvPr>
            <p:cNvSpPr txBox="1"/>
            <p:nvPr/>
          </p:nvSpPr>
          <p:spPr>
            <a:xfrm>
              <a:off x="12233656" y="25480"/>
              <a:ext cx="851744" cy="16655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753" dirty="0">
                  <a:solidFill>
                    <a:schemeClr val="tx1"/>
                  </a:solidFill>
                </a:rPr>
                <a:t>100%  50%   75%   25%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705AA33-EE2E-4E4E-B109-36E236936840}"/>
                </a:ext>
              </a:extLst>
            </p:cNvPr>
            <p:cNvSpPr/>
            <p:nvPr/>
          </p:nvSpPr>
          <p:spPr bwMode="gray">
            <a:xfrm>
              <a:off x="12233656" y="2886083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EC58DC-2F2B-4BE2-B67F-07B125678C34}"/>
                </a:ext>
              </a:extLst>
            </p:cNvPr>
            <p:cNvSpPr/>
            <p:nvPr userDrawn="1"/>
          </p:nvSpPr>
          <p:spPr bwMode="gray">
            <a:xfrm>
              <a:off x="12233656" y="1765158"/>
              <a:ext cx="187184" cy="187184"/>
            </a:xfrm>
            <a:prstGeom prst="rect">
              <a:avLst/>
            </a:prstGeom>
            <a:solidFill>
              <a:srgbClr val="C627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549ADF4-EEA9-43D1-8A2A-133C45DB1862}"/>
                </a:ext>
              </a:extLst>
            </p:cNvPr>
            <p:cNvSpPr/>
            <p:nvPr userDrawn="1"/>
          </p:nvSpPr>
          <p:spPr bwMode="gray">
            <a:xfrm>
              <a:off x="12455176" y="1765158"/>
              <a:ext cx="187184" cy="187184"/>
            </a:xfrm>
            <a:prstGeom prst="rect">
              <a:avLst/>
            </a:prstGeom>
            <a:solidFill>
              <a:srgbClr val="E99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0543385-700D-4FD3-9403-942A7816AFF3}"/>
                </a:ext>
              </a:extLst>
            </p:cNvPr>
            <p:cNvSpPr/>
            <p:nvPr userDrawn="1"/>
          </p:nvSpPr>
          <p:spPr bwMode="gray">
            <a:xfrm>
              <a:off x="12676696" y="1765158"/>
              <a:ext cx="187184" cy="187184"/>
            </a:xfrm>
            <a:prstGeom prst="rect">
              <a:avLst/>
            </a:prstGeom>
            <a:solidFill>
              <a:srgbClr val="DB6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C64855-B6D7-406E-A904-38AA3CAC33D1}"/>
                </a:ext>
              </a:extLst>
            </p:cNvPr>
            <p:cNvSpPr/>
            <p:nvPr userDrawn="1"/>
          </p:nvSpPr>
          <p:spPr bwMode="gray">
            <a:xfrm>
              <a:off x="12898216" y="1765158"/>
              <a:ext cx="187184" cy="187184"/>
            </a:xfrm>
            <a:prstGeom prst="rect">
              <a:avLst/>
            </a:prstGeom>
            <a:solidFill>
              <a:srgbClr val="F5C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1671D4E-C545-4A51-AD54-465B655DA739}"/>
                </a:ext>
              </a:extLst>
            </p:cNvPr>
            <p:cNvSpPr/>
            <p:nvPr/>
          </p:nvSpPr>
          <p:spPr bwMode="gray">
            <a:xfrm>
              <a:off x="12455176" y="222423"/>
              <a:ext cx="187184" cy="187184"/>
            </a:xfrm>
            <a:prstGeom prst="rect">
              <a:avLst/>
            </a:prstGeom>
            <a:solidFill>
              <a:srgbClr val="7FD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B621816-B34D-4C96-B96F-5C715C45829B}"/>
                </a:ext>
              </a:extLst>
            </p:cNvPr>
            <p:cNvSpPr/>
            <p:nvPr/>
          </p:nvSpPr>
          <p:spPr bwMode="gray">
            <a:xfrm>
              <a:off x="12455176" y="443728"/>
              <a:ext cx="187184" cy="187184"/>
            </a:xfrm>
            <a:prstGeom prst="rect">
              <a:avLst/>
            </a:prstGeom>
            <a:solidFill>
              <a:srgbClr val="7FAA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57F5CE8-B34F-444C-9F30-C4849266D875}"/>
                </a:ext>
              </a:extLst>
            </p:cNvPr>
            <p:cNvSpPr/>
            <p:nvPr/>
          </p:nvSpPr>
          <p:spPr bwMode="gray">
            <a:xfrm>
              <a:off x="12676695" y="222423"/>
              <a:ext cx="187184" cy="187184"/>
            </a:xfrm>
            <a:prstGeom prst="rect">
              <a:avLst/>
            </a:prstGeom>
            <a:solidFill>
              <a:srgbClr val="40BA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3D284D6-CF6C-4BFC-8BAA-4E3DEFF9F379}"/>
                </a:ext>
              </a:extLst>
            </p:cNvPr>
            <p:cNvSpPr/>
            <p:nvPr/>
          </p:nvSpPr>
          <p:spPr bwMode="gray">
            <a:xfrm>
              <a:off x="12676695" y="443728"/>
              <a:ext cx="187184" cy="187184"/>
            </a:xfrm>
            <a:prstGeom prst="rect">
              <a:avLst/>
            </a:prstGeom>
            <a:solidFill>
              <a:srgbClr val="4080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2017C50-180E-4CF0-9C26-E8CEE97041A3}"/>
                </a:ext>
              </a:extLst>
            </p:cNvPr>
            <p:cNvSpPr/>
            <p:nvPr/>
          </p:nvSpPr>
          <p:spPr bwMode="gray">
            <a:xfrm>
              <a:off x="12898215" y="222423"/>
              <a:ext cx="187184" cy="187184"/>
            </a:xfrm>
            <a:prstGeom prst="rect">
              <a:avLst/>
            </a:prstGeom>
            <a:solidFill>
              <a:srgbClr val="BFE8F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85309A6-0A06-430D-BC25-9F084A978BC1}"/>
                </a:ext>
              </a:extLst>
            </p:cNvPr>
            <p:cNvSpPr/>
            <p:nvPr/>
          </p:nvSpPr>
          <p:spPr bwMode="gray">
            <a:xfrm>
              <a:off x="12898215" y="443728"/>
              <a:ext cx="187184" cy="187184"/>
            </a:xfrm>
            <a:prstGeom prst="rect">
              <a:avLst/>
            </a:prstGeom>
            <a:solidFill>
              <a:srgbClr val="BFD4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02F1061-646D-4F4A-BF71-63529009C779}"/>
                </a:ext>
              </a:extLst>
            </p:cNvPr>
            <p:cNvSpPr/>
            <p:nvPr/>
          </p:nvSpPr>
          <p:spPr bwMode="gray">
            <a:xfrm>
              <a:off x="12233656" y="666550"/>
              <a:ext cx="187184" cy="187184"/>
            </a:xfrm>
            <a:prstGeom prst="rect">
              <a:avLst/>
            </a:prstGeom>
            <a:solidFill>
              <a:srgbClr val="43B0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0E5BBAC-94C9-4F7F-9287-47DCDACCDED5}"/>
                </a:ext>
              </a:extLst>
            </p:cNvPr>
            <p:cNvSpPr/>
            <p:nvPr/>
          </p:nvSpPr>
          <p:spPr bwMode="gray">
            <a:xfrm>
              <a:off x="12455176" y="1329200"/>
              <a:ext cx="187184" cy="187184"/>
            </a:xfrm>
            <a:prstGeom prst="rect">
              <a:avLst/>
            </a:prstGeom>
            <a:solidFill>
              <a:srgbClr val="F7D9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D882D5B-CA7B-4921-A5C7-C2A02ADC6E9E}"/>
                </a:ext>
              </a:extLst>
            </p:cNvPr>
            <p:cNvSpPr/>
            <p:nvPr/>
          </p:nvSpPr>
          <p:spPr bwMode="gray">
            <a:xfrm>
              <a:off x="12676695" y="1329200"/>
              <a:ext cx="187184" cy="187184"/>
            </a:xfrm>
            <a:prstGeom prst="rect">
              <a:avLst/>
            </a:prstGeom>
            <a:solidFill>
              <a:srgbClr val="F4C6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9E1E4DF-D2F6-452C-B668-F445C5207AE8}"/>
                </a:ext>
              </a:extLst>
            </p:cNvPr>
            <p:cNvSpPr/>
            <p:nvPr/>
          </p:nvSpPr>
          <p:spPr bwMode="gray">
            <a:xfrm>
              <a:off x="12898215" y="1329200"/>
              <a:ext cx="187184" cy="187184"/>
            </a:xfrm>
            <a:prstGeom prst="rect">
              <a:avLst/>
            </a:prstGeom>
            <a:solidFill>
              <a:srgbClr val="FBE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817B419-0520-447A-99C5-2445CD25CBC7}"/>
                </a:ext>
              </a:extLst>
            </p:cNvPr>
            <p:cNvSpPr/>
            <p:nvPr/>
          </p:nvSpPr>
          <p:spPr bwMode="gray">
            <a:xfrm>
              <a:off x="12233656" y="445182"/>
              <a:ext cx="187184" cy="187184"/>
            </a:xfrm>
            <a:prstGeom prst="rect">
              <a:avLst/>
            </a:pr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AAAD1C3-AC65-4E7F-95B0-0904DA748A91}"/>
                </a:ext>
              </a:extLst>
            </p:cNvPr>
            <p:cNvSpPr/>
            <p:nvPr/>
          </p:nvSpPr>
          <p:spPr bwMode="gray">
            <a:xfrm>
              <a:off x="12455176" y="1550568"/>
              <a:ext cx="187184" cy="187184"/>
            </a:xfrm>
            <a:prstGeom prst="rect">
              <a:avLst/>
            </a:prstGeom>
            <a:solidFill>
              <a:srgbClr val="FEC4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3E25F0A-706F-4DD8-A3DC-8BA19EF80FF9}"/>
                </a:ext>
              </a:extLst>
            </p:cNvPr>
            <p:cNvSpPr/>
            <p:nvPr/>
          </p:nvSpPr>
          <p:spPr bwMode="gray">
            <a:xfrm>
              <a:off x="12676695" y="1550568"/>
              <a:ext cx="187184" cy="187184"/>
            </a:xfrm>
            <a:prstGeom prst="rect">
              <a:avLst/>
            </a:prstGeom>
            <a:solidFill>
              <a:srgbClr val="FEA7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F5CD6E0-1E3E-40C5-A52C-E38D01328967}"/>
                </a:ext>
              </a:extLst>
            </p:cNvPr>
            <p:cNvSpPr/>
            <p:nvPr/>
          </p:nvSpPr>
          <p:spPr bwMode="gray">
            <a:xfrm>
              <a:off x="12898215" y="1550568"/>
              <a:ext cx="187184" cy="187184"/>
            </a:xfrm>
            <a:prstGeom prst="rect">
              <a:avLst/>
            </a:prstGeom>
            <a:solidFill>
              <a:srgbClr val="FFE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F4C58CC-4DF8-4296-B3D0-140D4877D04D}"/>
                </a:ext>
              </a:extLst>
            </p:cNvPr>
            <p:cNvSpPr/>
            <p:nvPr/>
          </p:nvSpPr>
          <p:spPr bwMode="gray">
            <a:xfrm>
              <a:off x="12233656" y="222423"/>
              <a:ext cx="187184" cy="187184"/>
            </a:xfrm>
            <a:prstGeom prst="rect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8BD596-AF6E-430B-BB6B-EABDF5AEDD8E}"/>
                </a:ext>
              </a:extLst>
            </p:cNvPr>
            <p:cNvSpPr/>
            <p:nvPr/>
          </p:nvSpPr>
          <p:spPr bwMode="gray">
            <a:xfrm>
              <a:off x="12455176" y="1106378"/>
              <a:ext cx="187184" cy="187184"/>
            </a:xfrm>
            <a:prstGeom prst="rect">
              <a:avLst/>
            </a:prstGeom>
            <a:solidFill>
              <a:srgbClr val="7FDFD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31B3C34-B7AB-4090-8ECF-586A4E0A931D}"/>
                </a:ext>
              </a:extLst>
            </p:cNvPr>
            <p:cNvSpPr/>
            <p:nvPr/>
          </p:nvSpPr>
          <p:spPr bwMode="gray">
            <a:xfrm>
              <a:off x="12676695" y="1106378"/>
              <a:ext cx="187184" cy="187184"/>
            </a:xfrm>
            <a:prstGeom prst="rect">
              <a:avLst/>
            </a:prstGeom>
            <a:solidFill>
              <a:srgbClr val="40C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C3DFDA-BB56-4A0D-A846-DFCB8EF88D81}"/>
                </a:ext>
              </a:extLst>
            </p:cNvPr>
            <p:cNvSpPr/>
            <p:nvPr/>
          </p:nvSpPr>
          <p:spPr bwMode="gray">
            <a:xfrm>
              <a:off x="12898215" y="1106378"/>
              <a:ext cx="187184" cy="187184"/>
            </a:xfrm>
            <a:prstGeom prst="rect">
              <a:avLst/>
            </a:prstGeom>
            <a:solidFill>
              <a:srgbClr val="BFEF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B4C1DB7-696A-41FA-B3FE-4C10635D8931}"/>
                </a:ext>
              </a:extLst>
            </p:cNvPr>
            <p:cNvSpPr/>
            <p:nvPr/>
          </p:nvSpPr>
          <p:spPr bwMode="gray">
            <a:xfrm>
              <a:off x="12233656" y="1330654"/>
              <a:ext cx="187184" cy="187184"/>
            </a:xfrm>
            <a:prstGeom prst="rect">
              <a:avLst/>
            </a:prstGeom>
            <a:solidFill>
              <a:srgbClr val="F0B3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2A2C519-863C-4FFE-885E-34C8AB2B023E}"/>
                </a:ext>
              </a:extLst>
            </p:cNvPr>
            <p:cNvSpPr/>
            <p:nvPr/>
          </p:nvSpPr>
          <p:spPr bwMode="gray">
            <a:xfrm>
              <a:off x="12233656" y="1550568"/>
              <a:ext cx="187184" cy="187184"/>
            </a:xfrm>
            <a:prstGeom prst="rect">
              <a:avLst/>
            </a:prstGeom>
            <a:solidFill>
              <a:srgbClr val="FE8A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0299C38-075C-4023-BA01-5FBB57E7B93E}"/>
                </a:ext>
              </a:extLst>
            </p:cNvPr>
            <p:cNvSpPr/>
            <p:nvPr/>
          </p:nvSpPr>
          <p:spPr bwMode="gray">
            <a:xfrm>
              <a:off x="12233656" y="1109286"/>
              <a:ext cx="187184" cy="187184"/>
            </a:xfrm>
            <a:prstGeom prst="rect">
              <a:avLst/>
            </a:prstGeom>
            <a:solidFill>
              <a:srgbClr val="00BF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30E707-137B-4479-8F7E-1687687A179F}"/>
                </a:ext>
              </a:extLst>
            </p:cNvPr>
            <p:cNvSpPr/>
            <p:nvPr/>
          </p:nvSpPr>
          <p:spPr bwMode="gray">
            <a:xfrm>
              <a:off x="12233656" y="887918"/>
              <a:ext cx="187184" cy="187184"/>
            </a:xfrm>
            <a:prstGeom prst="rect">
              <a:avLst/>
            </a:prstGeom>
            <a:solidFill>
              <a:srgbClr val="0271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30CCC58-FAA5-4900-A5F9-0B899F2A0460}"/>
                </a:ext>
              </a:extLst>
            </p:cNvPr>
            <p:cNvSpPr/>
            <p:nvPr/>
          </p:nvSpPr>
          <p:spPr bwMode="gray">
            <a:xfrm>
              <a:off x="12455176" y="887918"/>
              <a:ext cx="187184" cy="187184"/>
            </a:xfrm>
            <a:prstGeom prst="rect">
              <a:avLst/>
            </a:prstGeom>
            <a:solidFill>
              <a:srgbClr val="80B8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D728566-B8B7-4E9D-8B72-20AC79577B3C}"/>
                </a:ext>
              </a:extLst>
            </p:cNvPr>
            <p:cNvSpPr/>
            <p:nvPr/>
          </p:nvSpPr>
          <p:spPr bwMode="gray">
            <a:xfrm>
              <a:off x="12455176" y="666550"/>
              <a:ext cx="187184" cy="187184"/>
            </a:xfrm>
            <a:prstGeom prst="rect">
              <a:avLst/>
            </a:prstGeom>
            <a:solidFill>
              <a:srgbClr val="A1D79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654B01F-B9ED-460E-8A42-71800A74AFD1}"/>
                </a:ext>
              </a:extLst>
            </p:cNvPr>
            <p:cNvSpPr/>
            <p:nvPr/>
          </p:nvSpPr>
          <p:spPr bwMode="gray">
            <a:xfrm>
              <a:off x="12676695" y="887918"/>
              <a:ext cx="187184" cy="187184"/>
            </a:xfrm>
            <a:prstGeom prst="rect">
              <a:avLst/>
            </a:prstGeom>
            <a:solidFill>
              <a:srgbClr val="4195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98DE376-4FF4-4A06-A431-8F072BE6F442}"/>
                </a:ext>
              </a:extLst>
            </p:cNvPr>
            <p:cNvSpPr/>
            <p:nvPr/>
          </p:nvSpPr>
          <p:spPr bwMode="gray">
            <a:xfrm>
              <a:off x="12676695" y="666550"/>
              <a:ext cx="187184" cy="187184"/>
            </a:xfrm>
            <a:prstGeom prst="rect">
              <a:avLst/>
            </a:prstGeom>
            <a:solidFill>
              <a:srgbClr val="72C4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3CCD18B-54DC-422F-BC15-C5819DF277AE}"/>
                </a:ext>
              </a:extLst>
            </p:cNvPr>
            <p:cNvSpPr/>
            <p:nvPr/>
          </p:nvSpPr>
          <p:spPr bwMode="gray">
            <a:xfrm>
              <a:off x="12898215" y="887918"/>
              <a:ext cx="187184" cy="187184"/>
            </a:xfrm>
            <a:prstGeom prst="rect">
              <a:avLst/>
            </a:prstGeom>
            <a:solidFill>
              <a:srgbClr val="C0D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AC4FBA-1217-4369-8CD8-64FAE85D8B82}"/>
                </a:ext>
              </a:extLst>
            </p:cNvPr>
            <p:cNvSpPr/>
            <p:nvPr/>
          </p:nvSpPr>
          <p:spPr bwMode="gray">
            <a:xfrm>
              <a:off x="12898215" y="666550"/>
              <a:ext cx="187184" cy="187184"/>
            </a:xfrm>
            <a:prstGeom prst="rect">
              <a:avLst/>
            </a:prstGeom>
            <a:solidFill>
              <a:srgbClr val="D0EB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8" r:id="rId4"/>
    <p:sldLayoutId id="2147484239" r:id="rId5"/>
    <p:sldLayoutId id="2147484240" r:id="rId6"/>
    <p:sldLayoutId id="2147484241" r:id="rId7"/>
    <p:sldLayoutId id="2147484242" r:id="rId8"/>
    <p:sldLayoutId id="2147484243" r:id="rId9"/>
    <p:sldLayoutId id="2147484244" r:id="rId10"/>
    <p:sldLayoutId id="2147484245" r:id="rId11"/>
    <p:sldLayoutId id="2147484246" r:id="rId12"/>
    <p:sldLayoutId id="2147484247" r:id="rId13"/>
    <p:sldLayoutId id="2147484248" r:id="rId14"/>
    <p:sldLayoutId id="2147484249" r:id="rId15"/>
    <p:sldLayoutId id="2147484250" r:id="rId16"/>
    <p:sldLayoutId id="2147484251" r:id="rId17"/>
    <p:sldLayoutId id="2147484252" r:id="rId18"/>
    <p:sldLayoutId id="2147484253" r:id="rId19"/>
    <p:sldLayoutId id="2147484254" r:id="rId20"/>
    <p:sldLayoutId id="2147484255" r:id="rId21"/>
    <p:sldLayoutId id="2147484256" r:id="rId22"/>
    <p:sldLayoutId id="2147484257" r:id="rId23"/>
    <p:sldLayoutId id="2147484261" r:id="rId24"/>
    <p:sldLayoutId id="2147484258" r:id="rId25"/>
    <p:sldLayoutId id="2147484259" r:id="rId26"/>
    <p:sldLayoutId id="2147484260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143237" rtl="0" eaLnBrk="1" latinLnBrk="0" hangingPunct="1">
        <a:lnSpc>
          <a:spcPct val="90000"/>
        </a:lnSpc>
        <a:spcBef>
          <a:spcPct val="0"/>
        </a:spcBef>
        <a:buNone/>
        <a:defRPr sz="54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807" indent="-285807" algn="l" defTabSz="1143237" rtl="0" eaLnBrk="1" latinLnBrk="0" hangingPunct="1">
        <a:lnSpc>
          <a:spcPct val="90000"/>
        </a:lnSpc>
        <a:spcBef>
          <a:spcPts val="1249"/>
        </a:spcBef>
        <a:buFont typeface="Arial" panose="020B0604020202020204" pitchFamily="34" charset="0"/>
        <a:buChar char="•"/>
        <a:defRPr sz="3501" kern="1200">
          <a:solidFill>
            <a:schemeClr val="tx1"/>
          </a:solidFill>
          <a:latin typeface="+mn-lt"/>
          <a:ea typeface="+mn-ea"/>
          <a:cs typeface="+mn-cs"/>
        </a:defRPr>
      </a:lvl1pPr>
      <a:lvl2pPr marL="857426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3005" kern="1200">
          <a:solidFill>
            <a:schemeClr val="tx1"/>
          </a:solidFill>
          <a:latin typeface="+mn-lt"/>
          <a:ea typeface="+mn-ea"/>
          <a:cs typeface="+mn-cs"/>
        </a:defRPr>
      </a:lvl2pPr>
      <a:lvl3pPr marL="1429044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502" kern="1200">
          <a:solidFill>
            <a:schemeClr val="tx1"/>
          </a:solidFill>
          <a:latin typeface="+mn-lt"/>
          <a:ea typeface="+mn-ea"/>
          <a:cs typeface="+mn-cs"/>
        </a:defRPr>
      </a:lvl3pPr>
      <a:lvl4pPr marL="2000658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572277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3143891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715510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287128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858742" indent="-285807" algn="l" defTabSz="1143237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1pPr>
      <a:lvl2pPr marL="571614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2pPr>
      <a:lvl3pPr marL="1143237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3pPr>
      <a:lvl4pPr marL="1714851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286465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2858084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429702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001317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572935" algn="l" defTabSz="1143237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wirly spiraling lines and circles&#10;&#10;AI-generated content may be incorrect.">
            <a:extLst>
              <a:ext uri="{FF2B5EF4-FFF2-40B4-BE49-F238E27FC236}">
                <a16:creationId xmlns:a16="http://schemas.microsoft.com/office/drawing/2014/main" id="{447287A2-5537-B156-C4CB-420B42C25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567" y="357027"/>
            <a:ext cx="4924694" cy="49246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E99EC7-58AE-F77E-4222-630B5C53939F}"/>
              </a:ext>
            </a:extLst>
          </p:cNvPr>
          <p:cNvSpPr txBox="1"/>
          <p:nvPr/>
        </p:nvSpPr>
        <p:spPr>
          <a:xfrm>
            <a:off x="988739" y="2296154"/>
            <a:ext cx="7471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2">
                    <a:lumMod val="25000"/>
                  </a:schemeClr>
                </a:solidFill>
                <a:latin typeface="+mj-lt"/>
                <a:cs typeface="Segoe UI" panose="020B0502040204020203" pitchFamily="34" charset="0"/>
              </a:rPr>
              <a:t>Welcome to ….</a:t>
            </a:r>
            <a:endParaRPr lang="en-GB" sz="2800" dirty="0">
              <a:solidFill>
                <a:schemeClr val="bg2">
                  <a:lumMod val="2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9608B-C0DF-D46C-9E83-DAD0E7627C94}"/>
              </a:ext>
            </a:extLst>
          </p:cNvPr>
          <p:cNvSpPr txBox="1"/>
          <p:nvPr/>
        </p:nvSpPr>
        <p:spPr>
          <a:xfrm>
            <a:off x="987971" y="3316478"/>
            <a:ext cx="7338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rPr>
              <a:t>Explain briefly what your report presents here</a:t>
            </a:r>
            <a:endParaRPr lang="en-GB" sz="1200" b="0" dirty="0">
              <a:solidFill>
                <a:schemeClr val="bg1">
                  <a:lumMod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19BAC6-F167-8F17-BBE3-C6A141DB0957}"/>
              </a:ext>
            </a:extLst>
          </p:cNvPr>
          <p:cNvGrpSpPr/>
          <p:nvPr/>
        </p:nvGrpSpPr>
        <p:grpSpPr>
          <a:xfrm>
            <a:off x="2415452" y="5404019"/>
            <a:ext cx="2564998" cy="2292881"/>
            <a:chOff x="2103821" y="5228216"/>
            <a:chExt cx="2564998" cy="229288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734BAE8-8498-62A2-C77C-C261B0452EA6}"/>
                </a:ext>
              </a:extLst>
            </p:cNvPr>
            <p:cNvSpPr/>
            <p:nvPr/>
          </p:nvSpPr>
          <p:spPr>
            <a:xfrm>
              <a:off x="2103821" y="5228216"/>
              <a:ext cx="2564998" cy="2292881"/>
            </a:xfrm>
            <a:prstGeom prst="roundRect">
              <a:avLst>
                <a:gd name="adj" fmla="val 6287"/>
              </a:avLst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  <a:effectLst>
              <a:outerShdw blurRad="12700" dist="25400" dir="5400000" algn="t" rotWithShape="0">
                <a:schemeClr val="bg2">
                  <a:lumMod val="50000"/>
                  <a:alpha val="15000"/>
                </a:schemeClr>
              </a:outerShd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GB" sz="2002" dirty="0" err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3D738A-F7F3-53A1-33F3-B9FB144BE8BE}"/>
                </a:ext>
              </a:extLst>
            </p:cNvPr>
            <p:cNvSpPr txBox="1"/>
            <p:nvPr/>
          </p:nvSpPr>
          <p:spPr>
            <a:xfrm>
              <a:off x="2384644" y="5541580"/>
              <a:ext cx="2003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2">
                      <a:lumMod val="75000"/>
                    </a:schemeClr>
                  </a:solidFill>
                  <a:latin typeface="+mj-lt"/>
                  <a:cs typeface="Segoe UI" panose="020B0502040204020203" pitchFamily="34" charset="0"/>
                </a:rPr>
                <a:t>[Report Page 1]</a:t>
              </a:r>
              <a:endParaRPr lang="en-GB" sz="1400" dirty="0">
                <a:solidFill>
                  <a:schemeClr val="tx2">
                    <a:lumMod val="75000"/>
                  </a:schemeClr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5E24EB-8C00-3F3D-0F51-58FF95CF6EFC}"/>
                </a:ext>
              </a:extLst>
            </p:cNvPr>
            <p:cNvSpPr txBox="1"/>
            <p:nvPr/>
          </p:nvSpPr>
          <p:spPr>
            <a:xfrm>
              <a:off x="2280621" y="6085062"/>
              <a:ext cx="222683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</a:rPr>
                <a:t>[Placeholder for brief explanation of this section.]</a:t>
              </a:r>
              <a:br>
                <a:rPr lang="en-GB" sz="1000" b="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</a:rPr>
              </a:br>
              <a:endParaRPr lang="en-GB" sz="1000" b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C0E64C-3622-C6B0-798B-12D956036DDD}"/>
                </a:ext>
              </a:extLst>
            </p:cNvPr>
            <p:cNvGrpSpPr/>
            <p:nvPr/>
          </p:nvGrpSpPr>
          <p:grpSpPr>
            <a:xfrm>
              <a:off x="2687073" y="6856295"/>
              <a:ext cx="1398494" cy="311972"/>
              <a:chOff x="2687073" y="6856295"/>
              <a:chExt cx="1398494" cy="31197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429226F-BF53-1DE4-D418-6F8949BB8E21}"/>
                  </a:ext>
                </a:extLst>
              </p:cNvPr>
              <p:cNvSpPr/>
              <p:nvPr/>
            </p:nvSpPr>
            <p:spPr>
              <a:xfrm>
                <a:off x="2687073" y="6856295"/>
                <a:ext cx="1398494" cy="311972"/>
              </a:xfrm>
              <a:prstGeom prst="roundRect">
                <a:avLst>
                  <a:gd name="adj" fmla="val 50000"/>
                </a:avLst>
              </a:prstGeom>
              <a:solidFill>
                <a:srgbClr val="00A1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GB" sz="1600" dirty="0" err="1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721F0C-588D-44B4-94AD-2AE9450CC9EA}"/>
                  </a:ext>
                </a:extLst>
              </p:cNvPr>
              <p:cNvSpPr txBox="1"/>
              <p:nvPr/>
            </p:nvSpPr>
            <p:spPr>
              <a:xfrm>
                <a:off x="3009832" y="6891694"/>
                <a:ext cx="7529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Proceed</a:t>
                </a:r>
                <a:endParaRPr lang="en-GB" sz="90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E8211D2-D2C2-AEE5-CEB1-D765DD31D3E6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3643115" y="6938235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0FAC12E-F534-701C-E6CC-92B37C3D20B4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5400000">
                <a:off x="3642962" y="7007110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EF59947-F69A-BF07-8647-B13CDF52DD1B}"/>
              </a:ext>
            </a:extLst>
          </p:cNvPr>
          <p:cNvGrpSpPr/>
          <p:nvPr/>
        </p:nvGrpSpPr>
        <p:grpSpPr>
          <a:xfrm>
            <a:off x="5871010" y="5404019"/>
            <a:ext cx="2564998" cy="2292881"/>
            <a:chOff x="2103821" y="5228216"/>
            <a:chExt cx="2564998" cy="229288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1028F10-9ED3-D6B9-842F-814C5A060567}"/>
                </a:ext>
              </a:extLst>
            </p:cNvPr>
            <p:cNvSpPr/>
            <p:nvPr/>
          </p:nvSpPr>
          <p:spPr>
            <a:xfrm>
              <a:off x="2103821" y="5228216"/>
              <a:ext cx="2564998" cy="2292881"/>
            </a:xfrm>
            <a:prstGeom prst="roundRect">
              <a:avLst>
                <a:gd name="adj" fmla="val 6287"/>
              </a:avLst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  <a:effectLst>
              <a:outerShdw blurRad="12700" dist="25400" dir="5400000" algn="t" rotWithShape="0">
                <a:schemeClr val="bg2">
                  <a:lumMod val="50000"/>
                  <a:alpha val="15000"/>
                </a:schemeClr>
              </a:outerShd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GB" sz="2002" dirty="0" err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3D5414A-9F8A-8A9E-91E9-D08A32AFD471}"/>
                </a:ext>
              </a:extLst>
            </p:cNvPr>
            <p:cNvSpPr txBox="1"/>
            <p:nvPr/>
          </p:nvSpPr>
          <p:spPr>
            <a:xfrm>
              <a:off x="2384644" y="5541580"/>
              <a:ext cx="2003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2">
                      <a:lumMod val="75000"/>
                    </a:schemeClr>
                  </a:solidFill>
                  <a:cs typeface="Segoe UI" panose="020B0502040204020203" pitchFamily="34" charset="0"/>
                </a:rPr>
                <a:t>[Report Page 2]</a:t>
              </a:r>
              <a:endParaRPr lang="en-GB" sz="1400" dirty="0">
                <a:solidFill>
                  <a:schemeClr val="tx2">
                    <a:lumMod val="75000"/>
                  </a:scheme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4003A3-1F86-7750-726B-6FF0058EAA35}"/>
                </a:ext>
              </a:extLst>
            </p:cNvPr>
            <p:cNvSpPr txBox="1"/>
            <p:nvPr/>
          </p:nvSpPr>
          <p:spPr>
            <a:xfrm>
              <a:off x="2280621" y="6085062"/>
              <a:ext cx="222683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</a:rPr>
                <a:t>[Placeholder for brief explanation of this section.]</a:t>
              </a:r>
              <a:br>
                <a:rPr lang="en-GB" sz="10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</a:rPr>
              </a:br>
              <a:endParaRPr lang="en-GB" sz="10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14F9FC-B25A-310B-D4E9-7288884D60C5}"/>
                </a:ext>
              </a:extLst>
            </p:cNvPr>
            <p:cNvGrpSpPr/>
            <p:nvPr/>
          </p:nvGrpSpPr>
          <p:grpSpPr>
            <a:xfrm>
              <a:off x="2687073" y="6856295"/>
              <a:ext cx="1398494" cy="311972"/>
              <a:chOff x="2687073" y="6856295"/>
              <a:chExt cx="1398494" cy="311972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A30EC25-746A-ABAF-1616-8CFECD8AFE83}"/>
                  </a:ext>
                </a:extLst>
              </p:cNvPr>
              <p:cNvSpPr/>
              <p:nvPr/>
            </p:nvSpPr>
            <p:spPr>
              <a:xfrm>
                <a:off x="2687073" y="6856295"/>
                <a:ext cx="1398494" cy="311972"/>
              </a:xfrm>
              <a:prstGeom prst="roundRect">
                <a:avLst>
                  <a:gd name="adj" fmla="val 50000"/>
                </a:avLst>
              </a:prstGeom>
              <a:solidFill>
                <a:srgbClr val="00A1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GB" sz="1600" dirty="0" err="1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6E212B-4456-D720-BB63-C1A42D663879}"/>
                  </a:ext>
                </a:extLst>
              </p:cNvPr>
              <p:cNvSpPr txBox="1"/>
              <p:nvPr/>
            </p:nvSpPr>
            <p:spPr>
              <a:xfrm>
                <a:off x="3009832" y="6891694"/>
                <a:ext cx="7529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Proceed</a:t>
                </a:r>
                <a:endParaRPr lang="en-GB" sz="90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EDADA25-BBFB-23E5-9572-448139A2F4F2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3643115" y="6938235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90C9404-46AF-24AB-FF44-30AD335DD068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5400000">
                <a:off x="3642962" y="7007110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50447AF-895C-8C0B-24FF-1F469B376773}"/>
              </a:ext>
            </a:extLst>
          </p:cNvPr>
          <p:cNvGrpSpPr/>
          <p:nvPr/>
        </p:nvGrpSpPr>
        <p:grpSpPr>
          <a:xfrm>
            <a:off x="9326567" y="5404019"/>
            <a:ext cx="2564998" cy="2292881"/>
            <a:chOff x="2103821" y="5228216"/>
            <a:chExt cx="2564998" cy="2292881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ADF9709B-9F6E-D288-56E9-4996C16F4054}"/>
                </a:ext>
              </a:extLst>
            </p:cNvPr>
            <p:cNvSpPr/>
            <p:nvPr/>
          </p:nvSpPr>
          <p:spPr>
            <a:xfrm>
              <a:off x="2103821" y="5228216"/>
              <a:ext cx="2564998" cy="2292881"/>
            </a:xfrm>
            <a:prstGeom prst="roundRect">
              <a:avLst>
                <a:gd name="adj" fmla="val 6287"/>
              </a:avLst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  <a:effectLst>
              <a:outerShdw blurRad="12700" dist="25400" dir="5400000" algn="t" rotWithShape="0">
                <a:schemeClr val="bg2">
                  <a:lumMod val="50000"/>
                  <a:alpha val="15000"/>
                </a:schemeClr>
              </a:outerShd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GB" sz="2002" dirty="0" err="1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373A0D-0F70-010E-9313-E7D4911437F6}"/>
                </a:ext>
              </a:extLst>
            </p:cNvPr>
            <p:cNvSpPr txBox="1"/>
            <p:nvPr/>
          </p:nvSpPr>
          <p:spPr>
            <a:xfrm>
              <a:off x="2384644" y="5541580"/>
              <a:ext cx="2003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tx2">
                      <a:lumMod val="75000"/>
                    </a:schemeClr>
                  </a:solidFill>
                  <a:cs typeface="Segoe UI" panose="020B0502040204020203" pitchFamily="34" charset="0"/>
                </a:rPr>
                <a:t>[Report Page 3]</a:t>
              </a:r>
              <a:endParaRPr lang="en-GB" sz="1400" dirty="0">
                <a:solidFill>
                  <a:schemeClr val="tx2">
                    <a:lumMod val="75000"/>
                  </a:scheme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8D4422-A849-46E0-B7CC-9F6C0602D0BA}"/>
                </a:ext>
              </a:extLst>
            </p:cNvPr>
            <p:cNvSpPr txBox="1"/>
            <p:nvPr/>
          </p:nvSpPr>
          <p:spPr>
            <a:xfrm>
              <a:off x="2280621" y="6085062"/>
              <a:ext cx="222683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</a:rPr>
                <a:t>[Placeholder for brief explanation of this section.]</a:t>
              </a:r>
              <a:br>
                <a:rPr lang="en-GB" sz="10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</a:rPr>
              </a:br>
              <a:endParaRPr lang="en-GB" sz="10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83FAAEA-61A0-7213-240B-A37B9BA604C6}"/>
                </a:ext>
              </a:extLst>
            </p:cNvPr>
            <p:cNvGrpSpPr/>
            <p:nvPr/>
          </p:nvGrpSpPr>
          <p:grpSpPr>
            <a:xfrm>
              <a:off x="2687073" y="6856295"/>
              <a:ext cx="1398494" cy="311972"/>
              <a:chOff x="2687073" y="6856295"/>
              <a:chExt cx="1398494" cy="311972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8AA5BBC-3132-8F1C-991B-3D9723774461}"/>
                  </a:ext>
                </a:extLst>
              </p:cNvPr>
              <p:cNvSpPr/>
              <p:nvPr/>
            </p:nvSpPr>
            <p:spPr>
              <a:xfrm>
                <a:off x="2687073" y="6856295"/>
                <a:ext cx="1398494" cy="311972"/>
              </a:xfrm>
              <a:prstGeom prst="roundRect">
                <a:avLst>
                  <a:gd name="adj" fmla="val 50000"/>
                </a:avLst>
              </a:prstGeom>
              <a:solidFill>
                <a:srgbClr val="00A1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GB" sz="1600" dirty="0" err="1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E24CD0F-3B23-311E-8433-2C4979E1B89C}"/>
                  </a:ext>
                </a:extLst>
              </p:cNvPr>
              <p:cNvSpPr txBox="1"/>
              <p:nvPr/>
            </p:nvSpPr>
            <p:spPr>
              <a:xfrm>
                <a:off x="3009832" y="6891694"/>
                <a:ext cx="7529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Proceed</a:t>
                </a:r>
                <a:endParaRPr lang="en-GB" sz="900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77CAB26-A698-2E35-5BD9-05E182D30A1D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3643115" y="6938235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4E07B5B-E181-A60C-0628-BF9ECA0BBA7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5400000">
                <a:off x="3642962" y="7007110"/>
                <a:ext cx="72000" cy="720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9CFFC0E9-6D88-17CA-DC92-53E886F440CC}"/>
              </a:ext>
            </a:extLst>
          </p:cNvPr>
          <p:cNvSpPr/>
          <p:nvPr/>
        </p:nvSpPr>
        <p:spPr>
          <a:xfrm>
            <a:off x="14895755" y="8208085"/>
            <a:ext cx="344245" cy="333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FD5DF-5C57-6AAE-B63D-D6BD612BA254}"/>
              </a:ext>
            </a:extLst>
          </p:cNvPr>
          <p:cNvSpPr txBox="1"/>
          <p:nvPr/>
        </p:nvSpPr>
        <p:spPr>
          <a:xfrm>
            <a:off x="921488" y="357027"/>
            <a:ext cx="2316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[LOGO]</a:t>
            </a:r>
            <a:endParaRPr lang="en-GB" sz="4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1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 descr="A colorful swirly spiraling lines and circles&#10;&#10;AI-generated content may be incorrect.">
            <a:extLst>
              <a:ext uri="{FF2B5EF4-FFF2-40B4-BE49-F238E27FC236}">
                <a16:creationId xmlns:a16="http://schemas.microsoft.com/office/drawing/2014/main" id="{3A919302-C87E-E867-AD80-29EB927C30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5637" y="524390"/>
            <a:ext cx="7649831" cy="7649831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9CFFC0E9-6D88-17CA-DC92-53E886F440CC}"/>
              </a:ext>
            </a:extLst>
          </p:cNvPr>
          <p:cNvSpPr/>
          <p:nvPr/>
        </p:nvSpPr>
        <p:spPr>
          <a:xfrm>
            <a:off x="14895755" y="8208085"/>
            <a:ext cx="344245" cy="333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CF3812-7DF9-496C-9E78-92A4335E6F12}"/>
              </a:ext>
            </a:extLst>
          </p:cNvPr>
          <p:cNvSpPr/>
          <p:nvPr/>
        </p:nvSpPr>
        <p:spPr>
          <a:xfrm>
            <a:off x="484463" y="1323192"/>
            <a:ext cx="14188970" cy="672491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outerShdw blurRad="12700" dist="25400" dir="5400000" algn="t" rotWithShape="0">
              <a:schemeClr val="bg2">
                <a:lumMod val="50000"/>
                <a:alpha val="25000"/>
              </a:scheme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CADBD-C292-0AB4-D6A8-91A790569CAC}"/>
              </a:ext>
            </a:extLst>
          </p:cNvPr>
          <p:cNvSpPr txBox="1"/>
          <p:nvPr/>
        </p:nvSpPr>
        <p:spPr>
          <a:xfrm>
            <a:off x="803239" y="2047215"/>
            <a:ext cx="200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New Request</a:t>
            </a:r>
            <a:endParaRPr lang="en-GB" sz="1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23D4-946E-1EBE-3E22-6025703F8798}"/>
              </a:ext>
            </a:extLst>
          </p:cNvPr>
          <p:cNvSpPr txBox="1"/>
          <p:nvPr/>
        </p:nvSpPr>
        <p:spPr>
          <a:xfrm>
            <a:off x="557017" y="356372"/>
            <a:ext cx="562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1B365D"/>
                </a:solidFill>
                <a:latin typeface="+mj-lt"/>
                <a:cs typeface="Segoe UI" panose="020B0502040204020203" pitchFamily="34" charset="0"/>
              </a:rPr>
              <a:t>[Report Page 1]</a:t>
            </a:r>
            <a:endParaRPr lang="en-GB" sz="3600" dirty="0">
              <a:solidFill>
                <a:srgbClr val="1B365D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A42A71-094F-E590-FFC5-7693296DB30D}"/>
              </a:ext>
            </a:extLst>
          </p:cNvPr>
          <p:cNvSpPr/>
          <p:nvPr/>
        </p:nvSpPr>
        <p:spPr>
          <a:xfrm flipV="1">
            <a:off x="484463" y="1050795"/>
            <a:ext cx="14188970" cy="45719"/>
          </a:xfrm>
          <a:prstGeom prst="roundRect">
            <a:avLst>
              <a:gd name="adj" fmla="val 6287"/>
            </a:avLst>
          </a:prstGeom>
          <a:solidFill>
            <a:srgbClr val="00A1DF"/>
          </a:solidFill>
          <a:ln>
            <a:solidFill>
              <a:schemeClr val="bg1">
                <a:alpha val="0"/>
              </a:schemeClr>
            </a:solidFill>
          </a:ln>
          <a:effectLst>
            <a:outerShdw blurRad="12700" dist="25400" dir="5400000" algn="t" rotWithShape="0">
              <a:schemeClr val="bg2">
                <a:lumMod val="50000"/>
                <a:alpha val="15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C553136-E1D4-200E-05B1-34197DEEC1A0}"/>
              </a:ext>
            </a:extLst>
          </p:cNvPr>
          <p:cNvSpPr/>
          <p:nvPr/>
        </p:nvSpPr>
        <p:spPr>
          <a:xfrm>
            <a:off x="10506790" y="75555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871F810-4330-F055-1462-91FC99AED217}"/>
              </a:ext>
            </a:extLst>
          </p:cNvPr>
          <p:cNvSpPr/>
          <p:nvPr/>
        </p:nvSpPr>
        <p:spPr>
          <a:xfrm>
            <a:off x="12677775" y="75183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1600" dirty="0" err="1"/>
          </a:p>
        </p:txBody>
      </p:sp>
      <p:sp>
        <p:nvSpPr>
          <p:cNvPr id="4" name="Rectangle: Top Corners One Rounded and One Snipped 7">
            <a:extLst>
              <a:ext uri="{FF2B5EF4-FFF2-40B4-BE49-F238E27FC236}">
                <a16:creationId xmlns:a16="http://schemas.microsoft.com/office/drawing/2014/main" id="{B38F38B6-B6D3-2C18-7313-51CCFFA14D01}"/>
              </a:ext>
            </a:extLst>
          </p:cNvPr>
          <p:cNvSpPr/>
          <p:nvPr/>
        </p:nvSpPr>
        <p:spPr>
          <a:xfrm>
            <a:off x="8334380" y="751839"/>
            <a:ext cx="1995658" cy="311972"/>
          </a:xfrm>
          <a:prstGeom prst="round2SameRect">
            <a:avLst>
              <a:gd name="adj1" fmla="val 32184"/>
              <a:gd name="adj2" fmla="val 0"/>
            </a:avLst>
          </a:prstGeom>
          <a:solidFill>
            <a:srgbClr val="00A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B721A-38DF-7E3C-72F4-C86168687A26}"/>
              </a:ext>
            </a:extLst>
          </p:cNvPr>
          <p:cNvSpPr txBox="1"/>
          <p:nvPr/>
        </p:nvSpPr>
        <p:spPr>
          <a:xfrm>
            <a:off x="14026871" y="8141509"/>
            <a:ext cx="1293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[LOGO]</a:t>
            </a:r>
            <a:endParaRPr lang="en-GB" sz="2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1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 descr="A colorful swirly spiraling lines and circles&#10;&#10;AI-generated content may be incorrect.">
            <a:extLst>
              <a:ext uri="{FF2B5EF4-FFF2-40B4-BE49-F238E27FC236}">
                <a16:creationId xmlns:a16="http://schemas.microsoft.com/office/drawing/2014/main" id="{3A919302-C87E-E867-AD80-29EB927C30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5637" y="524390"/>
            <a:ext cx="7649831" cy="7649831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9CFFC0E9-6D88-17CA-DC92-53E886F440CC}"/>
              </a:ext>
            </a:extLst>
          </p:cNvPr>
          <p:cNvSpPr/>
          <p:nvPr/>
        </p:nvSpPr>
        <p:spPr>
          <a:xfrm>
            <a:off x="14895755" y="8208085"/>
            <a:ext cx="344245" cy="333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CF3812-7DF9-496C-9E78-92A4335E6F12}"/>
              </a:ext>
            </a:extLst>
          </p:cNvPr>
          <p:cNvSpPr/>
          <p:nvPr/>
        </p:nvSpPr>
        <p:spPr>
          <a:xfrm>
            <a:off x="484463" y="1323192"/>
            <a:ext cx="14188970" cy="672491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outerShdw blurRad="12700" dist="25400" dir="5400000" algn="t" rotWithShape="0">
              <a:schemeClr val="bg2">
                <a:lumMod val="50000"/>
                <a:alpha val="25000"/>
              </a:scheme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CADBD-C292-0AB4-D6A8-91A790569CAC}"/>
              </a:ext>
            </a:extLst>
          </p:cNvPr>
          <p:cNvSpPr txBox="1"/>
          <p:nvPr/>
        </p:nvSpPr>
        <p:spPr>
          <a:xfrm>
            <a:off x="803239" y="2047215"/>
            <a:ext cx="200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New Request</a:t>
            </a:r>
            <a:endParaRPr lang="en-GB" sz="1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23D4-946E-1EBE-3E22-6025703F8798}"/>
              </a:ext>
            </a:extLst>
          </p:cNvPr>
          <p:cNvSpPr txBox="1"/>
          <p:nvPr/>
        </p:nvSpPr>
        <p:spPr>
          <a:xfrm>
            <a:off x="557017" y="356372"/>
            <a:ext cx="562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1B365D"/>
                </a:solidFill>
                <a:cs typeface="Segoe UI" panose="020B0502040204020203" pitchFamily="34" charset="0"/>
              </a:rPr>
              <a:t>[Report Page 2]</a:t>
            </a:r>
            <a:endParaRPr lang="en-GB" sz="3600" dirty="0">
              <a:solidFill>
                <a:srgbClr val="1B365D"/>
              </a:solidFill>
              <a:cs typeface="Segoe UI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A42A71-094F-E590-FFC5-7693296DB30D}"/>
              </a:ext>
            </a:extLst>
          </p:cNvPr>
          <p:cNvSpPr/>
          <p:nvPr/>
        </p:nvSpPr>
        <p:spPr>
          <a:xfrm flipV="1">
            <a:off x="484463" y="1050795"/>
            <a:ext cx="14188970" cy="45719"/>
          </a:xfrm>
          <a:prstGeom prst="roundRect">
            <a:avLst>
              <a:gd name="adj" fmla="val 6287"/>
            </a:avLst>
          </a:prstGeom>
          <a:solidFill>
            <a:srgbClr val="00A1DF"/>
          </a:solidFill>
          <a:ln>
            <a:solidFill>
              <a:schemeClr val="bg1">
                <a:alpha val="0"/>
              </a:schemeClr>
            </a:solidFill>
          </a:ln>
          <a:effectLst>
            <a:outerShdw blurRad="12700" dist="25400" dir="5400000" algn="t" rotWithShape="0">
              <a:schemeClr val="bg2">
                <a:lumMod val="50000"/>
                <a:alpha val="15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21801735-40FE-7D9E-0B79-2DE1B3AE72FB}"/>
              </a:ext>
            </a:extLst>
          </p:cNvPr>
          <p:cNvSpPr/>
          <p:nvPr/>
        </p:nvSpPr>
        <p:spPr>
          <a:xfrm>
            <a:off x="10506790" y="751487"/>
            <a:ext cx="1995658" cy="311972"/>
          </a:xfrm>
          <a:prstGeom prst="round2SameRect">
            <a:avLst>
              <a:gd name="adj1" fmla="val 32184"/>
              <a:gd name="adj2" fmla="val 0"/>
            </a:avLst>
          </a:prstGeom>
          <a:solidFill>
            <a:srgbClr val="00A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871F810-4330-F055-1462-91FC99AED217}"/>
              </a:ext>
            </a:extLst>
          </p:cNvPr>
          <p:cNvSpPr/>
          <p:nvPr/>
        </p:nvSpPr>
        <p:spPr>
          <a:xfrm>
            <a:off x="8334380" y="75555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1600" dirty="0" err="1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9326BE22-37BE-1AD4-E57B-9E6D817A6392}"/>
              </a:ext>
            </a:extLst>
          </p:cNvPr>
          <p:cNvSpPr/>
          <p:nvPr/>
        </p:nvSpPr>
        <p:spPr>
          <a:xfrm>
            <a:off x="12679200" y="75183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E22D6-835A-32DC-A6F9-930CA9F86A33}"/>
              </a:ext>
            </a:extLst>
          </p:cNvPr>
          <p:cNvSpPr txBox="1"/>
          <p:nvPr/>
        </p:nvSpPr>
        <p:spPr>
          <a:xfrm>
            <a:off x="14026871" y="8141509"/>
            <a:ext cx="1293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[LOGO]</a:t>
            </a:r>
            <a:endParaRPr lang="en-GB" sz="2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98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 descr="A colorful swirly spiraling lines and circles&#10;&#10;AI-generated content may be incorrect.">
            <a:extLst>
              <a:ext uri="{FF2B5EF4-FFF2-40B4-BE49-F238E27FC236}">
                <a16:creationId xmlns:a16="http://schemas.microsoft.com/office/drawing/2014/main" id="{3A919302-C87E-E867-AD80-29EB927C30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5637" y="524390"/>
            <a:ext cx="7649831" cy="7649831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9CFFC0E9-6D88-17CA-DC92-53E886F440CC}"/>
              </a:ext>
            </a:extLst>
          </p:cNvPr>
          <p:cNvSpPr/>
          <p:nvPr/>
        </p:nvSpPr>
        <p:spPr>
          <a:xfrm>
            <a:off x="14895755" y="8208085"/>
            <a:ext cx="344245" cy="333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CF3812-7DF9-496C-9E78-92A4335E6F12}"/>
              </a:ext>
            </a:extLst>
          </p:cNvPr>
          <p:cNvSpPr/>
          <p:nvPr/>
        </p:nvSpPr>
        <p:spPr>
          <a:xfrm>
            <a:off x="484463" y="1323192"/>
            <a:ext cx="14188970" cy="672491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outerShdw blurRad="12700" dist="25400" dir="5400000" algn="t" rotWithShape="0">
              <a:schemeClr val="bg2">
                <a:lumMod val="50000"/>
                <a:alpha val="25000"/>
              </a:scheme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CADBD-C292-0AB4-D6A8-91A790569CAC}"/>
              </a:ext>
            </a:extLst>
          </p:cNvPr>
          <p:cNvSpPr txBox="1"/>
          <p:nvPr/>
        </p:nvSpPr>
        <p:spPr>
          <a:xfrm>
            <a:off x="803239" y="2047215"/>
            <a:ext cx="200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New Request</a:t>
            </a:r>
            <a:endParaRPr lang="en-GB" sz="1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23D4-946E-1EBE-3E22-6025703F8798}"/>
              </a:ext>
            </a:extLst>
          </p:cNvPr>
          <p:cNvSpPr txBox="1"/>
          <p:nvPr/>
        </p:nvSpPr>
        <p:spPr>
          <a:xfrm>
            <a:off x="557017" y="356372"/>
            <a:ext cx="562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1B365D"/>
                </a:solidFill>
                <a:cs typeface="Segoe UI" panose="020B0502040204020203" pitchFamily="34" charset="0"/>
              </a:rPr>
              <a:t>[Report Page 3]</a:t>
            </a:r>
            <a:endParaRPr lang="en-GB" sz="3600" dirty="0">
              <a:solidFill>
                <a:srgbClr val="1B365D"/>
              </a:solidFill>
              <a:cs typeface="Segoe UI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A42A71-094F-E590-FFC5-7693296DB30D}"/>
              </a:ext>
            </a:extLst>
          </p:cNvPr>
          <p:cNvSpPr/>
          <p:nvPr/>
        </p:nvSpPr>
        <p:spPr>
          <a:xfrm flipV="1">
            <a:off x="484463" y="1050795"/>
            <a:ext cx="14188970" cy="45719"/>
          </a:xfrm>
          <a:prstGeom prst="roundRect">
            <a:avLst>
              <a:gd name="adj" fmla="val 6287"/>
            </a:avLst>
          </a:prstGeom>
          <a:solidFill>
            <a:srgbClr val="00A1DF"/>
          </a:solidFill>
          <a:ln>
            <a:solidFill>
              <a:schemeClr val="bg1">
                <a:alpha val="0"/>
              </a:schemeClr>
            </a:solidFill>
          </a:ln>
          <a:effectLst>
            <a:outerShdw blurRad="12700" dist="25400" dir="5400000" algn="t" rotWithShape="0">
              <a:schemeClr val="bg2">
                <a:lumMod val="50000"/>
                <a:alpha val="15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2002" dirty="0" err="1"/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21801735-40FE-7D9E-0B79-2DE1B3AE72FB}"/>
              </a:ext>
            </a:extLst>
          </p:cNvPr>
          <p:cNvSpPr/>
          <p:nvPr/>
        </p:nvSpPr>
        <p:spPr>
          <a:xfrm>
            <a:off x="12679200" y="751839"/>
            <a:ext cx="1995658" cy="311972"/>
          </a:xfrm>
          <a:prstGeom prst="round2SameRect">
            <a:avLst>
              <a:gd name="adj1" fmla="val 32184"/>
              <a:gd name="adj2" fmla="val 0"/>
            </a:avLst>
          </a:prstGeom>
          <a:solidFill>
            <a:srgbClr val="00A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C553136-E1D4-200E-05B1-34197DEEC1A0}"/>
              </a:ext>
            </a:extLst>
          </p:cNvPr>
          <p:cNvSpPr/>
          <p:nvPr/>
        </p:nvSpPr>
        <p:spPr>
          <a:xfrm>
            <a:off x="10506790" y="75555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600" dirty="0" err="1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871F810-4330-F055-1462-91FC99AED217}"/>
              </a:ext>
            </a:extLst>
          </p:cNvPr>
          <p:cNvSpPr/>
          <p:nvPr/>
        </p:nvSpPr>
        <p:spPr>
          <a:xfrm>
            <a:off x="8334380" y="755559"/>
            <a:ext cx="1995658" cy="247144"/>
          </a:xfrm>
          <a:prstGeom prst="round2SameRect">
            <a:avLst>
              <a:gd name="adj1" fmla="val 32411"/>
              <a:gd name="adj2" fmla="val 0"/>
            </a:avLst>
          </a:prstGeom>
          <a:solidFill>
            <a:srgbClr val="A9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3D9D4-5A09-4B43-6E8E-BA12E7CBCF7E}"/>
              </a:ext>
            </a:extLst>
          </p:cNvPr>
          <p:cNvSpPr txBox="1"/>
          <p:nvPr/>
        </p:nvSpPr>
        <p:spPr>
          <a:xfrm>
            <a:off x="14026871" y="8141509"/>
            <a:ext cx="1293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[LOGO]</a:t>
            </a:r>
            <a:endParaRPr lang="en-GB" sz="2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06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QVIA_V2.1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A6DE1258-39A2-2945-9072-8BE7ECCDA81F}" vid="{B8DDE78A-610C-3E43-B28E-6C810C23E00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bf8e45-56cf-4a3a-9b8e-0bb925823bd7" xsi:nil="true"/>
    <lcf76f155ced4ddcb4097134ff3c332f xmlns="5ccb220a-93d4-492e-81c3-b5afb573e1d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33F270CC45AF4B816FEE2CB7B927C2" ma:contentTypeVersion="13" ma:contentTypeDescription="Create a new document." ma:contentTypeScope="" ma:versionID="bfc2c74117fcb7593d280d8589937cfa">
  <xsd:schema xmlns:xsd="http://www.w3.org/2001/XMLSchema" xmlns:xs="http://www.w3.org/2001/XMLSchema" xmlns:p="http://schemas.microsoft.com/office/2006/metadata/properties" xmlns:ns2="5ccb220a-93d4-492e-81c3-b5afb573e1d8" xmlns:ns3="f4bf8e45-56cf-4a3a-9b8e-0bb925823bd7" targetNamespace="http://schemas.microsoft.com/office/2006/metadata/properties" ma:root="true" ma:fieldsID="00bc63d88964762409496dcff17c6de9" ns2:_="" ns3:_="">
    <xsd:import namespace="5ccb220a-93d4-492e-81c3-b5afb573e1d8"/>
    <xsd:import namespace="f4bf8e45-56cf-4a3a-9b8e-0bb925823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cb220a-93d4-492e-81c3-b5afb573e1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bf8e45-56cf-4a3a-9b8e-0bb925823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8da77e-572d-44c2-97fb-d0e936f16b9f}" ma:internalName="TaxCatchAll" ma:showField="CatchAllData" ma:web="f4bf8e45-56cf-4a3a-9b8e-0bb925823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7E8BAA-E06F-4D74-94C3-18D02CEA2E7B}">
  <ds:schemaRefs>
    <ds:schemaRef ds:uri="http://schemas.microsoft.com/office/2006/metadata/properties"/>
    <ds:schemaRef ds:uri="http://schemas.microsoft.com/office/infopath/2007/PartnerControls"/>
    <ds:schemaRef ds:uri="f4bf8e45-56cf-4a3a-9b8e-0bb925823bd7"/>
    <ds:schemaRef ds:uri="5ccb220a-93d4-492e-81c3-b5afb573e1d8"/>
  </ds:schemaRefs>
</ds:datastoreItem>
</file>

<file path=customXml/itemProps2.xml><?xml version="1.0" encoding="utf-8"?>
<ds:datastoreItem xmlns:ds="http://schemas.openxmlformats.org/officeDocument/2006/customXml" ds:itemID="{70444228-5CFC-41C4-B8E0-D8BE292954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10098E-467A-409D-B91F-547B461C21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cb220a-93d4-492e-81c3-b5afb573e1d8"/>
    <ds:schemaRef ds:uri="f4bf8e45-56cf-4a3a-9b8e-0bb925823b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23320</TotalTime>
  <Words>95</Words>
  <Application>Microsoft Office PowerPoint</Application>
  <PresentationFormat>Custom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Narrow</vt:lpstr>
      <vt:lpstr>Georgia</vt:lpstr>
      <vt:lpstr>Segoe UI</vt:lpstr>
      <vt:lpstr>System Font Regular</vt:lpstr>
      <vt:lpstr>Wingdings</vt:lpstr>
      <vt:lpstr>IQVIA_V2.1.0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Zarzyka, Magdalena</dc:creator>
  <cp:lastModifiedBy>Zarzyka, Magdalena</cp:lastModifiedBy>
  <cp:revision>4</cp:revision>
  <cp:lastPrinted>2019-08-20T20:33:24Z</cp:lastPrinted>
  <dcterms:created xsi:type="dcterms:W3CDTF">2023-02-15T14:27:49Z</dcterms:created>
  <dcterms:modified xsi:type="dcterms:W3CDTF">2026-03-09T11:46:39Z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0x0101005333F270CC45AF4B816FEE2CB7B927C2</vt:lpwstr>
  </property>
</Properties>
</file>