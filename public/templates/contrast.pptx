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 autoCompressPictures="0">
  <p:sldMasterIdLst>
    <p:sldMasterId id="2147484233" r:id="rId4"/>
  </p:sldMasterIdLst>
  <p:notesMasterIdLst>
    <p:notesMasterId r:id="rId7"/>
  </p:notesMasterIdLst>
  <p:handoutMasterIdLst>
    <p:handoutMasterId r:id="rId8"/>
  </p:handoutMasterIdLst>
  <p:sldIdLst>
    <p:sldId id="288" r:id="rId5"/>
    <p:sldId id="5502" r:id="rId6"/>
  </p:sldIdLst>
  <p:sldSz cx="15240000" cy="8572500"/>
  <p:notesSz cx="7023100" cy="9309100"/>
  <p:defaultTextStyle>
    <a:defPPr>
      <a:defRPr lang="en-US"/>
    </a:defPPr>
    <a:lvl1pPr marL="0" algn="l" defTabSz="1142939" rtl="0" eaLnBrk="1" latinLnBrk="0" hangingPunct="1">
      <a:defRPr sz="2249" kern="1200">
        <a:solidFill>
          <a:schemeClr val="tx1"/>
        </a:solidFill>
        <a:latin typeface="+mn-lt"/>
        <a:ea typeface="+mn-ea"/>
        <a:cs typeface="+mn-cs"/>
      </a:defRPr>
    </a:lvl1pPr>
    <a:lvl2pPr marL="571468" algn="l" defTabSz="1142939" rtl="0" eaLnBrk="1" latinLnBrk="0" hangingPunct="1">
      <a:defRPr sz="2249" kern="1200">
        <a:solidFill>
          <a:schemeClr val="tx1"/>
        </a:solidFill>
        <a:latin typeface="+mn-lt"/>
        <a:ea typeface="+mn-ea"/>
        <a:cs typeface="+mn-cs"/>
      </a:defRPr>
    </a:lvl2pPr>
    <a:lvl3pPr marL="1142939" algn="l" defTabSz="1142939" rtl="0" eaLnBrk="1" latinLnBrk="0" hangingPunct="1">
      <a:defRPr sz="2249" kern="1200">
        <a:solidFill>
          <a:schemeClr val="tx1"/>
        </a:solidFill>
        <a:latin typeface="+mn-lt"/>
        <a:ea typeface="+mn-ea"/>
        <a:cs typeface="+mn-cs"/>
      </a:defRPr>
    </a:lvl3pPr>
    <a:lvl4pPr marL="1714407" algn="l" defTabSz="1142939" rtl="0" eaLnBrk="1" latinLnBrk="0" hangingPunct="1">
      <a:defRPr sz="2249" kern="1200">
        <a:solidFill>
          <a:schemeClr val="tx1"/>
        </a:solidFill>
        <a:latin typeface="+mn-lt"/>
        <a:ea typeface="+mn-ea"/>
        <a:cs typeface="+mn-cs"/>
      </a:defRPr>
    </a:lvl4pPr>
    <a:lvl5pPr marL="2285878" algn="l" defTabSz="1142939" rtl="0" eaLnBrk="1" latinLnBrk="0" hangingPunct="1">
      <a:defRPr sz="2249" kern="1200">
        <a:solidFill>
          <a:schemeClr val="tx1"/>
        </a:solidFill>
        <a:latin typeface="+mn-lt"/>
        <a:ea typeface="+mn-ea"/>
        <a:cs typeface="+mn-cs"/>
      </a:defRPr>
    </a:lvl5pPr>
    <a:lvl6pPr marL="2857346" algn="l" defTabSz="1142939" rtl="0" eaLnBrk="1" latinLnBrk="0" hangingPunct="1">
      <a:defRPr sz="2249" kern="1200">
        <a:solidFill>
          <a:schemeClr val="tx1"/>
        </a:solidFill>
        <a:latin typeface="+mn-lt"/>
        <a:ea typeface="+mn-ea"/>
        <a:cs typeface="+mn-cs"/>
      </a:defRPr>
    </a:lvl6pPr>
    <a:lvl7pPr marL="3428814" algn="l" defTabSz="1142939" rtl="0" eaLnBrk="1" latinLnBrk="0" hangingPunct="1">
      <a:defRPr sz="2249" kern="1200">
        <a:solidFill>
          <a:schemeClr val="tx1"/>
        </a:solidFill>
        <a:latin typeface="+mn-lt"/>
        <a:ea typeface="+mn-ea"/>
        <a:cs typeface="+mn-cs"/>
      </a:defRPr>
    </a:lvl7pPr>
    <a:lvl8pPr marL="4000286" algn="l" defTabSz="1142939" rtl="0" eaLnBrk="1" latinLnBrk="0" hangingPunct="1">
      <a:defRPr sz="2249" kern="1200">
        <a:solidFill>
          <a:schemeClr val="tx1"/>
        </a:solidFill>
        <a:latin typeface="+mn-lt"/>
        <a:ea typeface="+mn-ea"/>
        <a:cs typeface="+mn-cs"/>
      </a:defRPr>
    </a:lvl8pPr>
    <a:lvl9pPr marL="4571754" algn="l" defTabSz="1142939" rtl="0" eaLnBrk="1" latinLnBrk="0" hangingPunct="1">
      <a:defRPr sz="2249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 frameSlides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23266"/>
    <a:srgbClr val="FFFFFF"/>
    <a:srgbClr val="14285D"/>
    <a:srgbClr val="142156"/>
    <a:srgbClr val="132E62"/>
    <a:srgbClr val="DCDCDC"/>
    <a:srgbClr val="F5F5EF"/>
    <a:srgbClr val="FF4747"/>
    <a:srgbClr val="FF2929"/>
    <a:srgbClr val="FF33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882" autoAdjust="0"/>
    <p:restoredTop sz="96327" autoAdjust="0"/>
  </p:normalViewPr>
  <p:slideViewPr>
    <p:cSldViewPr snapToGrid="0">
      <p:cViewPr varScale="1">
        <p:scale>
          <a:sx n="87" d="100"/>
          <a:sy n="87" d="100"/>
        </p:scale>
        <p:origin x="78" y="6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90" d="100"/>
          <a:sy n="90" d="100"/>
        </p:scale>
        <p:origin x="4984" y="70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oulgoat, Ronan" userId="2ba254ea-ce4e-4847-8ce5-d750a6befcca" providerId="ADAL" clId="{D5A2056E-153E-4A4A-8BAA-C9397BB6695F}"/>
    <pc:docChg chg="modSld">
      <pc:chgData name="Toulgoat, Ronan" userId="2ba254ea-ce4e-4847-8ce5-d750a6befcca" providerId="ADAL" clId="{D5A2056E-153E-4A4A-8BAA-C9397BB6695F}" dt="2025-10-09T12:10:45.645" v="1"/>
      <pc:docMkLst>
        <pc:docMk/>
      </pc:docMkLst>
      <pc:sldChg chg="modSp mod">
        <pc:chgData name="Toulgoat, Ronan" userId="2ba254ea-ce4e-4847-8ce5-d750a6befcca" providerId="ADAL" clId="{D5A2056E-153E-4A4A-8BAA-C9397BB6695F}" dt="2025-10-09T12:10:45.645" v="1"/>
        <pc:sldMkLst>
          <pc:docMk/>
          <pc:sldMk cId="3301664263" sldId="288"/>
        </pc:sldMkLst>
      </pc:sldChg>
    </pc:docChg>
  </pc:docChgLst>
  <pc:docChgLst>
    <pc:chgData name="Gourav, Kunal" userId="S::kgourav@in.imshealth.com::fffba24b-f9c5-40bd-8c79-1843475868c7" providerId="AD" clId="Web-{365C7F1D-1229-87E7-B778-A710DCC59963}"/>
    <pc:docChg chg="modSld">
      <pc:chgData name="Gourav, Kunal" userId="S::kgourav@in.imshealth.com::fffba24b-f9c5-40bd-8c79-1843475868c7" providerId="AD" clId="Web-{365C7F1D-1229-87E7-B778-A710DCC59963}" dt="2025-11-04T12:55:09.565" v="9" actId="1076"/>
      <pc:docMkLst>
        <pc:docMk/>
      </pc:docMkLst>
      <pc:sldChg chg="delSp modSp">
        <pc:chgData name="Gourav, Kunal" userId="S::kgourav@in.imshealth.com::fffba24b-f9c5-40bd-8c79-1843475868c7" providerId="AD" clId="Web-{365C7F1D-1229-87E7-B778-A710DCC59963}" dt="2025-11-04T12:55:09.565" v="9" actId="1076"/>
        <pc:sldMkLst>
          <pc:docMk/>
          <pc:sldMk cId="1790435890" sldId="5504"/>
        </pc:sldMkLst>
      </pc:sldChg>
    </pc:docChg>
  </pc:docChgLst>
  <pc:docChgLst>
    <pc:chgData name="Zarzyka, Magdalena" userId="f732dfaf-ed88-405f-bfd9-9d8df78cafb7" providerId="ADAL" clId="{1046B2BA-7535-4B92-9F14-1026BF2F077F}"/>
    <pc:docChg chg="undo redo custSel modSld">
      <pc:chgData name="Zarzyka, Magdalena" userId="f732dfaf-ed88-405f-bfd9-9d8df78cafb7" providerId="ADAL" clId="{1046B2BA-7535-4B92-9F14-1026BF2F077F}" dt="2026-01-20T10:54:53.248" v="10" actId="1076"/>
      <pc:docMkLst>
        <pc:docMk/>
      </pc:docMkLst>
      <pc:sldChg chg="delSp modSp mod">
        <pc:chgData name="Zarzyka, Magdalena" userId="f732dfaf-ed88-405f-bfd9-9d8df78cafb7" providerId="ADAL" clId="{1046B2BA-7535-4B92-9F14-1026BF2F077F}" dt="2026-01-20T10:54:53.248" v="10" actId="1076"/>
        <pc:sldMkLst>
          <pc:docMk/>
          <pc:sldMk cId="1790435890" sldId="5504"/>
        </pc:sldMkLst>
        <pc:spChg chg="mod">
          <ac:chgData name="Zarzyka, Magdalena" userId="f732dfaf-ed88-405f-bfd9-9d8df78cafb7" providerId="ADAL" clId="{1046B2BA-7535-4B92-9F14-1026BF2F077F}" dt="2026-01-20T10:54:41.232" v="6" actId="14100"/>
          <ac:spMkLst>
            <pc:docMk/>
            <pc:sldMk cId="1790435890" sldId="5504"/>
            <ac:spMk id="2" creationId="{56A217D7-EC55-5F4E-E2EC-625E8E2C2BA0}"/>
          </ac:spMkLst>
        </pc:spChg>
        <pc:spChg chg="del mod">
          <ac:chgData name="Zarzyka, Magdalena" userId="f732dfaf-ed88-405f-bfd9-9d8df78cafb7" providerId="ADAL" clId="{1046B2BA-7535-4B92-9F14-1026BF2F077F}" dt="2026-01-20T10:54:49.461" v="9" actId="478"/>
          <ac:spMkLst>
            <pc:docMk/>
            <pc:sldMk cId="1790435890" sldId="5504"/>
            <ac:spMk id="11" creationId="{85491820-6B92-DA9F-B58D-3BFF91F6EC2E}"/>
          </ac:spMkLst>
        </pc:spChg>
        <pc:cxnChg chg="mod">
          <ac:chgData name="Zarzyka, Magdalena" userId="f732dfaf-ed88-405f-bfd9-9d8df78cafb7" providerId="ADAL" clId="{1046B2BA-7535-4B92-9F14-1026BF2F077F}" dt="2026-01-20T10:54:53.248" v="10" actId="1076"/>
          <ac:cxnSpMkLst>
            <pc:docMk/>
            <pc:sldMk cId="1790435890" sldId="5504"/>
            <ac:cxnSpMk id="14" creationId="{8FB75820-FC7D-FDCD-33BF-E8AF3F6B60D5}"/>
          </ac:cxnSpMkLst>
        </pc:cxnChg>
      </pc:sldChg>
    </pc:docChg>
  </pc:docChgLst>
  <pc:docChgLst>
    <pc:chgData name="Zarzyka, Magdalena" userId="f732dfaf-ed88-405f-bfd9-9d8df78cafb7" providerId="ADAL" clId="{B6C66BB1-0282-44FD-8040-C85B298A27BB}"/>
    <pc:docChg chg="custSel addSld delSld modSld sldOrd">
      <pc:chgData name="Zarzyka, Magdalena" userId="f732dfaf-ed88-405f-bfd9-9d8df78cafb7" providerId="ADAL" clId="{B6C66BB1-0282-44FD-8040-C85B298A27BB}" dt="2025-11-04T12:46:03.961" v="66" actId="47"/>
      <pc:docMkLst>
        <pc:docMk/>
      </pc:docMkLst>
      <pc:sldChg chg="delSp modSp add del mod ord setBg">
        <pc:chgData name="Zarzyka, Magdalena" userId="f732dfaf-ed88-405f-bfd9-9d8df78cafb7" providerId="ADAL" clId="{B6C66BB1-0282-44FD-8040-C85B298A27BB}" dt="2025-11-04T12:46:03.961" v="66" actId="47"/>
        <pc:sldMkLst>
          <pc:docMk/>
          <pc:sldMk cId="3141703939" sldId="273"/>
        </pc:sldMkLst>
      </pc:sldChg>
      <pc:sldChg chg="del">
        <pc:chgData name="Zarzyka, Magdalena" userId="f732dfaf-ed88-405f-bfd9-9d8df78cafb7" providerId="ADAL" clId="{B6C66BB1-0282-44FD-8040-C85B298A27BB}" dt="2025-11-04T12:42:11.729" v="58" actId="47"/>
        <pc:sldMkLst>
          <pc:docMk/>
          <pc:sldMk cId="3998000907" sldId="5501"/>
        </pc:sldMkLst>
      </pc:sldChg>
      <pc:sldChg chg="addSp delSp modSp add del mod">
        <pc:chgData name="Zarzyka, Magdalena" userId="f732dfaf-ed88-405f-bfd9-9d8df78cafb7" providerId="ADAL" clId="{B6C66BB1-0282-44FD-8040-C85B298A27BB}" dt="2025-11-04T12:42:41.051" v="65" actId="2696"/>
        <pc:sldMkLst>
          <pc:docMk/>
          <pc:sldMk cId="3111625155" sldId="5503"/>
        </pc:sldMkLst>
      </pc:sldChg>
      <pc:sldChg chg="delSp add mod">
        <pc:chgData name="Zarzyka, Magdalena" userId="f732dfaf-ed88-405f-bfd9-9d8df78cafb7" providerId="ADAL" clId="{B6C66BB1-0282-44FD-8040-C85B298A27BB}" dt="2025-11-04T12:42:32.185" v="64" actId="478"/>
        <pc:sldMkLst>
          <pc:docMk/>
          <pc:sldMk cId="1790435890" sldId="5504"/>
        </pc:sldMkLst>
      </pc:sldChg>
    </pc:docChg>
  </pc:docChgLst>
  <pc:docChgLst>
    <pc:chgData name="Gourav, Kunal" userId="fffba24b-f9c5-40bd-8c79-1843475868c7" providerId="ADAL" clId="{90F0C027-7E46-4C9B-89CE-052E2CF7BB00}"/>
    <pc:docChg chg="modSld">
      <pc:chgData name="Gourav, Kunal" userId="fffba24b-f9c5-40bd-8c79-1843475868c7" providerId="ADAL" clId="{90F0C027-7E46-4C9B-89CE-052E2CF7BB00}" dt="2025-11-04T13:15:42.678" v="6" actId="14100"/>
      <pc:docMkLst>
        <pc:docMk/>
      </pc:docMkLst>
      <pc:sldChg chg="modSp mod">
        <pc:chgData name="Gourav, Kunal" userId="fffba24b-f9c5-40bd-8c79-1843475868c7" providerId="ADAL" clId="{90F0C027-7E46-4C9B-89CE-052E2CF7BB00}" dt="2025-11-04T13:15:42.678" v="6" actId="14100"/>
        <pc:sldMkLst>
          <pc:docMk/>
          <pc:sldMk cId="1790435890" sldId="5504"/>
        </pc:sldMkLst>
      </pc:sldChg>
    </pc:docChg>
  </pc:docChgLst>
  <pc:docChgLst>
    <pc:chgData name="Toulgoat, Ronan" userId="2ba254ea-ce4e-4847-8ce5-d750a6befcca" providerId="ADAL" clId="{889B31B2-5E71-47B7-878C-0D697CB9716F}"/>
    <pc:docChg chg="undo custSel modSld">
      <pc:chgData name="Toulgoat, Ronan" userId="2ba254ea-ce4e-4847-8ce5-d750a6befcca" providerId="ADAL" clId="{889B31B2-5E71-47B7-878C-0D697CB9716F}" dt="2025-10-13T08:00:03.044" v="16" actId="6549"/>
      <pc:docMkLst>
        <pc:docMk/>
      </pc:docMkLst>
      <pc:sldChg chg="modSp mod">
        <pc:chgData name="Toulgoat, Ronan" userId="2ba254ea-ce4e-4847-8ce5-d750a6befcca" providerId="ADAL" clId="{889B31B2-5E71-47B7-878C-0D697CB9716F}" dt="2025-10-13T08:00:03.044" v="16" actId="6549"/>
        <pc:sldMkLst>
          <pc:docMk/>
          <pc:sldMk cId="3301664263" sldId="288"/>
        </pc:sldMkLst>
      </pc:sldChg>
    </pc:docChg>
  </pc:docChgLst>
  <pc:docChgLst>
    <pc:chgData name="Zarzyka, Magdalena" userId="f732dfaf-ed88-405f-bfd9-9d8df78cafb7" providerId="ADAL" clId="{77F7DE7E-DAA2-40BF-8E13-A415181E5CD3}"/>
    <pc:docChg chg="undo redo custSel addSld delSld modSld delMainMaster">
      <pc:chgData name="Zarzyka, Magdalena" userId="f732dfaf-ed88-405f-bfd9-9d8df78cafb7" providerId="ADAL" clId="{77F7DE7E-DAA2-40BF-8E13-A415181E5CD3}" dt="2025-11-04T12:19:46.573" v="139" actId="47"/>
      <pc:docMkLst>
        <pc:docMk/>
      </pc:docMkLst>
      <pc:sldChg chg="delSp add del mod setBg">
        <pc:chgData name="Zarzyka, Magdalena" userId="f732dfaf-ed88-405f-bfd9-9d8df78cafb7" providerId="ADAL" clId="{77F7DE7E-DAA2-40BF-8E13-A415181E5CD3}" dt="2025-11-04T12:19:41.317" v="138" actId="47"/>
        <pc:sldMkLst>
          <pc:docMk/>
          <pc:sldMk cId="468385321" sldId="279"/>
        </pc:sldMkLst>
      </pc:sldChg>
      <pc:sldChg chg="addSp delSp modSp mod">
        <pc:chgData name="Zarzyka, Magdalena" userId="f732dfaf-ed88-405f-bfd9-9d8df78cafb7" providerId="ADAL" clId="{77F7DE7E-DAA2-40BF-8E13-A415181E5CD3}" dt="2025-11-04T12:19:14.528" v="137" actId="114"/>
        <pc:sldMkLst>
          <pc:docMk/>
          <pc:sldMk cId="3301664263" sldId="288"/>
        </pc:sldMkLst>
      </pc:sldChg>
      <pc:sldChg chg="del">
        <pc:chgData name="Zarzyka, Magdalena" userId="f732dfaf-ed88-405f-bfd9-9d8df78cafb7" providerId="ADAL" clId="{77F7DE7E-DAA2-40BF-8E13-A415181E5CD3}" dt="2025-11-04T11:59:02.007" v="0" actId="2696"/>
        <pc:sldMkLst>
          <pc:docMk/>
          <pc:sldMk cId="1166981242" sldId="5480"/>
        </pc:sldMkLst>
      </pc:sldChg>
      <pc:sldChg chg="del">
        <pc:chgData name="Zarzyka, Magdalena" userId="f732dfaf-ed88-405f-bfd9-9d8df78cafb7" providerId="ADAL" clId="{77F7DE7E-DAA2-40BF-8E13-A415181E5CD3}" dt="2025-11-04T12:19:46.573" v="139" actId="47"/>
        <pc:sldMkLst>
          <pc:docMk/>
          <pc:sldMk cId="40712060" sldId="5498"/>
        </pc:sldMkLst>
      </pc:sldChg>
      <pc:sldChg chg="delSp mod">
        <pc:chgData name="Zarzyka, Magdalena" userId="f732dfaf-ed88-405f-bfd9-9d8df78cafb7" providerId="ADAL" clId="{77F7DE7E-DAA2-40BF-8E13-A415181E5CD3}" dt="2025-11-04T11:59:21.934" v="4" actId="478"/>
        <pc:sldMkLst>
          <pc:docMk/>
          <pc:sldMk cId="3998000907" sldId="5501"/>
        </pc:sldMkLst>
      </pc:sldChg>
      <pc:sldChg chg="add setBg">
        <pc:chgData name="Zarzyka, Magdalena" userId="f732dfaf-ed88-405f-bfd9-9d8df78cafb7" providerId="ADAL" clId="{77F7DE7E-DAA2-40BF-8E13-A415181E5CD3}" dt="2025-11-04T12:06:18.034" v="34"/>
        <pc:sldMkLst>
          <pc:docMk/>
          <pc:sldMk cId="602392242" sldId="5502"/>
        </pc:sldMkLst>
      </pc:sldChg>
      <pc:sldChg chg="del">
        <pc:chgData name="Zarzyka, Magdalena" userId="f732dfaf-ed88-405f-bfd9-9d8df78cafb7" providerId="ADAL" clId="{77F7DE7E-DAA2-40BF-8E13-A415181E5CD3}" dt="2025-11-04T11:59:33.895" v="6" actId="47"/>
        <pc:sldMkLst>
          <pc:docMk/>
          <pc:sldMk cId="1182126092" sldId="5503"/>
        </pc:sldMkLst>
      </pc:sldChg>
      <pc:sldChg chg="del">
        <pc:chgData name="Zarzyka, Magdalena" userId="f732dfaf-ed88-405f-bfd9-9d8df78cafb7" providerId="ADAL" clId="{77F7DE7E-DAA2-40BF-8E13-A415181E5CD3}" dt="2025-11-04T11:59:31.819" v="5" actId="47"/>
        <pc:sldMkLst>
          <pc:docMk/>
          <pc:sldMk cId="3550077006" sldId="5505"/>
        </pc:sldMkLst>
      </pc:sldChg>
      <pc:sldChg chg="del">
        <pc:chgData name="Zarzyka, Magdalena" userId="f732dfaf-ed88-405f-bfd9-9d8df78cafb7" providerId="ADAL" clId="{77F7DE7E-DAA2-40BF-8E13-A415181E5CD3}" dt="2025-11-04T11:59:35.634" v="7" actId="47"/>
        <pc:sldMkLst>
          <pc:docMk/>
          <pc:sldMk cId="507956996" sldId="5506"/>
        </pc:sldMkLst>
      </pc:sldChg>
      <pc:sldMasterChg chg="del delSldLayout">
        <pc:chgData name="Zarzyka, Magdalena" userId="f732dfaf-ed88-405f-bfd9-9d8df78cafb7" providerId="ADAL" clId="{77F7DE7E-DAA2-40BF-8E13-A415181E5CD3}" dt="2025-11-04T11:59:02.007" v="0" actId="2696"/>
        <pc:sldMasterMkLst>
          <pc:docMk/>
          <pc:sldMasterMk cId="1042507010" sldId="2147484262"/>
        </pc:sldMasterMkLst>
        <pc:sldLayoutChg chg="del">
          <pc:chgData name="Zarzyka, Magdalena" userId="f732dfaf-ed88-405f-bfd9-9d8df78cafb7" providerId="ADAL" clId="{77F7DE7E-DAA2-40BF-8E13-A415181E5CD3}" dt="2025-11-04T11:59:02.007" v="0" actId="2696"/>
          <pc:sldLayoutMkLst>
            <pc:docMk/>
            <pc:sldMasterMk cId="1042507010" sldId="2147484262"/>
            <pc:sldLayoutMk cId="3372176768" sldId="2147484263"/>
          </pc:sldLayoutMkLst>
        </pc:sldLayoutChg>
        <pc:sldLayoutChg chg="del">
          <pc:chgData name="Zarzyka, Magdalena" userId="f732dfaf-ed88-405f-bfd9-9d8df78cafb7" providerId="ADAL" clId="{77F7DE7E-DAA2-40BF-8E13-A415181E5CD3}" dt="2025-11-04T11:59:02.007" v="0" actId="2696"/>
          <pc:sldLayoutMkLst>
            <pc:docMk/>
            <pc:sldMasterMk cId="1042507010" sldId="2147484262"/>
            <pc:sldLayoutMk cId="813444381" sldId="2147484264"/>
          </pc:sldLayoutMkLst>
        </pc:sldLayoutChg>
        <pc:sldLayoutChg chg="del">
          <pc:chgData name="Zarzyka, Magdalena" userId="f732dfaf-ed88-405f-bfd9-9d8df78cafb7" providerId="ADAL" clId="{77F7DE7E-DAA2-40BF-8E13-A415181E5CD3}" dt="2025-11-04T11:59:02.007" v="0" actId="2696"/>
          <pc:sldLayoutMkLst>
            <pc:docMk/>
            <pc:sldMasterMk cId="1042507010" sldId="2147484262"/>
            <pc:sldLayoutMk cId="3237678539" sldId="2147484265"/>
          </pc:sldLayoutMkLst>
        </pc:sldLayoutChg>
        <pc:sldLayoutChg chg="del">
          <pc:chgData name="Zarzyka, Magdalena" userId="f732dfaf-ed88-405f-bfd9-9d8df78cafb7" providerId="ADAL" clId="{77F7DE7E-DAA2-40BF-8E13-A415181E5CD3}" dt="2025-11-04T11:59:02.007" v="0" actId="2696"/>
          <pc:sldLayoutMkLst>
            <pc:docMk/>
            <pc:sldMasterMk cId="1042507010" sldId="2147484262"/>
            <pc:sldLayoutMk cId="2881722378" sldId="2147484266"/>
          </pc:sldLayoutMkLst>
        </pc:sldLayoutChg>
        <pc:sldLayoutChg chg="del">
          <pc:chgData name="Zarzyka, Magdalena" userId="f732dfaf-ed88-405f-bfd9-9d8df78cafb7" providerId="ADAL" clId="{77F7DE7E-DAA2-40BF-8E13-A415181E5CD3}" dt="2025-11-04T11:59:02.007" v="0" actId="2696"/>
          <pc:sldLayoutMkLst>
            <pc:docMk/>
            <pc:sldMasterMk cId="1042507010" sldId="2147484262"/>
            <pc:sldLayoutMk cId="2074068536" sldId="2147484267"/>
          </pc:sldLayoutMkLst>
        </pc:sldLayoutChg>
        <pc:sldLayoutChg chg="del">
          <pc:chgData name="Zarzyka, Magdalena" userId="f732dfaf-ed88-405f-bfd9-9d8df78cafb7" providerId="ADAL" clId="{77F7DE7E-DAA2-40BF-8E13-A415181E5CD3}" dt="2025-11-04T11:59:02.007" v="0" actId="2696"/>
          <pc:sldLayoutMkLst>
            <pc:docMk/>
            <pc:sldMasterMk cId="1042507010" sldId="2147484262"/>
            <pc:sldLayoutMk cId="1968745102" sldId="2147484268"/>
          </pc:sldLayoutMkLst>
        </pc:sldLayoutChg>
        <pc:sldLayoutChg chg="del">
          <pc:chgData name="Zarzyka, Magdalena" userId="f732dfaf-ed88-405f-bfd9-9d8df78cafb7" providerId="ADAL" clId="{77F7DE7E-DAA2-40BF-8E13-A415181E5CD3}" dt="2025-11-04T11:59:02.007" v="0" actId="2696"/>
          <pc:sldLayoutMkLst>
            <pc:docMk/>
            <pc:sldMasterMk cId="1042507010" sldId="2147484262"/>
            <pc:sldLayoutMk cId="1657117431" sldId="2147484269"/>
          </pc:sldLayoutMkLst>
        </pc:sldLayoutChg>
        <pc:sldLayoutChg chg="del">
          <pc:chgData name="Zarzyka, Magdalena" userId="f732dfaf-ed88-405f-bfd9-9d8df78cafb7" providerId="ADAL" clId="{77F7DE7E-DAA2-40BF-8E13-A415181E5CD3}" dt="2025-11-04T11:59:02.007" v="0" actId="2696"/>
          <pc:sldLayoutMkLst>
            <pc:docMk/>
            <pc:sldMasterMk cId="1042507010" sldId="2147484262"/>
            <pc:sldLayoutMk cId="2086730857" sldId="2147484270"/>
          </pc:sldLayoutMkLst>
        </pc:sldLayoutChg>
        <pc:sldLayoutChg chg="del">
          <pc:chgData name="Zarzyka, Magdalena" userId="f732dfaf-ed88-405f-bfd9-9d8df78cafb7" providerId="ADAL" clId="{77F7DE7E-DAA2-40BF-8E13-A415181E5CD3}" dt="2025-11-04T11:59:02.007" v="0" actId="2696"/>
          <pc:sldLayoutMkLst>
            <pc:docMk/>
            <pc:sldMasterMk cId="1042507010" sldId="2147484262"/>
            <pc:sldLayoutMk cId="494438286" sldId="2147484271"/>
          </pc:sldLayoutMkLst>
        </pc:sldLayoutChg>
        <pc:sldLayoutChg chg="del">
          <pc:chgData name="Zarzyka, Magdalena" userId="f732dfaf-ed88-405f-bfd9-9d8df78cafb7" providerId="ADAL" clId="{77F7DE7E-DAA2-40BF-8E13-A415181E5CD3}" dt="2025-11-04T11:59:02.007" v="0" actId="2696"/>
          <pc:sldLayoutMkLst>
            <pc:docMk/>
            <pc:sldMasterMk cId="1042507010" sldId="2147484262"/>
            <pc:sldLayoutMk cId="1668499820" sldId="2147484272"/>
          </pc:sldLayoutMkLst>
        </pc:sldLayoutChg>
        <pc:sldLayoutChg chg="del">
          <pc:chgData name="Zarzyka, Magdalena" userId="f732dfaf-ed88-405f-bfd9-9d8df78cafb7" providerId="ADAL" clId="{77F7DE7E-DAA2-40BF-8E13-A415181E5CD3}" dt="2025-11-04T11:59:02.007" v="0" actId="2696"/>
          <pc:sldLayoutMkLst>
            <pc:docMk/>
            <pc:sldMasterMk cId="1042507010" sldId="2147484262"/>
            <pc:sldLayoutMk cId="2013686645" sldId="2147484273"/>
          </pc:sldLayoutMkLst>
        </pc:sldLayoutChg>
        <pc:sldLayoutChg chg="del">
          <pc:chgData name="Zarzyka, Magdalena" userId="f732dfaf-ed88-405f-bfd9-9d8df78cafb7" providerId="ADAL" clId="{77F7DE7E-DAA2-40BF-8E13-A415181E5CD3}" dt="2025-11-04T11:59:02.007" v="0" actId="2696"/>
          <pc:sldLayoutMkLst>
            <pc:docMk/>
            <pc:sldMasterMk cId="1042507010" sldId="2147484262"/>
            <pc:sldLayoutMk cId="3995462786" sldId="2147484274"/>
          </pc:sldLayoutMkLst>
        </pc:sldLayoutChg>
        <pc:sldLayoutChg chg="del">
          <pc:chgData name="Zarzyka, Magdalena" userId="f732dfaf-ed88-405f-bfd9-9d8df78cafb7" providerId="ADAL" clId="{77F7DE7E-DAA2-40BF-8E13-A415181E5CD3}" dt="2025-11-04T11:59:02.007" v="0" actId="2696"/>
          <pc:sldLayoutMkLst>
            <pc:docMk/>
            <pc:sldMasterMk cId="1042507010" sldId="2147484262"/>
            <pc:sldLayoutMk cId="2461553534" sldId="2147484275"/>
          </pc:sldLayoutMkLst>
        </pc:sldLayoutChg>
        <pc:sldLayoutChg chg="del">
          <pc:chgData name="Zarzyka, Magdalena" userId="f732dfaf-ed88-405f-bfd9-9d8df78cafb7" providerId="ADAL" clId="{77F7DE7E-DAA2-40BF-8E13-A415181E5CD3}" dt="2025-11-04T11:59:02.007" v="0" actId="2696"/>
          <pc:sldLayoutMkLst>
            <pc:docMk/>
            <pc:sldMasterMk cId="1042507010" sldId="2147484262"/>
            <pc:sldLayoutMk cId="4065253841" sldId="2147484276"/>
          </pc:sldLayoutMkLst>
        </pc:sldLayoutChg>
        <pc:sldLayoutChg chg="del">
          <pc:chgData name="Zarzyka, Magdalena" userId="f732dfaf-ed88-405f-bfd9-9d8df78cafb7" providerId="ADAL" clId="{77F7DE7E-DAA2-40BF-8E13-A415181E5CD3}" dt="2025-11-04T11:59:02.007" v="0" actId="2696"/>
          <pc:sldLayoutMkLst>
            <pc:docMk/>
            <pc:sldMasterMk cId="1042507010" sldId="2147484262"/>
            <pc:sldLayoutMk cId="130982339" sldId="2147484277"/>
          </pc:sldLayoutMkLst>
        </pc:sldLayoutChg>
        <pc:sldLayoutChg chg="del">
          <pc:chgData name="Zarzyka, Magdalena" userId="f732dfaf-ed88-405f-bfd9-9d8df78cafb7" providerId="ADAL" clId="{77F7DE7E-DAA2-40BF-8E13-A415181E5CD3}" dt="2025-11-04T11:59:02.007" v="0" actId="2696"/>
          <pc:sldLayoutMkLst>
            <pc:docMk/>
            <pc:sldMasterMk cId="1042507010" sldId="2147484262"/>
            <pc:sldLayoutMk cId="955839292" sldId="2147484278"/>
          </pc:sldLayoutMkLst>
        </pc:sldLayoutChg>
        <pc:sldLayoutChg chg="del">
          <pc:chgData name="Zarzyka, Magdalena" userId="f732dfaf-ed88-405f-bfd9-9d8df78cafb7" providerId="ADAL" clId="{77F7DE7E-DAA2-40BF-8E13-A415181E5CD3}" dt="2025-11-04T11:59:02.007" v="0" actId="2696"/>
          <pc:sldLayoutMkLst>
            <pc:docMk/>
            <pc:sldMasterMk cId="1042507010" sldId="2147484262"/>
            <pc:sldLayoutMk cId="3930991374" sldId="2147484279"/>
          </pc:sldLayoutMkLst>
        </pc:sldLayoutChg>
        <pc:sldLayoutChg chg="del">
          <pc:chgData name="Zarzyka, Magdalena" userId="f732dfaf-ed88-405f-bfd9-9d8df78cafb7" providerId="ADAL" clId="{77F7DE7E-DAA2-40BF-8E13-A415181E5CD3}" dt="2025-11-04T11:59:02.007" v="0" actId="2696"/>
          <pc:sldLayoutMkLst>
            <pc:docMk/>
            <pc:sldMasterMk cId="1042507010" sldId="2147484262"/>
            <pc:sldLayoutMk cId="1577937386" sldId="2147484280"/>
          </pc:sldLayoutMkLst>
        </pc:sldLayoutChg>
        <pc:sldLayoutChg chg="del">
          <pc:chgData name="Zarzyka, Magdalena" userId="f732dfaf-ed88-405f-bfd9-9d8df78cafb7" providerId="ADAL" clId="{77F7DE7E-DAA2-40BF-8E13-A415181E5CD3}" dt="2025-11-04T11:59:02.007" v="0" actId="2696"/>
          <pc:sldLayoutMkLst>
            <pc:docMk/>
            <pc:sldMasterMk cId="1042507010" sldId="2147484262"/>
            <pc:sldLayoutMk cId="308237008" sldId="2147484281"/>
          </pc:sldLayoutMkLst>
        </pc:sldLayoutChg>
        <pc:sldLayoutChg chg="del">
          <pc:chgData name="Zarzyka, Magdalena" userId="f732dfaf-ed88-405f-bfd9-9d8df78cafb7" providerId="ADAL" clId="{77F7DE7E-DAA2-40BF-8E13-A415181E5CD3}" dt="2025-11-04T11:59:02.007" v="0" actId="2696"/>
          <pc:sldLayoutMkLst>
            <pc:docMk/>
            <pc:sldMasterMk cId="1042507010" sldId="2147484262"/>
            <pc:sldLayoutMk cId="34193020" sldId="2147484282"/>
          </pc:sldLayoutMkLst>
        </pc:sldLayoutChg>
        <pc:sldLayoutChg chg="del">
          <pc:chgData name="Zarzyka, Magdalena" userId="f732dfaf-ed88-405f-bfd9-9d8df78cafb7" providerId="ADAL" clId="{77F7DE7E-DAA2-40BF-8E13-A415181E5CD3}" dt="2025-11-04T11:59:02.007" v="0" actId="2696"/>
          <pc:sldLayoutMkLst>
            <pc:docMk/>
            <pc:sldMasterMk cId="1042507010" sldId="2147484262"/>
            <pc:sldLayoutMk cId="4135144589" sldId="2147484283"/>
          </pc:sldLayoutMkLst>
        </pc:sldLayoutChg>
        <pc:sldLayoutChg chg="del">
          <pc:chgData name="Zarzyka, Magdalena" userId="f732dfaf-ed88-405f-bfd9-9d8df78cafb7" providerId="ADAL" clId="{77F7DE7E-DAA2-40BF-8E13-A415181E5CD3}" dt="2025-11-04T11:59:02.007" v="0" actId="2696"/>
          <pc:sldLayoutMkLst>
            <pc:docMk/>
            <pc:sldMasterMk cId="1042507010" sldId="2147484262"/>
            <pc:sldLayoutMk cId="958906964" sldId="2147484284"/>
          </pc:sldLayoutMkLst>
        </pc:sldLayoutChg>
        <pc:sldLayoutChg chg="del">
          <pc:chgData name="Zarzyka, Magdalena" userId="f732dfaf-ed88-405f-bfd9-9d8df78cafb7" providerId="ADAL" clId="{77F7DE7E-DAA2-40BF-8E13-A415181E5CD3}" dt="2025-11-04T11:59:02.007" v="0" actId="2696"/>
          <pc:sldLayoutMkLst>
            <pc:docMk/>
            <pc:sldMasterMk cId="1042507010" sldId="2147484262"/>
            <pc:sldLayoutMk cId="2159757372" sldId="2147484285"/>
          </pc:sldLayoutMkLst>
        </pc:sldLayoutChg>
        <pc:sldLayoutChg chg="del">
          <pc:chgData name="Zarzyka, Magdalena" userId="f732dfaf-ed88-405f-bfd9-9d8df78cafb7" providerId="ADAL" clId="{77F7DE7E-DAA2-40BF-8E13-A415181E5CD3}" dt="2025-11-04T11:59:02.007" v="0" actId="2696"/>
          <pc:sldLayoutMkLst>
            <pc:docMk/>
            <pc:sldMasterMk cId="1042507010" sldId="2147484262"/>
            <pc:sldLayoutMk cId="2257106186" sldId="2147484286"/>
          </pc:sldLayoutMkLst>
        </pc:sldLayoutChg>
        <pc:sldLayoutChg chg="del">
          <pc:chgData name="Zarzyka, Magdalena" userId="f732dfaf-ed88-405f-bfd9-9d8df78cafb7" providerId="ADAL" clId="{77F7DE7E-DAA2-40BF-8E13-A415181E5CD3}" dt="2025-11-04T11:59:02.007" v="0" actId="2696"/>
          <pc:sldLayoutMkLst>
            <pc:docMk/>
            <pc:sldMasterMk cId="1042507010" sldId="2147484262"/>
            <pc:sldLayoutMk cId="3502465817" sldId="2147484287"/>
          </pc:sldLayoutMkLst>
        </pc:sldLayoutChg>
        <pc:sldLayoutChg chg="del">
          <pc:chgData name="Zarzyka, Magdalena" userId="f732dfaf-ed88-405f-bfd9-9d8df78cafb7" providerId="ADAL" clId="{77F7DE7E-DAA2-40BF-8E13-A415181E5CD3}" dt="2025-11-04T11:59:02.007" v="0" actId="2696"/>
          <pc:sldLayoutMkLst>
            <pc:docMk/>
            <pc:sldMasterMk cId="1042507010" sldId="2147484262"/>
            <pc:sldLayoutMk cId="3061365109" sldId="2147484288"/>
          </pc:sldLayoutMkLst>
        </pc:sldLayoutChg>
        <pc:sldLayoutChg chg="del">
          <pc:chgData name="Zarzyka, Magdalena" userId="f732dfaf-ed88-405f-bfd9-9d8df78cafb7" providerId="ADAL" clId="{77F7DE7E-DAA2-40BF-8E13-A415181E5CD3}" dt="2025-11-04T11:59:02.007" v="0" actId="2696"/>
          <pc:sldLayoutMkLst>
            <pc:docMk/>
            <pc:sldMasterMk cId="1042507010" sldId="2147484262"/>
            <pc:sldLayoutMk cId="3224435951" sldId="2147484289"/>
          </pc:sldLayoutMkLst>
        </pc:sldLayoutChg>
        <pc:sldLayoutChg chg="del">
          <pc:chgData name="Zarzyka, Magdalena" userId="f732dfaf-ed88-405f-bfd9-9d8df78cafb7" providerId="ADAL" clId="{77F7DE7E-DAA2-40BF-8E13-A415181E5CD3}" dt="2025-11-04T11:59:02.007" v="0" actId="2696"/>
          <pc:sldLayoutMkLst>
            <pc:docMk/>
            <pc:sldMasterMk cId="1042507010" sldId="2147484262"/>
            <pc:sldLayoutMk cId="3189636258" sldId="2147484290"/>
          </pc:sldLayoutMkLst>
        </pc:sldLayoutChg>
        <pc:sldLayoutChg chg="del">
          <pc:chgData name="Zarzyka, Magdalena" userId="f732dfaf-ed88-405f-bfd9-9d8df78cafb7" providerId="ADAL" clId="{77F7DE7E-DAA2-40BF-8E13-A415181E5CD3}" dt="2025-11-04T11:59:02.007" v="0" actId="2696"/>
          <pc:sldLayoutMkLst>
            <pc:docMk/>
            <pc:sldMasterMk cId="1042507010" sldId="2147484262"/>
            <pc:sldLayoutMk cId="3195885607" sldId="2147484291"/>
          </pc:sldLayoutMkLst>
        </pc:sldLayoutChg>
        <pc:sldLayoutChg chg="del">
          <pc:chgData name="Zarzyka, Magdalena" userId="f732dfaf-ed88-405f-bfd9-9d8df78cafb7" providerId="ADAL" clId="{77F7DE7E-DAA2-40BF-8E13-A415181E5CD3}" dt="2025-11-04T11:59:02.007" v="0" actId="2696"/>
          <pc:sldLayoutMkLst>
            <pc:docMk/>
            <pc:sldMasterMk cId="1042507010" sldId="2147484262"/>
            <pc:sldLayoutMk cId="3263381555" sldId="2147484292"/>
          </pc:sldLayoutMkLst>
        </pc:sldLayoutChg>
        <pc:sldLayoutChg chg="del">
          <pc:chgData name="Zarzyka, Magdalena" userId="f732dfaf-ed88-405f-bfd9-9d8df78cafb7" providerId="ADAL" clId="{77F7DE7E-DAA2-40BF-8E13-A415181E5CD3}" dt="2025-11-04T11:59:02.007" v="0" actId="2696"/>
          <pc:sldLayoutMkLst>
            <pc:docMk/>
            <pc:sldMasterMk cId="1042507010" sldId="2147484262"/>
            <pc:sldLayoutMk cId="1668992030" sldId="2147484293"/>
          </pc:sldLayoutMkLst>
        </pc:sldLayoutChg>
        <pc:sldLayoutChg chg="del">
          <pc:chgData name="Zarzyka, Magdalena" userId="f732dfaf-ed88-405f-bfd9-9d8df78cafb7" providerId="ADAL" clId="{77F7DE7E-DAA2-40BF-8E13-A415181E5CD3}" dt="2025-11-04T11:59:02.007" v="0" actId="2696"/>
          <pc:sldLayoutMkLst>
            <pc:docMk/>
            <pc:sldMasterMk cId="1042507010" sldId="2147484262"/>
            <pc:sldLayoutMk cId="931054460" sldId="2147484294"/>
          </pc:sldLayoutMkLst>
        </pc:sldLayoutChg>
        <pc:sldLayoutChg chg="del">
          <pc:chgData name="Zarzyka, Magdalena" userId="f732dfaf-ed88-405f-bfd9-9d8df78cafb7" providerId="ADAL" clId="{77F7DE7E-DAA2-40BF-8E13-A415181E5CD3}" dt="2025-11-04T11:59:02.007" v="0" actId="2696"/>
          <pc:sldLayoutMkLst>
            <pc:docMk/>
            <pc:sldMasterMk cId="1042507010" sldId="2147484262"/>
            <pc:sldLayoutMk cId="469599274" sldId="2147484295"/>
          </pc:sldLayoutMkLst>
        </pc:sldLayoutChg>
        <pc:sldLayoutChg chg="del">
          <pc:chgData name="Zarzyka, Magdalena" userId="f732dfaf-ed88-405f-bfd9-9d8df78cafb7" providerId="ADAL" clId="{77F7DE7E-DAA2-40BF-8E13-A415181E5CD3}" dt="2025-11-04T11:59:02.007" v="0" actId="2696"/>
          <pc:sldLayoutMkLst>
            <pc:docMk/>
            <pc:sldMasterMk cId="1042507010" sldId="2147484262"/>
            <pc:sldLayoutMk cId="863200486" sldId="2147484296"/>
          </pc:sldLayoutMkLst>
        </pc:sldLayoutChg>
        <pc:sldLayoutChg chg="del">
          <pc:chgData name="Zarzyka, Magdalena" userId="f732dfaf-ed88-405f-bfd9-9d8df78cafb7" providerId="ADAL" clId="{77F7DE7E-DAA2-40BF-8E13-A415181E5CD3}" dt="2025-11-04T11:59:02.007" v="0" actId="2696"/>
          <pc:sldLayoutMkLst>
            <pc:docMk/>
            <pc:sldMasterMk cId="1042507010" sldId="2147484262"/>
            <pc:sldLayoutMk cId="3622170305" sldId="2147484297"/>
          </pc:sldLayoutMkLst>
        </pc:sldLayoutChg>
        <pc:sldLayoutChg chg="del">
          <pc:chgData name="Zarzyka, Magdalena" userId="f732dfaf-ed88-405f-bfd9-9d8df78cafb7" providerId="ADAL" clId="{77F7DE7E-DAA2-40BF-8E13-A415181E5CD3}" dt="2025-11-04T11:59:02.007" v="0" actId="2696"/>
          <pc:sldLayoutMkLst>
            <pc:docMk/>
            <pc:sldMasterMk cId="1042507010" sldId="2147484262"/>
            <pc:sldLayoutMk cId="2646305477" sldId="2147484298"/>
          </pc:sldLayoutMkLst>
        </pc:sldLayoutChg>
        <pc:sldLayoutChg chg="del">
          <pc:chgData name="Zarzyka, Magdalena" userId="f732dfaf-ed88-405f-bfd9-9d8df78cafb7" providerId="ADAL" clId="{77F7DE7E-DAA2-40BF-8E13-A415181E5CD3}" dt="2025-11-04T11:59:02.007" v="0" actId="2696"/>
          <pc:sldLayoutMkLst>
            <pc:docMk/>
            <pc:sldMasterMk cId="1042507010" sldId="2147484262"/>
            <pc:sldLayoutMk cId="3614950159" sldId="2147484299"/>
          </pc:sldLayoutMkLst>
        </pc:sldLayoutChg>
        <pc:sldLayoutChg chg="del">
          <pc:chgData name="Zarzyka, Magdalena" userId="f732dfaf-ed88-405f-bfd9-9d8df78cafb7" providerId="ADAL" clId="{77F7DE7E-DAA2-40BF-8E13-A415181E5CD3}" dt="2025-11-04T11:59:02.007" v="0" actId="2696"/>
          <pc:sldLayoutMkLst>
            <pc:docMk/>
            <pc:sldMasterMk cId="1042507010" sldId="2147484262"/>
            <pc:sldLayoutMk cId="124176835" sldId="2147484300"/>
          </pc:sldLayoutMkLst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494675" y="279823"/>
            <a:ext cx="4393055" cy="367959"/>
          </a:xfrm>
          <a:prstGeom prst="rect">
            <a:avLst/>
          </a:prstGeom>
        </p:spPr>
        <p:txBody>
          <a:bodyPr vert="horz" lIns="93324" tIns="46662" rIns="93324" bIns="46662" rtlCol="0"/>
          <a:lstStyle>
            <a:lvl1pPr algn="l">
              <a:defRPr sz="1200"/>
            </a:lvl1pPr>
          </a:lstStyle>
          <a:p>
            <a:endParaRPr lang="en-US" b="1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94675" y="669161"/>
            <a:ext cx="4393055" cy="153245"/>
          </a:xfrm>
          <a:prstGeom prst="rect">
            <a:avLst/>
          </a:prstGeom>
        </p:spPr>
        <p:txBody>
          <a:bodyPr vert="horz" lIns="93324" tIns="0" rIns="93324" bIns="0" rtlCol="0">
            <a:noAutofit/>
          </a:bodyPr>
          <a:lstStyle>
            <a:lvl1pPr algn="r">
              <a:defRPr sz="1200"/>
            </a:lvl1pPr>
          </a:lstStyle>
          <a:p>
            <a:pPr algn="l"/>
            <a:fld id="{E7A8D578-5E90-413C-9512-130603CF2639}" type="datetimeFigureOut">
              <a:rPr lang="en-US" sz="1000" i="1"/>
              <a:pPr algn="l"/>
              <a:t>3/9/2026</a:t>
            </a:fld>
            <a:endParaRPr lang="en-US" sz="1000" i="1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494691" y="8780243"/>
            <a:ext cx="2893517" cy="251346"/>
          </a:xfrm>
          <a:prstGeom prst="rect">
            <a:avLst/>
          </a:prstGeom>
        </p:spPr>
        <p:txBody>
          <a:bodyPr vert="horz" lIns="93324" tIns="46662" rIns="93324" bIns="46662" rtlCol="0" anchor="b"/>
          <a:lstStyle>
            <a:lvl1pPr algn="l">
              <a:defRPr sz="1200"/>
            </a:lvl1pPr>
          </a:lstStyle>
          <a:p>
            <a:endParaRPr lang="en-US" sz="10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306470" y="8780243"/>
            <a:ext cx="1221955" cy="251346"/>
          </a:xfrm>
          <a:prstGeom prst="rect">
            <a:avLst/>
          </a:prstGeom>
        </p:spPr>
        <p:txBody>
          <a:bodyPr vert="horz" lIns="93324" tIns="46662" rIns="93324" bIns="46662" rtlCol="0" anchor="b"/>
          <a:lstStyle>
            <a:lvl1pPr algn="r">
              <a:defRPr sz="1200"/>
            </a:lvl1pPr>
          </a:lstStyle>
          <a:p>
            <a:fld id="{6D32B792-199B-4EBF-B605-6F6C876EB442}" type="slidenum">
              <a:rPr lang="en-US" sz="1000"/>
              <a:t>‹#›</a:t>
            </a:fld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91150287"/>
      </p:ext>
    </p:extLst>
  </p:cSld>
  <p:clrMap bg1="lt1" tx1="dk1" bg2="lt2" tx2="dk2" accent1="accent1" accent2="accent2" accent3="accent3" accent4="accent4" accent5="accent5" accent6="accent6" hlink="hlink" folHlink="folHlink"/>
  <p:hf dt="0"/>
</p:handoutMaster>
</file>

<file path=ppt/notesMasters/_rels/notes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raphic 18">
            <a:extLst>
              <a:ext uri="{FF2B5EF4-FFF2-40B4-BE49-F238E27FC236}">
                <a16:creationId xmlns:a16="http://schemas.microsoft.com/office/drawing/2014/main" id="{04FCD28D-5205-B14D-9338-E5F52C4B3AFB}"/>
              </a:ext>
            </a:extLst>
          </p:cNvPr>
          <p:cNvPicPr preferRelativeResize="0"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13460" y="671457"/>
            <a:ext cx="1555593" cy="281237"/>
          </a:xfrm>
          <a:prstGeom prst="rect">
            <a:avLst/>
          </a:prstGeom>
        </p:spPr>
      </p:pic>
      <p:sp>
        <p:nvSpPr>
          <p:cNvPr id="20" name="Header Placeholder 19">
            <a:extLst>
              <a:ext uri="{FF2B5EF4-FFF2-40B4-BE49-F238E27FC236}">
                <a16:creationId xmlns:a16="http://schemas.microsoft.com/office/drawing/2014/main" id="{44B54E68-49B3-EB4F-9F06-63EBE21271F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1"/>
            <a:ext cx="3043238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21" name="Slide Image Placeholder 20">
            <a:extLst>
              <a:ext uri="{FF2B5EF4-FFF2-40B4-BE49-F238E27FC236}">
                <a16:creationId xmlns:a16="http://schemas.microsoft.com/office/drawing/2014/main" id="{9F80914E-3226-3544-8067-D77A7810E7E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719138" y="1163638"/>
            <a:ext cx="5584825" cy="31416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22" name="Footer Placeholder 21">
            <a:extLst>
              <a:ext uri="{FF2B5EF4-FFF2-40B4-BE49-F238E27FC236}">
                <a16:creationId xmlns:a16="http://schemas.microsoft.com/office/drawing/2014/main" id="{73A95A9D-2083-FD47-8FCC-26405789E46C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842376"/>
            <a:ext cx="3043238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C3E99797-5A44-E441-B5A2-75267FF5AE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978275" y="8842376"/>
            <a:ext cx="3043238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757C527-D302-0D4C-8820-8247C93BFD8D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Notes Placeholder 23">
            <a:extLst>
              <a:ext uri="{FF2B5EF4-FFF2-40B4-BE49-F238E27FC236}">
                <a16:creationId xmlns:a16="http://schemas.microsoft.com/office/drawing/2014/main" id="{0824245F-47FC-6845-9612-BB5942EF99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01676" y="4479925"/>
            <a:ext cx="5619750" cy="36655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Date Placeholder 24">
            <a:extLst>
              <a:ext uri="{FF2B5EF4-FFF2-40B4-BE49-F238E27FC236}">
                <a16:creationId xmlns:a16="http://schemas.microsoft.com/office/drawing/2014/main" id="{089E4AFB-44C9-3941-9EFD-0F8219FA48F5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978275" y="1"/>
            <a:ext cx="3043238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6052FF9-2A45-F143-A9E3-2C98D6266DD3}" type="datetimeFigureOut">
              <a:rPr lang="en-US" smtClean="0"/>
              <a:t>3/9/2026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2299678"/>
      </p:ext>
    </p:extLst>
  </p:cSld>
  <p:clrMap bg1="lt1" tx1="dk1" bg2="lt2" tx2="dk2" accent1="accent1" accent2="accent2" accent3="accent3" accent4="accent4" accent5="accent5" accent6="accent6" hlink="hlink" folHlink="folHlink"/>
  <p:hf dt="0"/>
  <p:notesStyle>
    <a:lvl1pPr marL="146835" indent="-146835" algn="l" defTabSz="1142939" rtl="0" eaLnBrk="1" latinLnBrk="0" hangingPunct="1">
      <a:spcBef>
        <a:spcPts val="499"/>
      </a:spcBef>
      <a:buFont typeface="Arial" panose="020B0604020202020204" pitchFamily="34" charset="0"/>
      <a:buChar char="•"/>
      <a:defRPr sz="1501" kern="1200">
        <a:solidFill>
          <a:schemeClr val="tx1"/>
        </a:solidFill>
        <a:latin typeface="+mn-lt"/>
        <a:ea typeface="+mn-ea"/>
        <a:cs typeface="+mn-cs"/>
      </a:defRPr>
    </a:lvl1pPr>
    <a:lvl2pPr marL="285734" indent="-138899" algn="l" defTabSz="1142939" rtl="0" eaLnBrk="1" latinLnBrk="0" hangingPunct="1">
      <a:spcBef>
        <a:spcPts val="499"/>
      </a:spcBef>
      <a:buFont typeface="Arial" panose="020B0604020202020204" pitchFamily="34" charset="0"/>
      <a:buChar char="-"/>
      <a:defRPr sz="1501" kern="1200">
        <a:solidFill>
          <a:schemeClr val="tx1"/>
        </a:solidFill>
        <a:latin typeface="+mn-lt"/>
        <a:ea typeface="+mn-ea"/>
        <a:cs typeface="+mn-cs"/>
      </a:defRPr>
    </a:lvl2pPr>
    <a:lvl3pPr marL="432572" indent="-146835" algn="l" defTabSz="1142939" rtl="0" eaLnBrk="1" latinLnBrk="0" hangingPunct="1">
      <a:spcBef>
        <a:spcPts val="499"/>
      </a:spcBef>
      <a:buFont typeface="Arial" panose="020B0604020202020204" pitchFamily="34" charset="0"/>
      <a:buChar char="›"/>
      <a:defRPr sz="1501" kern="1200">
        <a:solidFill>
          <a:schemeClr val="tx1"/>
        </a:solidFill>
        <a:latin typeface="+mn-lt"/>
        <a:ea typeface="+mn-ea"/>
        <a:cs typeface="+mn-cs"/>
      </a:defRPr>
    </a:lvl3pPr>
    <a:lvl4pPr marL="640921" indent="-208348" algn="l" defTabSz="1142939" rtl="0" eaLnBrk="1" latinLnBrk="0" hangingPunct="1">
      <a:spcBef>
        <a:spcPts val="499"/>
      </a:spcBef>
      <a:buFont typeface="Arial" panose="020B0604020202020204" pitchFamily="34" charset="0"/>
      <a:buChar char="»"/>
      <a:defRPr sz="1501" kern="1200">
        <a:solidFill>
          <a:schemeClr val="tx1"/>
        </a:solidFill>
        <a:latin typeface="+mn-lt"/>
        <a:ea typeface="+mn-ea"/>
        <a:cs typeface="+mn-cs"/>
      </a:defRPr>
    </a:lvl4pPr>
    <a:lvl5pPr marL="787756" indent="-146835" algn="l" defTabSz="1142939" rtl="0" eaLnBrk="1" latinLnBrk="0" hangingPunct="1">
      <a:spcBef>
        <a:spcPts val="499"/>
      </a:spcBef>
      <a:buSzPct val="75000"/>
      <a:buFont typeface="Wingdings" panose="05000000000000000000" pitchFamily="2" charset="2"/>
      <a:buChar char="§"/>
      <a:defRPr sz="1501" kern="1200">
        <a:solidFill>
          <a:schemeClr val="tx1"/>
        </a:solidFill>
        <a:latin typeface="+mn-lt"/>
        <a:ea typeface="+mn-ea"/>
        <a:cs typeface="+mn-cs"/>
      </a:defRPr>
    </a:lvl5pPr>
    <a:lvl6pPr marL="2857346" algn="l" defTabSz="1142939" rtl="0" eaLnBrk="1" latinLnBrk="0" hangingPunct="1">
      <a:defRPr sz="1501" kern="1200">
        <a:solidFill>
          <a:schemeClr val="tx1"/>
        </a:solidFill>
        <a:latin typeface="+mn-lt"/>
        <a:ea typeface="+mn-ea"/>
        <a:cs typeface="+mn-cs"/>
      </a:defRPr>
    </a:lvl6pPr>
    <a:lvl7pPr marL="3428814" algn="l" defTabSz="1142939" rtl="0" eaLnBrk="1" latinLnBrk="0" hangingPunct="1">
      <a:defRPr sz="1501" kern="1200">
        <a:solidFill>
          <a:schemeClr val="tx1"/>
        </a:solidFill>
        <a:latin typeface="+mn-lt"/>
        <a:ea typeface="+mn-ea"/>
        <a:cs typeface="+mn-cs"/>
      </a:defRPr>
    </a:lvl7pPr>
    <a:lvl8pPr marL="4000286" algn="l" defTabSz="1142939" rtl="0" eaLnBrk="1" latinLnBrk="0" hangingPunct="1">
      <a:defRPr sz="1501" kern="1200">
        <a:solidFill>
          <a:schemeClr val="tx1"/>
        </a:solidFill>
        <a:latin typeface="+mn-lt"/>
        <a:ea typeface="+mn-ea"/>
        <a:cs typeface="+mn-cs"/>
      </a:defRPr>
    </a:lvl8pPr>
    <a:lvl9pPr marL="4571754" algn="l" defTabSz="1142939" rtl="0" eaLnBrk="1" latinLnBrk="0" hangingPunct="1">
      <a:defRPr sz="1501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516438" y="6921500"/>
            <a:ext cx="2687637" cy="1512888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396415" y="1314911"/>
            <a:ext cx="6230270" cy="5259642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>
          <a:xfrm>
            <a:off x="399926" y="329698"/>
            <a:ext cx="4476874" cy="41891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>
          <a:xfrm>
            <a:off x="5699651" y="8780243"/>
            <a:ext cx="927049" cy="251346"/>
          </a:xfrm>
          <a:prstGeom prst="rect">
            <a:avLst/>
          </a:prstGeom>
        </p:spPr>
        <p:txBody>
          <a:bodyPr/>
          <a:lstStyle/>
          <a:p>
            <a:fld id="{CA61E296-9532-40C3-9174-581AD2B7748B}" type="slidenum">
              <a:rPr lang="en-US" smtClean="0"/>
              <a:pPr/>
              <a:t>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92279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E7D57E-9005-5FA5-49E9-160E5E62FF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A1BE5D4-0635-52CD-AD09-03D1E5D55F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516438" y="6921500"/>
            <a:ext cx="2687637" cy="1512888"/>
          </a:xfrm>
          <a:prstGeom prst="rect">
            <a:avLst/>
          </a:prstGeo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4E1970C-854D-B75E-DFE3-2E9E447093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96415" y="1314911"/>
            <a:ext cx="6230270" cy="5259642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7C7B4B6A-8528-D400-13BF-6BD15836B19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399926" y="329698"/>
            <a:ext cx="4476874" cy="41891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83A23F4-8156-A077-EE87-D32E5C374CD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699651" y="8780243"/>
            <a:ext cx="927049" cy="251346"/>
          </a:xfrm>
          <a:prstGeom prst="rect">
            <a:avLst/>
          </a:prstGeom>
        </p:spPr>
        <p:txBody>
          <a:bodyPr/>
          <a:lstStyle/>
          <a:p>
            <a:fld id="{CA61E296-9532-40C3-9174-581AD2B7748B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02690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svg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 Charcoal - IQVIA">
    <p:bg>
      <p:bgPr>
        <a:gradFill>
          <a:gsLst>
            <a:gs pos="20000">
              <a:schemeClr val="tx1"/>
            </a:gs>
            <a:gs pos="80000">
              <a:srgbClr val="606B71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TextBox 69">
            <a:extLst>
              <a:ext uri="{FF2B5EF4-FFF2-40B4-BE49-F238E27FC236}">
                <a16:creationId xmlns:a16="http://schemas.microsoft.com/office/drawing/2014/main" id="{70EE6CC4-BDAD-452E-AE32-77E9A1B11636}"/>
              </a:ext>
            </a:extLst>
          </p:cNvPr>
          <p:cNvSpPr txBox="1"/>
          <p:nvPr/>
        </p:nvSpPr>
        <p:spPr bwMode="black">
          <a:xfrm>
            <a:off x="913627" y="8149710"/>
            <a:ext cx="9653541" cy="269756"/>
          </a:xfrm>
          <a:prstGeom prst="rect">
            <a:avLst/>
          </a:prstGeom>
          <a:ln>
            <a:noFill/>
          </a:ln>
        </p:spPr>
        <p:txBody>
          <a:bodyPr vert="horz" wrap="square" lIns="114298" tIns="57151" rIns="114298" bIns="57151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114323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3" dirty="0">
                <a:solidFill>
                  <a:srgbClr val="959CA0"/>
                </a:solidFill>
                <a:ea typeface="Arial" charset="0"/>
                <a:cs typeface="Arial" charset="0"/>
              </a:rPr>
              <a:t>© 2021. All rights reserved. IQVIA</a:t>
            </a:r>
            <a:r>
              <a:rPr lang="en-US" sz="1003" baseline="30000" dirty="0">
                <a:solidFill>
                  <a:srgbClr val="959CA0"/>
                </a:solidFill>
                <a:ea typeface="Arial" charset="0"/>
                <a:cs typeface="Arial" charset="0"/>
              </a:rPr>
              <a:t>®</a:t>
            </a:r>
            <a:r>
              <a:rPr lang="en-US" sz="1003" dirty="0">
                <a:solidFill>
                  <a:srgbClr val="959CA0"/>
                </a:solidFill>
                <a:ea typeface="Arial" charset="0"/>
                <a:cs typeface="Arial" charset="0"/>
              </a:rPr>
              <a:t> is a registered trademark of IQVIA Inc. in the United States, the European Union, and various other countries. </a:t>
            </a:r>
            <a:endParaRPr lang="en-US" sz="1003" kern="1200" dirty="0">
              <a:solidFill>
                <a:srgbClr val="959CA0"/>
              </a:solidFill>
              <a:latin typeface="+mn-lt"/>
              <a:ea typeface="Arial" charset="0"/>
              <a:cs typeface="Arial" charset="0"/>
            </a:endParaRPr>
          </a:p>
        </p:txBody>
      </p:sp>
      <p:sp>
        <p:nvSpPr>
          <p:cNvPr id="64" name="Text Placeholder 21">
            <a:extLst>
              <a:ext uri="{FF2B5EF4-FFF2-40B4-BE49-F238E27FC236}">
                <a16:creationId xmlns:a16="http://schemas.microsoft.com/office/drawing/2014/main" id="{21604DCE-2860-47E1-9A45-B850AE2D525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29165" y="4602208"/>
            <a:ext cx="7937295" cy="149475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3005" b="0" i="1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 lvl="0"/>
            <a:r>
              <a:rPr lang="en-US" dirty="0"/>
              <a:t>Subheads are 24pt Arial Italic sentence case and can be 2 lines.</a:t>
            </a:r>
          </a:p>
        </p:txBody>
      </p:sp>
      <p:sp>
        <p:nvSpPr>
          <p:cNvPr id="71" name="Title 1">
            <a:extLst>
              <a:ext uri="{FF2B5EF4-FFF2-40B4-BE49-F238E27FC236}">
                <a16:creationId xmlns:a16="http://schemas.microsoft.com/office/drawing/2014/main" id="{4A4E4609-F19E-4DD3-A900-7CA905D6E6D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29165" y="1589472"/>
            <a:ext cx="9901943" cy="2802893"/>
          </a:xfrm>
          <a:prstGeom prst="rect">
            <a:avLst/>
          </a:prstGeom>
        </p:spPr>
        <p:txBody>
          <a:bodyPr anchor="b" anchorCtr="0"/>
          <a:lstStyle>
            <a:lvl1pPr algn="l">
              <a:lnSpc>
                <a:spcPct val="100000"/>
              </a:lnSpc>
              <a:defRPr sz="4504" b="1" i="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Headline 36pt Arial Bold Title Case Should Be No More Than 2 Lines</a:t>
            </a:r>
          </a:p>
        </p:txBody>
      </p:sp>
      <p:sp>
        <p:nvSpPr>
          <p:cNvPr id="73" name="Subtitle 2">
            <a:extLst>
              <a:ext uri="{FF2B5EF4-FFF2-40B4-BE49-F238E27FC236}">
                <a16:creationId xmlns:a16="http://schemas.microsoft.com/office/drawing/2014/main" id="{BB2AC513-3F13-403A-8294-79335D9E765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29165" y="6898081"/>
            <a:ext cx="7937295" cy="83659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250"/>
              </a:spcBef>
              <a:buNone/>
              <a:defRPr sz="2002" baseline="0">
                <a:solidFill>
                  <a:schemeClr val="bg1"/>
                </a:solidFill>
              </a:defRPr>
            </a:lvl1pPr>
            <a:lvl2pPr marL="571614" indent="0" algn="ctr">
              <a:buNone/>
              <a:defRPr sz="2502"/>
            </a:lvl2pPr>
            <a:lvl3pPr marL="1143236" indent="0" algn="ctr">
              <a:buNone/>
              <a:defRPr sz="2252"/>
            </a:lvl3pPr>
            <a:lvl4pPr marL="1714850" indent="0" algn="ctr">
              <a:buNone/>
              <a:defRPr sz="2002"/>
            </a:lvl4pPr>
            <a:lvl5pPr marL="2286464" indent="0" algn="ctr">
              <a:buNone/>
              <a:defRPr sz="2002"/>
            </a:lvl5pPr>
            <a:lvl6pPr marL="2858083" indent="0" algn="ctr">
              <a:buNone/>
              <a:defRPr sz="2002"/>
            </a:lvl6pPr>
            <a:lvl7pPr marL="3429700" indent="0" algn="ctr">
              <a:buNone/>
              <a:defRPr sz="2002"/>
            </a:lvl7pPr>
            <a:lvl8pPr marL="4001314" indent="0" algn="ctr">
              <a:buNone/>
              <a:defRPr sz="2002"/>
            </a:lvl8pPr>
            <a:lvl9pPr marL="4572932" indent="0" algn="ctr">
              <a:buNone/>
              <a:defRPr sz="2002"/>
            </a:lvl9pPr>
          </a:lstStyle>
          <a:p>
            <a:r>
              <a:rPr lang="en-US" dirty="0"/>
              <a:t>Author First Last Name, Title 16pt Arial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77F8B223-93F9-9E4B-8F7C-EC9FC4ACDAD5}"/>
              </a:ext>
            </a:extLst>
          </p:cNvPr>
          <p:cNvGrpSpPr/>
          <p:nvPr/>
        </p:nvGrpSpPr>
        <p:grpSpPr>
          <a:xfrm>
            <a:off x="8795309" y="3440023"/>
            <a:ext cx="6444694" cy="4629150"/>
            <a:chOff x="7036244" y="2752016"/>
            <a:chExt cx="5155756" cy="3703320"/>
          </a:xfrm>
          <a:solidFill>
            <a:schemeClr val="accent1"/>
          </a:solidFill>
        </p:grpSpPr>
        <p:sp>
          <p:nvSpPr>
            <p:cNvPr id="103" name="Freeform 102">
              <a:extLst>
                <a:ext uri="{FF2B5EF4-FFF2-40B4-BE49-F238E27FC236}">
                  <a16:creationId xmlns:a16="http://schemas.microsoft.com/office/drawing/2014/main" id="{676A8BEE-D814-7949-9114-89017682369E}"/>
                </a:ext>
              </a:extLst>
            </p:cNvPr>
            <p:cNvSpPr/>
            <p:nvPr/>
          </p:nvSpPr>
          <p:spPr>
            <a:xfrm>
              <a:off x="9432234" y="2752016"/>
              <a:ext cx="2759766" cy="549150"/>
            </a:xfrm>
            <a:custGeom>
              <a:avLst/>
              <a:gdLst>
                <a:gd name="connsiteX0" fmla="*/ 274575 w 2759766"/>
                <a:gd name="connsiteY0" fmla="*/ 0 h 549150"/>
                <a:gd name="connsiteX1" fmla="*/ 276476 w 2759766"/>
                <a:gd name="connsiteY1" fmla="*/ 192 h 549150"/>
                <a:gd name="connsiteX2" fmla="*/ 276476 w 2759766"/>
                <a:gd name="connsiteY2" fmla="*/ 0 h 549150"/>
                <a:gd name="connsiteX3" fmla="*/ 1832666 w 2759766"/>
                <a:gd name="connsiteY3" fmla="*/ 0 h 549150"/>
                <a:gd name="connsiteX4" fmla="*/ 2706584 w 2759766"/>
                <a:gd name="connsiteY4" fmla="*/ 0 h 549150"/>
                <a:gd name="connsiteX5" fmla="*/ 2759766 w 2759766"/>
                <a:gd name="connsiteY5" fmla="*/ 0 h 549150"/>
                <a:gd name="connsiteX6" fmla="*/ 2759766 w 2759766"/>
                <a:gd name="connsiteY6" fmla="*/ 549150 h 549150"/>
                <a:gd name="connsiteX7" fmla="*/ 2706584 w 2759766"/>
                <a:gd name="connsiteY7" fmla="*/ 549150 h 549150"/>
                <a:gd name="connsiteX8" fmla="*/ 1832666 w 2759766"/>
                <a:gd name="connsiteY8" fmla="*/ 549150 h 549150"/>
                <a:gd name="connsiteX9" fmla="*/ 276476 w 2759766"/>
                <a:gd name="connsiteY9" fmla="*/ 549150 h 549150"/>
                <a:gd name="connsiteX10" fmla="*/ 276476 w 2759766"/>
                <a:gd name="connsiteY10" fmla="*/ 548958 h 549150"/>
                <a:gd name="connsiteX11" fmla="*/ 274575 w 2759766"/>
                <a:gd name="connsiteY11" fmla="*/ 549150 h 549150"/>
                <a:gd name="connsiteX12" fmla="*/ 0 w 2759766"/>
                <a:gd name="connsiteY12" fmla="*/ 274575 h 549150"/>
                <a:gd name="connsiteX13" fmla="*/ 274575 w 2759766"/>
                <a:gd name="connsiteY13" fmla="*/ 0 h 549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759766" h="549150">
                  <a:moveTo>
                    <a:pt x="274575" y="0"/>
                  </a:moveTo>
                  <a:lnTo>
                    <a:pt x="276476" y="192"/>
                  </a:lnTo>
                  <a:lnTo>
                    <a:pt x="276476" y="0"/>
                  </a:lnTo>
                  <a:lnTo>
                    <a:pt x="1832666" y="0"/>
                  </a:lnTo>
                  <a:lnTo>
                    <a:pt x="2706584" y="0"/>
                  </a:lnTo>
                  <a:lnTo>
                    <a:pt x="2759766" y="0"/>
                  </a:lnTo>
                  <a:lnTo>
                    <a:pt x="2759766" y="549150"/>
                  </a:lnTo>
                  <a:lnTo>
                    <a:pt x="2706584" y="549150"/>
                  </a:lnTo>
                  <a:lnTo>
                    <a:pt x="1832666" y="549150"/>
                  </a:lnTo>
                  <a:lnTo>
                    <a:pt x="276476" y="549150"/>
                  </a:lnTo>
                  <a:lnTo>
                    <a:pt x="276476" y="548958"/>
                  </a:lnTo>
                  <a:lnTo>
                    <a:pt x="274575" y="549150"/>
                  </a:lnTo>
                  <a:cubicBezTo>
                    <a:pt x="122931" y="549150"/>
                    <a:pt x="0" y="426219"/>
                    <a:pt x="0" y="274575"/>
                  </a:cubicBezTo>
                  <a:cubicBezTo>
                    <a:pt x="0" y="122932"/>
                    <a:pt x="122931" y="0"/>
                    <a:pt x="274575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t" anchorCtr="0">
              <a:noAutofit/>
            </a:bodyPr>
            <a:lstStyle/>
            <a:p>
              <a:pPr algn="l"/>
              <a:endParaRPr lang="en-US" sz="2002" dirty="0"/>
            </a:p>
          </p:txBody>
        </p:sp>
        <p:sp>
          <p:nvSpPr>
            <p:cNvPr id="100" name="Freeform 99">
              <a:extLst>
                <a:ext uri="{FF2B5EF4-FFF2-40B4-BE49-F238E27FC236}">
                  <a16:creationId xmlns:a16="http://schemas.microsoft.com/office/drawing/2014/main" id="{796E5C83-B5E5-1D4C-84FB-62353DC44BD9}"/>
                </a:ext>
              </a:extLst>
            </p:cNvPr>
            <p:cNvSpPr/>
            <p:nvPr/>
          </p:nvSpPr>
          <p:spPr>
            <a:xfrm>
              <a:off x="7850557" y="5906186"/>
              <a:ext cx="4341443" cy="549150"/>
            </a:xfrm>
            <a:custGeom>
              <a:avLst/>
              <a:gdLst>
                <a:gd name="connsiteX0" fmla="*/ 274575 w 4341443"/>
                <a:gd name="connsiteY0" fmla="*/ 0 h 549150"/>
                <a:gd name="connsiteX1" fmla="*/ 276477 w 4341443"/>
                <a:gd name="connsiteY1" fmla="*/ 192 h 549150"/>
                <a:gd name="connsiteX2" fmla="*/ 276477 w 4341443"/>
                <a:gd name="connsiteY2" fmla="*/ 0 h 549150"/>
                <a:gd name="connsiteX3" fmla="*/ 3414343 w 4341443"/>
                <a:gd name="connsiteY3" fmla="*/ 0 h 549150"/>
                <a:gd name="connsiteX4" fmla="*/ 4288263 w 4341443"/>
                <a:gd name="connsiteY4" fmla="*/ 0 h 549150"/>
                <a:gd name="connsiteX5" fmla="*/ 4341443 w 4341443"/>
                <a:gd name="connsiteY5" fmla="*/ 0 h 549150"/>
                <a:gd name="connsiteX6" fmla="*/ 4341443 w 4341443"/>
                <a:gd name="connsiteY6" fmla="*/ 549150 h 549150"/>
                <a:gd name="connsiteX7" fmla="*/ 4288263 w 4341443"/>
                <a:gd name="connsiteY7" fmla="*/ 549150 h 549150"/>
                <a:gd name="connsiteX8" fmla="*/ 3414343 w 4341443"/>
                <a:gd name="connsiteY8" fmla="*/ 549150 h 549150"/>
                <a:gd name="connsiteX9" fmla="*/ 276477 w 4341443"/>
                <a:gd name="connsiteY9" fmla="*/ 549150 h 549150"/>
                <a:gd name="connsiteX10" fmla="*/ 276477 w 4341443"/>
                <a:gd name="connsiteY10" fmla="*/ 548959 h 549150"/>
                <a:gd name="connsiteX11" fmla="*/ 274575 w 4341443"/>
                <a:gd name="connsiteY11" fmla="*/ 549150 h 549150"/>
                <a:gd name="connsiteX12" fmla="*/ 0 w 4341443"/>
                <a:gd name="connsiteY12" fmla="*/ 274575 h 549150"/>
                <a:gd name="connsiteX13" fmla="*/ 274575 w 4341443"/>
                <a:gd name="connsiteY13" fmla="*/ 0 h 549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341443" h="549150">
                  <a:moveTo>
                    <a:pt x="274575" y="0"/>
                  </a:moveTo>
                  <a:lnTo>
                    <a:pt x="276477" y="192"/>
                  </a:lnTo>
                  <a:lnTo>
                    <a:pt x="276477" y="0"/>
                  </a:lnTo>
                  <a:lnTo>
                    <a:pt x="3414343" y="0"/>
                  </a:lnTo>
                  <a:lnTo>
                    <a:pt x="4288263" y="0"/>
                  </a:lnTo>
                  <a:lnTo>
                    <a:pt x="4341443" y="0"/>
                  </a:lnTo>
                  <a:lnTo>
                    <a:pt x="4341443" y="549150"/>
                  </a:lnTo>
                  <a:lnTo>
                    <a:pt x="4288263" y="549150"/>
                  </a:lnTo>
                  <a:lnTo>
                    <a:pt x="3414343" y="549150"/>
                  </a:lnTo>
                  <a:lnTo>
                    <a:pt x="276477" y="549150"/>
                  </a:lnTo>
                  <a:lnTo>
                    <a:pt x="276477" y="548959"/>
                  </a:lnTo>
                  <a:lnTo>
                    <a:pt x="274575" y="549150"/>
                  </a:lnTo>
                  <a:cubicBezTo>
                    <a:pt x="122932" y="549150"/>
                    <a:pt x="0" y="426219"/>
                    <a:pt x="0" y="274575"/>
                  </a:cubicBezTo>
                  <a:cubicBezTo>
                    <a:pt x="0" y="122932"/>
                    <a:pt x="122932" y="0"/>
                    <a:pt x="274575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t" anchorCtr="0">
              <a:noAutofit/>
            </a:bodyPr>
            <a:lstStyle/>
            <a:p>
              <a:pPr algn="l"/>
              <a:endParaRPr lang="en-US" sz="2002" dirty="0"/>
            </a:p>
          </p:txBody>
        </p:sp>
        <p:sp>
          <p:nvSpPr>
            <p:cNvPr id="102" name="Freeform 101">
              <a:extLst>
                <a:ext uri="{FF2B5EF4-FFF2-40B4-BE49-F238E27FC236}">
                  <a16:creationId xmlns:a16="http://schemas.microsoft.com/office/drawing/2014/main" id="{F694892D-C7AC-A442-B8F6-4CDEB7DD8228}"/>
                </a:ext>
              </a:extLst>
            </p:cNvPr>
            <p:cNvSpPr/>
            <p:nvPr/>
          </p:nvSpPr>
          <p:spPr>
            <a:xfrm>
              <a:off x="7451067" y="3804028"/>
              <a:ext cx="4740933" cy="549150"/>
            </a:xfrm>
            <a:custGeom>
              <a:avLst/>
              <a:gdLst>
                <a:gd name="connsiteX0" fmla="*/ 274073 w 4740933"/>
                <a:gd name="connsiteY0" fmla="*/ 0 h 549150"/>
                <a:gd name="connsiteX1" fmla="*/ 278104 w 4740933"/>
                <a:gd name="connsiteY1" fmla="*/ 407 h 549150"/>
                <a:gd name="connsiteX2" fmla="*/ 278104 w 4740933"/>
                <a:gd name="connsiteY2" fmla="*/ 0 h 549150"/>
                <a:gd name="connsiteX3" fmla="*/ 3813833 w 4740933"/>
                <a:gd name="connsiteY3" fmla="*/ 0 h 549150"/>
                <a:gd name="connsiteX4" fmla="*/ 4687752 w 4740933"/>
                <a:gd name="connsiteY4" fmla="*/ 0 h 549150"/>
                <a:gd name="connsiteX5" fmla="*/ 4740933 w 4740933"/>
                <a:gd name="connsiteY5" fmla="*/ 0 h 549150"/>
                <a:gd name="connsiteX6" fmla="*/ 4740933 w 4740933"/>
                <a:gd name="connsiteY6" fmla="*/ 549150 h 549150"/>
                <a:gd name="connsiteX7" fmla="*/ 4687752 w 4740933"/>
                <a:gd name="connsiteY7" fmla="*/ 549150 h 549150"/>
                <a:gd name="connsiteX8" fmla="*/ 3813833 w 4740933"/>
                <a:gd name="connsiteY8" fmla="*/ 549150 h 549150"/>
                <a:gd name="connsiteX9" fmla="*/ 278104 w 4740933"/>
                <a:gd name="connsiteY9" fmla="*/ 549150 h 549150"/>
                <a:gd name="connsiteX10" fmla="*/ 278104 w 4740933"/>
                <a:gd name="connsiteY10" fmla="*/ 547742 h 549150"/>
                <a:gd name="connsiteX11" fmla="*/ 274073 w 4740933"/>
                <a:gd name="connsiteY11" fmla="*/ 548148 h 549150"/>
                <a:gd name="connsiteX12" fmla="*/ 0 w 4740933"/>
                <a:gd name="connsiteY12" fmla="*/ 274074 h 549150"/>
                <a:gd name="connsiteX13" fmla="*/ 274073 w 4740933"/>
                <a:gd name="connsiteY13" fmla="*/ 0 h 549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740933" h="549150">
                  <a:moveTo>
                    <a:pt x="274073" y="0"/>
                  </a:moveTo>
                  <a:lnTo>
                    <a:pt x="278104" y="407"/>
                  </a:lnTo>
                  <a:lnTo>
                    <a:pt x="278104" y="0"/>
                  </a:lnTo>
                  <a:lnTo>
                    <a:pt x="3813833" y="0"/>
                  </a:lnTo>
                  <a:lnTo>
                    <a:pt x="4687752" y="0"/>
                  </a:lnTo>
                  <a:lnTo>
                    <a:pt x="4740933" y="0"/>
                  </a:lnTo>
                  <a:lnTo>
                    <a:pt x="4740933" y="549150"/>
                  </a:lnTo>
                  <a:lnTo>
                    <a:pt x="4687752" y="549150"/>
                  </a:lnTo>
                  <a:lnTo>
                    <a:pt x="3813833" y="549150"/>
                  </a:lnTo>
                  <a:lnTo>
                    <a:pt x="278104" y="549150"/>
                  </a:lnTo>
                  <a:lnTo>
                    <a:pt x="278104" y="547742"/>
                  </a:lnTo>
                  <a:lnTo>
                    <a:pt x="274073" y="548148"/>
                  </a:lnTo>
                  <a:cubicBezTo>
                    <a:pt x="122707" y="548148"/>
                    <a:pt x="0" y="425441"/>
                    <a:pt x="0" y="274074"/>
                  </a:cubicBezTo>
                  <a:cubicBezTo>
                    <a:pt x="0" y="122707"/>
                    <a:pt x="122707" y="0"/>
                    <a:pt x="274073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l"/>
              <a:endParaRPr lang="en-US" sz="2002" dirty="0"/>
            </a:p>
          </p:txBody>
        </p:sp>
        <p:sp>
          <p:nvSpPr>
            <p:cNvPr id="101" name="Freeform 100">
              <a:extLst>
                <a:ext uri="{FF2B5EF4-FFF2-40B4-BE49-F238E27FC236}">
                  <a16:creationId xmlns:a16="http://schemas.microsoft.com/office/drawing/2014/main" id="{6671C44A-5B20-DD46-8500-55C2BAA1DA5A}"/>
                </a:ext>
              </a:extLst>
            </p:cNvPr>
            <p:cNvSpPr/>
            <p:nvPr/>
          </p:nvSpPr>
          <p:spPr>
            <a:xfrm>
              <a:off x="7036244" y="4854606"/>
              <a:ext cx="5155756" cy="549150"/>
            </a:xfrm>
            <a:custGeom>
              <a:avLst/>
              <a:gdLst>
                <a:gd name="connsiteX0" fmla="*/ 299044 w 5155756"/>
                <a:gd name="connsiteY0" fmla="*/ 0 h 549150"/>
                <a:gd name="connsiteX1" fmla="*/ 300889 w 5155756"/>
                <a:gd name="connsiteY1" fmla="*/ 171 h 549150"/>
                <a:gd name="connsiteX2" fmla="*/ 300889 w 5155756"/>
                <a:gd name="connsiteY2" fmla="*/ 0 h 549150"/>
                <a:gd name="connsiteX3" fmla="*/ 4228656 w 5155756"/>
                <a:gd name="connsiteY3" fmla="*/ 0 h 549150"/>
                <a:gd name="connsiteX4" fmla="*/ 5103517 w 5155756"/>
                <a:gd name="connsiteY4" fmla="*/ 0 h 549150"/>
                <a:gd name="connsiteX5" fmla="*/ 5155756 w 5155756"/>
                <a:gd name="connsiteY5" fmla="*/ 0 h 549150"/>
                <a:gd name="connsiteX6" fmla="*/ 5155756 w 5155756"/>
                <a:gd name="connsiteY6" fmla="*/ 549150 h 549150"/>
                <a:gd name="connsiteX7" fmla="*/ 5103517 w 5155756"/>
                <a:gd name="connsiteY7" fmla="*/ 549150 h 549150"/>
                <a:gd name="connsiteX8" fmla="*/ 4228656 w 5155756"/>
                <a:gd name="connsiteY8" fmla="*/ 549150 h 549150"/>
                <a:gd name="connsiteX9" fmla="*/ 300889 w 5155756"/>
                <a:gd name="connsiteY9" fmla="*/ 549150 h 549150"/>
                <a:gd name="connsiteX10" fmla="*/ 300889 w 5155756"/>
                <a:gd name="connsiteY10" fmla="*/ 548980 h 549150"/>
                <a:gd name="connsiteX11" fmla="*/ 299044 w 5155756"/>
                <a:gd name="connsiteY11" fmla="*/ 549150 h 549150"/>
                <a:gd name="connsiteX12" fmla="*/ 0 w 5155756"/>
                <a:gd name="connsiteY12" fmla="*/ 274575 h 549150"/>
                <a:gd name="connsiteX13" fmla="*/ 299044 w 5155756"/>
                <a:gd name="connsiteY13" fmla="*/ 0 h 549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155756" h="549150">
                  <a:moveTo>
                    <a:pt x="299044" y="0"/>
                  </a:moveTo>
                  <a:lnTo>
                    <a:pt x="300889" y="171"/>
                  </a:lnTo>
                  <a:lnTo>
                    <a:pt x="300889" y="0"/>
                  </a:lnTo>
                  <a:lnTo>
                    <a:pt x="4228656" y="0"/>
                  </a:lnTo>
                  <a:lnTo>
                    <a:pt x="5103517" y="0"/>
                  </a:lnTo>
                  <a:lnTo>
                    <a:pt x="5155756" y="0"/>
                  </a:lnTo>
                  <a:lnTo>
                    <a:pt x="5155756" y="549150"/>
                  </a:lnTo>
                  <a:lnTo>
                    <a:pt x="5103517" y="549150"/>
                  </a:lnTo>
                  <a:lnTo>
                    <a:pt x="4228656" y="549150"/>
                  </a:lnTo>
                  <a:lnTo>
                    <a:pt x="300889" y="549150"/>
                  </a:lnTo>
                  <a:lnTo>
                    <a:pt x="300889" y="548980"/>
                  </a:lnTo>
                  <a:lnTo>
                    <a:pt x="299044" y="549150"/>
                  </a:lnTo>
                  <a:cubicBezTo>
                    <a:pt x="133887" y="549150"/>
                    <a:pt x="0" y="426219"/>
                    <a:pt x="0" y="274575"/>
                  </a:cubicBezTo>
                  <a:cubicBezTo>
                    <a:pt x="0" y="122932"/>
                    <a:pt x="133887" y="0"/>
                    <a:pt x="299044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l"/>
              <a:endParaRPr lang="en-US" sz="2002" dirty="0"/>
            </a:p>
          </p:txBody>
        </p:sp>
      </p:grpSp>
      <p:pic>
        <p:nvPicPr>
          <p:cNvPr id="12" name="Graphic 11">
            <a:extLst>
              <a:ext uri="{FF2B5EF4-FFF2-40B4-BE49-F238E27FC236}">
                <a16:creationId xmlns:a16="http://schemas.microsoft.com/office/drawing/2014/main" id="{8E3D6F47-43BF-4540-9690-AE662057D2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129600" y="554290"/>
            <a:ext cx="0" cy="0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E8E2C89B-7571-F544-938F-C9997978262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499897" y="919321"/>
            <a:ext cx="2809875" cy="508000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A849D536-F609-A744-B36A-8BFB5245F4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129600" y="554290"/>
            <a:ext cx="0" cy="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11233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 Blue - IQVIA">
    <p:bg>
      <p:bgPr>
        <a:gradFill>
          <a:gsLst>
            <a:gs pos="20000">
              <a:schemeClr val="accent2"/>
            </a:gs>
            <a:gs pos="80000">
              <a:schemeClr val="accent1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TextBox 69">
            <a:extLst>
              <a:ext uri="{FF2B5EF4-FFF2-40B4-BE49-F238E27FC236}">
                <a16:creationId xmlns:a16="http://schemas.microsoft.com/office/drawing/2014/main" id="{70EE6CC4-BDAD-452E-AE32-77E9A1B11636}"/>
              </a:ext>
            </a:extLst>
          </p:cNvPr>
          <p:cNvSpPr txBox="1"/>
          <p:nvPr/>
        </p:nvSpPr>
        <p:spPr bwMode="black">
          <a:xfrm>
            <a:off x="913627" y="8149710"/>
            <a:ext cx="9653541" cy="269756"/>
          </a:xfrm>
          <a:prstGeom prst="rect">
            <a:avLst/>
          </a:prstGeom>
          <a:ln>
            <a:noFill/>
          </a:ln>
        </p:spPr>
        <p:txBody>
          <a:bodyPr vert="horz" wrap="square" lIns="114298" tIns="57151" rIns="114298" bIns="57151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114323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3" dirty="0">
                <a:solidFill>
                  <a:srgbClr val="7FD1EF"/>
                </a:solidFill>
                <a:ea typeface="Arial" charset="0"/>
                <a:cs typeface="Arial" charset="0"/>
              </a:rPr>
              <a:t>© 2021. All rights reserved. IQVIA</a:t>
            </a:r>
            <a:r>
              <a:rPr lang="en-US" sz="1003" baseline="30000" dirty="0">
                <a:solidFill>
                  <a:srgbClr val="7FD1EF"/>
                </a:solidFill>
                <a:ea typeface="Arial" charset="0"/>
                <a:cs typeface="Arial" charset="0"/>
              </a:rPr>
              <a:t>®</a:t>
            </a:r>
            <a:r>
              <a:rPr lang="en-US" sz="1003" dirty="0">
                <a:solidFill>
                  <a:srgbClr val="7FD1EF"/>
                </a:solidFill>
                <a:ea typeface="Arial" charset="0"/>
                <a:cs typeface="Arial" charset="0"/>
              </a:rPr>
              <a:t> is a registered trademark of IQVIA Inc. in the United States, the European Union, and various other countries. </a:t>
            </a:r>
          </a:p>
        </p:txBody>
      </p:sp>
      <p:sp>
        <p:nvSpPr>
          <p:cNvPr id="64" name="Text Placeholder 21">
            <a:extLst>
              <a:ext uri="{FF2B5EF4-FFF2-40B4-BE49-F238E27FC236}">
                <a16:creationId xmlns:a16="http://schemas.microsoft.com/office/drawing/2014/main" id="{21604DCE-2860-47E1-9A45-B850AE2D525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29165" y="4602208"/>
            <a:ext cx="7937295" cy="149475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3005" b="0" i="1">
                <a:solidFill>
                  <a:srgbClr val="BFE8F7"/>
                </a:solidFill>
              </a:defRPr>
            </a:lvl1pPr>
          </a:lstStyle>
          <a:p>
            <a:pPr lvl="0"/>
            <a:r>
              <a:rPr lang="en-US" dirty="0"/>
              <a:t>Subheads are 24pt Arial Italic sentence case and can be 2 lines.</a:t>
            </a:r>
          </a:p>
        </p:txBody>
      </p:sp>
      <p:sp>
        <p:nvSpPr>
          <p:cNvPr id="71" name="Title 1">
            <a:extLst>
              <a:ext uri="{FF2B5EF4-FFF2-40B4-BE49-F238E27FC236}">
                <a16:creationId xmlns:a16="http://schemas.microsoft.com/office/drawing/2014/main" id="{4A4E4609-F19E-4DD3-A900-7CA905D6E6D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29165" y="1589472"/>
            <a:ext cx="9901943" cy="2802893"/>
          </a:xfrm>
          <a:prstGeom prst="rect">
            <a:avLst/>
          </a:prstGeom>
        </p:spPr>
        <p:txBody>
          <a:bodyPr anchor="b" anchorCtr="0"/>
          <a:lstStyle>
            <a:lvl1pPr algn="l">
              <a:lnSpc>
                <a:spcPct val="100000"/>
              </a:lnSpc>
              <a:defRPr sz="4504" b="1" i="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Headline 36pt Arial Bold Title Case Should Be No More Than 2 Lines</a:t>
            </a:r>
          </a:p>
        </p:txBody>
      </p:sp>
      <p:sp>
        <p:nvSpPr>
          <p:cNvPr id="73" name="Subtitle 2">
            <a:extLst>
              <a:ext uri="{FF2B5EF4-FFF2-40B4-BE49-F238E27FC236}">
                <a16:creationId xmlns:a16="http://schemas.microsoft.com/office/drawing/2014/main" id="{BB2AC513-3F13-403A-8294-79335D9E765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29165" y="6898081"/>
            <a:ext cx="7937295" cy="83659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250"/>
              </a:spcBef>
              <a:buNone/>
              <a:defRPr sz="2002" baseline="0">
                <a:solidFill>
                  <a:schemeClr val="bg1"/>
                </a:solidFill>
              </a:defRPr>
            </a:lvl1pPr>
            <a:lvl2pPr marL="571614" indent="0" algn="ctr">
              <a:buNone/>
              <a:defRPr sz="2502"/>
            </a:lvl2pPr>
            <a:lvl3pPr marL="1143236" indent="0" algn="ctr">
              <a:buNone/>
              <a:defRPr sz="2252"/>
            </a:lvl3pPr>
            <a:lvl4pPr marL="1714850" indent="0" algn="ctr">
              <a:buNone/>
              <a:defRPr sz="2002"/>
            </a:lvl4pPr>
            <a:lvl5pPr marL="2286464" indent="0" algn="ctr">
              <a:buNone/>
              <a:defRPr sz="2002"/>
            </a:lvl5pPr>
            <a:lvl6pPr marL="2858083" indent="0" algn="ctr">
              <a:buNone/>
              <a:defRPr sz="2002"/>
            </a:lvl6pPr>
            <a:lvl7pPr marL="3429700" indent="0" algn="ctr">
              <a:buNone/>
              <a:defRPr sz="2002"/>
            </a:lvl7pPr>
            <a:lvl8pPr marL="4001314" indent="0" algn="ctr">
              <a:buNone/>
              <a:defRPr sz="2002"/>
            </a:lvl8pPr>
            <a:lvl9pPr marL="4572932" indent="0" algn="ctr">
              <a:buNone/>
              <a:defRPr sz="2002"/>
            </a:lvl9pPr>
          </a:lstStyle>
          <a:p>
            <a:r>
              <a:rPr lang="en-US" dirty="0"/>
              <a:t>Author First Last Name, Title 16pt Arial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77F8B223-93F9-9E4B-8F7C-EC9FC4ACDAD5}"/>
              </a:ext>
            </a:extLst>
          </p:cNvPr>
          <p:cNvGrpSpPr/>
          <p:nvPr/>
        </p:nvGrpSpPr>
        <p:grpSpPr>
          <a:xfrm>
            <a:off x="8795309" y="3440023"/>
            <a:ext cx="6444694" cy="4629150"/>
            <a:chOff x="7036244" y="2752016"/>
            <a:chExt cx="5155756" cy="3703320"/>
          </a:xfrm>
          <a:solidFill>
            <a:schemeClr val="accent2"/>
          </a:solidFill>
        </p:grpSpPr>
        <p:sp>
          <p:nvSpPr>
            <p:cNvPr id="103" name="Freeform 102">
              <a:extLst>
                <a:ext uri="{FF2B5EF4-FFF2-40B4-BE49-F238E27FC236}">
                  <a16:creationId xmlns:a16="http://schemas.microsoft.com/office/drawing/2014/main" id="{676A8BEE-D814-7949-9114-89017682369E}"/>
                </a:ext>
              </a:extLst>
            </p:cNvPr>
            <p:cNvSpPr/>
            <p:nvPr/>
          </p:nvSpPr>
          <p:spPr>
            <a:xfrm>
              <a:off x="9432234" y="2752016"/>
              <a:ext cx="2759766" cy="549150"/>
            </a:xfrm>
            <a:custGeom>
              <a:avLst/>
              <a:gdLst>
                <a:gd name="connsiteX0" fmla="*/ 274575 w 2759766"/>
                <a:gd name="connsiteY0" fmla="*/ 0 h 549150"/>
                <a:gd name="connsiteX1" fmla="*/ 276476 w 2759766"/>
                <a:gd name="connsiteY1" fmla="*/ 192 h 549150"/>
                <a:gd name="connsiteX2" fmla="*/ 276476 w 2759766"/>
                <a:gd name="connsiteY2" fmla="*/ 0 h 549150"/>
                <a:gd name="connsiteX3" fmla="*/ 1832666 w 2759766"/>
                <a:gd name="connsiteY3" fmla="*/ 0 h 549150"/>
                <a:gd name="connsiteX4" fmla="*/ 2706584 w 2759766"/>
                <a:gd name="connsiteY4" fmla="*/ 0 h 549150"/>
                <a:gd name="connsiteX5" fmla="*/ 2759766 w 2759766"/>
                <a:gd name="connsiteY5" fmla="*/ 0 h 549150"/>
                <a:gd name="connsiteX6" fmla="*/ 2759766 w 2759766"/>
                <a:gd name="connsiteY6" fmla="*/ 549150 h 549150"/>
                <a:gd name="connsiteX7" fmla="*/ 2706584 w 2759766"/>
                <a:gd name="connsiteY7" fmla="*/ 549150 h 549150"/>
                <a:gd name="connsiteX8" fmla="*/ 1832666 w 2759766"/>
                <a:gd name="connsiteY8" fmla="*/ 549150 h 549150"/>
                <a:gd name="connsiteX9" fmla="*/ 276476 w 2759766"/>
                <a:gd name="connsiteY9" fmla="*/ 549150 h 549150"/>
                <a:gd name="connsiteX10" fmla="*/ 276476 w 2759766"/>
                <a:gd name="connsiteY10" fmla="*/ 548958 h 549150"/>
                <a:gd name="connsiteX11" fmla="*/ 274575 w 2759766"/>
                <a:gd name="connsiteY11" fmla="*/ 549150 h 549150"/>
                <a:gd name="connsiteX12" fmla="*/ 0 w 2759766"/>
                <a:gd name="connsiteY12" fmla="*/ 274575 h 549150"/>
                <a:gd name="connsiteX13" fmla="*/ 274575 w 2759766"/>
                <a:gd name="connsiteY13" fmla="*/ 0 h 549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759766" h="549150">
                  <a:moveTo>
                    <a:pt x="274575" y="0"/>
                  </a:moveTo>
                  <a:lnTo>
                    <a:pt x="276476" y="192"/>
                  </a:lnTo>
                  <a:lnTo>
                    <a:pt x="276476" y="0"/>
                  </a:lnTo>
                  <a:lnTo>
                    <a:pt x="1832666" y="0"/>
                  </a:lnTo>
                  <a:lnTo>
                    <a:pt x="2706584" y="0"/>
                  </a:lnTo>
                  <a:lnTo>
                    <a:pt x="2759766" y="0"/>
                  </a:lnTo>
                  <a:lnTo>
                    <a:pt x="2759766" y="549150"/>
                  </a:lnTo>
                  <a:lnTo>
                    <a:pt x="2706584" y="549150"/>
                  </a:lnTo>
                  <a:lnTo>
                    <a:pt x="1832666" y="549150"/>
                  </a:lnTo>
                  <a:lnTo>
                    <a:pt x="276476" y="549150"/>
                  </a:lnTo>
                  <a:lnTo>
                    <a:pt x="276476" y="548958"/>
                  </a:lnTo>
                  <a:lnTo>
                    <a:pt x="274575" y="549150"/>
                  </a:lnTo>
                  <a:cubicBezTo>
                    <a:pt x="122931" y="549150"/>
                    <a:pt x="0" y="426219"/>
                    <a:pt x="0" y="274575"/>
                  </a:cubicBezTo>
                  <a:cubicBezTo>
                    <a:pt x="0" y="122932"/>
                    <a:pt x="122931" y="0"/>
                    <a:pt x="274575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t" anchorCtr="0">
              <a:noAutofit/>
            </a:bodyPr>
            <a:lstStyle/>
            <a:p>
              <a:pPr algn="l"/>
              <a:endParaRPr lang="en-US" sz="2002" dirty="0"/>
            </a:p>
          </p:txBody>
        </p:sp>
        <p:sp>
          <p:nvSpPr>
            <p:cNvPr id="100" name="Freeform 99">
              <a:extLst>
                <a:ext uri="{FF2B5EF4-FFF2-40B4-BE49-F238E27FC236}">
                  <a16:creationId xmlns:a16="http://schemas.microsoft.com/office/drawing/2014/main" id="{796E5C83-B5E5-1D4C-84FB-62353DC44BD9}"/>
                </a:ext>
              </a:extLst>
            </p:cNvPr>
            <p:cNvSpPr/>
            <p:nvPr/>
          </p:nvSpPr>
          <p:spPr>
            <a:xfrm>
              <a:off x="7850557" y="5906186"/>
              <a:ext cx="4341443" cy="549150"/>
            </a:xfrm>
            <a:custGeom>
              <a:avLst/>
              <a:gdLst>
                <a:gd name="connsiteX0" fmla="*/ 274575 w 4341443"/>
                <a:gd name="connsiteY0" fmla="*/ 0 h 549150"/>
                <a:gd name="connsiteX1" fmla="*/ 276477 w 4341443"/>
                <a:gd name="connsiteY1" fmla="*/ 192 h 549150"/>
                <a:gd name="connsiteX2" fmla="*/ 276477 w 4341443"/>
                <a:gd name="connsiteY2" fmla="*/ 0 h 549150"/>
                <a:gd name="connsiteX3" fmla="*/ 3414343 w 4341443"/>
                <a:gd name="connsiteY3" fmla="*/ 0 h 549150"/>
                <a:gd name="connsiteX4" fmla="*/ 4288263 w 4341443"/>
                <a:gd name="connsiteY4" fmla="*/ 0 h 549150"/>
                <a:gd name="connsiteX5" fmla="*/ 4341443 w 4341443"/>
                <a:gd name="connsiteY5" fmla="*/ 0 h 549150"/>
                <a:gd name="connsiteX6" fmla="*/ 4341443 w 4341443"/>
                <a:gd name="connsiteY6" fmla="*/ 549150 h 549150"/>
                <a:gd name="connsiteX7" fmla="*/ 4288263 w 4341443"/>
                <a:gd name="connsiteY7" fmla="*/ 549150 h 549150"/>
                <a:gd name="connsiteX8" fmla="*/ 3414343 w 4341443"/>
                <a:gd name="connsiteY8" fmla="*/ 549150 h 549150"/>
                <a:gd name="connsiteX9" fmla="*/ 276477 w 4341443"/>
                <a:gd name="connsiteY9" fmla="*/ 549150 h 549150"/>
                <a:gd name="connsiteX10" fmla="*/ 276477 w 4341443"/>
                <a:gd name="connsiteY10" fmla="*/ 548959 h 549150"/>
                <a:gd name="connsiteX11" fmla="*/ 274575 w 4341443"/>
                <a:gd name="connsiteY11" fmla="*/ 549150 h 549150"/>
                <a:gd name="connsiteX12" fmla="*/ 0 w 4341443"/>
                <a:gd name="connsiteY12" fmla="*/ 274575 h 549150"/>
                <a:gd name="connsiteX13" fmla="*/ 274575 w 4341443"/>
                <a:gd name="connsiteY13" fmla="*/ 0 h 549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341443" h="549150">
                  <a:moveTo>
                    <a:pt x="274575" y="0"/>
                  </a:moveTo>
                  <a:lnTo>
                    <a:pt x="276477" y="192"/>
                  </a:lnTo>
                  <a:lnTo>
                    <a:pt x="276477" y="0"/>
                  </a:lnTo>
                  <a:lnTo>
                    <a:pt x="3414343" y="0"/>
                  </a:lnTo>
                  <a:lnTo>
                    <a:pt x="4288263" y="0"/>
                  </a:lnTo>
                  <a:lnTo>
                    <a:pt x="4341443" y="0"/>
                  </a:lnTo>
                  <a:lnTo>
                    <a:pt x="4341443" y="549150"/>
                  </a:lnTo>
                  <a:lnTo>
                    <a:pt x="4288263" y="549150"/>
                  </a:lnTo>
                  <a:lnTo>
                    <a:pt x="3414343" y="549150"/>
                  </a:lnTo>
                  <a:lnTo>
                    <a:pt x="276477" y="549150"/>
                  </a:lnTo>
                  <a:lnTo>
                    <a:pt x="276477" y="548959"/>
                  </a:lnTo>
                  <a:lnTo>
                    <a:pt x="274575" y="549150"/>
                  </a:lnTo>
                  <a:cubicBezTo>
                    <a:pt x="122932" y="549150"/>
                    <a:pt x="0" y="426219"/>
                    <a:pt x="0" y="274575"/>
                  </a:cubicBezTo>
                  <a:cubicBezTo>
                    <a:pt x="0" y="122932"/>
                    <a:pt x="122932" y="0"/>
                    <a:pt x="274575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t" anchorCtr="0">
              <a:noAutofit/>
            </a:bodyPr>
            <a:lstStyle/>
            <a:p>
              <a:pPr algn="l"/>
              <a:endParaRPr lang="en-US" sz="2002" dirty="0"/>
            </a:p>
          </p:txBody>
        </p:sp>
        <p:sp>
          <p:nvSpPr>
            <p:cNvPr id="102" name="Freeform 101">
              <a:extLst>
                <a:ext uri="{FF2B5EF4-FFF2-40B4-BE49-F238E27FC236}">
                  <a16:creationId xmlns:a16="http://schemas.microsoft.com/office/drawing/2014/main" id="{F694892D-C7AC-A442-B8F6-4CDEB7DD8228}"/>
                </a:ext>
              </a:extLst>
            </p:cNvPr>
            <p:cNvSpPr/>
            <p:nvPr/>
          </p:nvSpPr>
          <p:spPr>
            <a:xfrm>
              <a:off x="7451067" y="3804028"/>
              <a:ext cx="4740933" cy="549150"/>
            </a:xfrm>
            <a:custGeom>
              <a:avLst/>
              <a:gdLst>
                <a:gd name="connsiteX0" fmla="*/ 274073 w 4740933"/>
                <a:gd name="connsiteY0" fmla="*/ 0 h 549150"/>
                <a:gd name="connsiteX1" fmla="*/ 278104 w 4740933"/>
                <a:gd name="connsiteY1" fmla="*/ 407 h 549150"/>
                <a:gd name="connsiteX2" fmla="*/ 278104 w 4740933"/>
                <a:gd name="connsiteY2" fmla="*/ 0 h 549150"/>
                <a:gd name="connsiteX3" fmla="*/ 3813833 w 4740933"/>
                <a:gd name="connsiteY3" fmla="*/ 0 h 549150"/>
                <a:gd name="connsiteX4" fmla="*/ 4687752 w 4740933"/>
                <a:gd name="connsiteY4" fmla="*/ 0 h 549150"/>
                <a:gd name="connsiteX5" fmla="*/ 4740933 w 4740933"/>
                <a:gd name="connsiteY5" fmla="*/ 0 h 549150"/>
                <a:gd name="connsiteX6" fmla="*/ 4740933 w 4740933"/>
                <a:gd name="connsiteY6" fmla="*/ 549150 h 549150"/>
                <a:gd name="connsiteX7" fmla="*/ 4687752 w 4740933"/>
                <a:gd name="connsiteY7" fmla="*/ 549150 h 549150"/>
                <a:gd name="connsiteX8" fmla="*/ 3813833 w 4740933"/>
                <a:gd name="connsiteY8" fmla="*/ 549150 h 549150"/>
                <a:gd name="connsiteX9" fmla="*/ 278104 w 4740933"/>
                <a:gd name="connsiteY9" fmla="*/ 549150 h 549150"/>
                <a:gd name="connsiteX10" fmla="*/ 278104 w 4740933"/>
                <a:gd name="connsiteY10" fmla="*/ 547742 h 549150"/>
                <a:gd name="connsiteX11" fmla="*/ 274073 w 4740933"/>
                <a:gd name="connsiteY11" fmla="*/ 548148 h 549150"/>
                <a:gd name="connsiteX12" fmla="*/ 0 w 4740933"/>
                <a:gd name="connsiteY12" fmla="*/ 274074 h 549150"/>
                <a:gd name="connsiteX13" fmla="*/ 274073 w 4740933"/>
                <a:gd name="connsiteY13" fmla="*/ 0 h 549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740933" h="549150">
                  <a:moveTo>
                    <a:pt x="274073" y="0"/>
                  </a:moveTo>
                  <a:lnTo>
                    <a:pt x="278104" y="407"/>
                  </a:lnTo>
                  <a:lnTo>
                    <a:pt x="278104" y="0"/>
                  </a:lnTo>
                  <a:lnTo>
                    <a:pt x="3813833" y="0"/>
                  </a:lnTo>
                  <a:lnTo>
                    <a:pt x="4687752" y="0"/>
                  </a:lnTo>
                  <a:lnTo>
                    <a:pt x="4740933" y="0"/>
                  </a:lnTo>
                  <a:lnTo>
                    <a:pt x="4740933" y="549150"/>
                  </a:lnTo>
                  <a:lnTo>
                    <a:pt x="4687752" y="549150"/>
                  </a:lnTo>
                  <a:lnTo>
                    <a:pt x="3813833" y="549150"/>
                  </a:lnTo>
                  <a:lnTo>
                    <a:pt x="278104" y="549150"/>
                  </a:lnTo>
                  <a:lnTo>
                    <a:pt x="278104" y="547742"/>
                  </a:lnTo>
                  <a:lnTo>
                    <a:pt x="274073" y="548148"/>
                  </a:lnTo>
                  <a:cubicBezTo>
                    <a:pt x="122707" y="548148"/>
                    <a:pt x="0" y="425441"/>
                    <a:pt x="0" y="274074"/>
                  </a:cubicBezTo>
                  <a:cubicBezTo>
                    <a:pt x="0" y="122707"/>
                    <a:pt x="122707" y="0"/>
                    <a:pt x="274073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l"/>
              <a:endParaRPr lang="en-US" sz="2002" dirty="0"/>
            </a:p>
          </p:txBody>
        </p:sp>
        <p:sp>
          <p:nvSpPr>
            <p:cNvPr id="101" name="Freeform 100">
              <a:extLst>
                <a:ext uri="{FF2B5EF4-FFF2-40B4-BE49-F238E27FC236}">
                  <a16:creationId xmlns:a16="http://schemas.microsoft.com/office/drawing/2014/main" id="{6671C44A-5B20-DD46-8500-55C2BAA1DA5A}"/>
                </a:ext>
              </a:extLst>
            </p:cNvPr>
            <p:cNvSpPr/>
            <p:nvPr/>
          </p:nvSpPr>
          <p:spPr>
            <a:xfrm>
              <a:off x="7036244" y="4854606"/>
              <a:ext cx="5155756" cy="549150"/>
            </a:xfrm>
            <a:custGeom>
              <a:avLst/>
              <a:gdLst>
                <a:gd name="connsiteX0" fmla="*/ 299044 w 5155756"/>
                <a:gd name="connsiteY0" fmla="*/ 0 h 549150"/>
                <a:gd name="connsiteX1" fmla="*/ 300889 w 5155756"/>
                <a:gd name="connsiteY1" fmla="*/ 171 h 549150"/>
                <a:gd name="connsiteX2" fmla="*/ 300889 w 5155756"/>
                <a:gd name="connsiteY2" fmla="*/ 0 h 549150"/>
                <a:gd name="connsiteX3" fmla="*/ 4228656 w 5155756"/>
                <a:gd name="connsiteY3" fmla="*/ 0 h 549150"/>
                <a:gd name="connsiteX4" fmla="*/ 5103517 w 5155756"/>
                <a:gd name="connsiteY4" fmla="*/ 0 h 549150"/>
                <a:gd name="connsiteX5" fmla="*/ 5155756 w 5155756"/>
                <a:gd name="connsiteY5" fmla="*/ 0 h 549150"/>
                <a:gd name="connsiteX6" fmla="*/ 5155756 w 5155756"/>
                <a:gd name="connsiteY6" fmla="*/ 549150 h 549150"/>
                <a:gd name="connsiteX7" fmla="*/ 5103517 w 5155756"/>
                <a:gd name="connsiteY7" fmla="*/ 549150 h 549150"/>
                <a:gd name="connsiteX8" fmla="*/ 4228656 w 5155756"/>
                <a:gd name="connsiteY8" fmla="*/ 549150 h 549150"/>
                <a:gd name="connsiteX9" fmla="*/ 300889 w 5155756"/>
                <a:gd name="connsiteY9" fmla="*/ 549150 h 549150"/>
                <a:gd name="connsiteX10" fmla="*/ 300889 w 5155756"/>
                <a:gd name="connsiteY10" fmla="*/ 548980 h 549150"/>
                <a:gd name="connsiteX11" fmla="*/ 299044 w 5155756"/>
                <a:gd name="connsiteY11" fmla="*/ 549150 h 549150"/>
                <a:gd name="connsiteX12" fmla="*/ 0 w 5155756"/>
                <a:gd name="connsiteY12" fmla="*/ 274575 h 549150"/>
                <a:gd name="connsiteX13" fmla="*/ 299044 w 5155756"/>
                <a:gd name="connsiteY13" fmla="*/ 0 h 549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155756" h="549150">
                  <a:moveTo>
                    <a:pt x="299044" y="0"/>
                  </a:moveTo>
                  <a:lnTo>
                    <a:pt x="300889" y="171"/>
                  </a:lnTo>
                  <a:lnTo>
                    <a:pt x="300889" y="0"/>
                  </a:lnTo>
                  <a:lnTo>
                    <a:pt x="4228656" y="0"/>
                  </a:lnTo>
                  <a:lnTo>
                    <a:pt x="5103517" y="0"/>
                  </a:lnTo>
                  <a:lnTo>
                    <a:pt x="5155756" y="0"/>
                  </a:lnTo>
                  <a:lnTo>
                    <a:pt x="5155756" y="549150"/>
                  </a:lnTo>
                  <a:lnTo>
                    <a:pt x="5103517" y="549150"/>
                  </a:lnTo>
                  <a:lnTo>
                    <a:pt x="4228656" y="549150"/>
                  </a:lnTo>
                  <a:lnTo>
                    <a:pt x="300889" y="549150"/>
                  </a:lnTo>
                  <a:lnTo>
                    <a:pt x="300889" y="548980"/>
                  </a:lnTo>
                  <a:lnTo>
                    <a:pt x="299044" y="549150"/>
                  </a:lnTo>
                  <a:cubicBezTo>
                    <a:pt x="133887" y="549150"/>
                    <a:pt x="0" y="426219"/>
                    <a:pt x="0" y="274575"/>
                  </a:cubicBezTo>
                  <a:cubicBezTo>
                    <a:pt x="0" y="122932"/>
                    <a:pt x="133887" y="0"/>
                    <a:pt x="299044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l"/>
              <a:endParaRPr lang="en-US" sz="2002" dirty="0"/>
            </a:p>
          </p:txBody>
        </p:sp>
      </p:grpSp>
      <p:pic>
        <p:nvPicPr>
          <p:cNvPr id="16" name="Graphic 15">
            <a:extLst>
              <a:ext uri="{FF2B5EF4-FFF2-40B4-BE49-F238E27FC236}">
                <a16:creationId xmlns:a16="http://schemas.microsoft.com/office/drawing/2014/main" id="{0A1AF0D6-51EF-1945-B4E8-68EF85E87D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99897" y="919321"/>
            <a:ext cx="2809875" cy="50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13716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 Green - IQVIA">
    <p:bg>
      <p:bgPr>
        <a:gradFill>
          <a:gsLst>
            <a:gs pos="20000">
              <a:schemeClr val="accent4"/>
            </a:gs>
            <a:gs pos="80000">
              <a:schemeClr val="accent3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TextBox 69">
            <a:extLst>
              <a:ext uri="{FF2B5EF4-FFF2-40B4-BE49-F238E27FC236}">
                <a16:creationId xmlns:a16="http://schemas.microsoft.com/office/drawing/2014/main" id="{70EE6CC4-BDAD-452E-AE32-77E9A1B11636}"/>
              </a:ext>
            </a:extLst>
          </p:cNvPr>
          <p:cNvSpPr txBox="1"/>
          <p:nvPr/>
        </p:nvSpPr>
        <p:spPr bwMode="black">
          <a:xfrm>
            <a:off x="913627" y="8149710"/>
            <a:ext cx="9653541" cy="269756"/>
          </a:xfrm>
          <a:prstGeom prst="rect">
            <a:avLst/>
          </a:prstGeom>
          <a:ln>
            <a:noFill/>
          </a:ln>
        </p:spPr>
        <p:txBody>
          <a:bodyPr vert="horz" wrap="square" lIns="114298" tIns="57151" rIns="114298" bIns="57151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114323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3" dirty="0">
                <a:solidFill>
                  <a:srgbClr val="A1D794"/>
                </a:solidFill>
                <a:ea typeface="Arial" charset="0"/>
                <a:cs typeface="Arial" charset="0"/>
              </a:rPr>
              <a:t>© 2021. All rights reserved. IQVIA</a:t>
            </a:r>
            <a:r>
              <a:rPr lang="en-US" sz="1003" baseline="30000" dirty="0">
                <a:solidFill>
                  <a:srgbClr val="A1D794"/>
                </a:solidFill>
                <a:ea typeface="Arial" charset="0"/>
                <a:cs typeface="Arial" charset="0"/>
              </a:rPr>
              <a:t>®</a:t>
            </a:r>
            <a:r>
              <a:rPr lang="en-US" sz="1003" dirty="0">
                <a:solidFill>
                  <a:srgbClr val="A1D794"/>
                </a:solidFill>
                <a:ea typeface="Arial" charset="0"/>
                <a:cs typeface="Arial" charset="0"/>
              </a:rPr>
              <a:t> is a registered trademark of IQVIA Inc. in the United States, the European Union, and various other countries. </a:t>
            </a:r>
            <a:endParaRPr lang="en-US" sz="1003" kern="1200" dirty="0">
              <a:solidFill>
                <a:srgbClr val="A1D794"/>
              </a:solidFill>
              <a:latin typeface="+mn-lt"/>
              <a:ea typeface="Arial" charset="0"/>
              <a:cs typeface="Arial" charset="0"/>
            </a:endParaRPr>
          </a:p>
        </p:txBody>
      </p:sp>
      <p:sp>
        <p:nvSpPr>
          <p:cNvPr id="64" name="Text Placeholder 21">
            <a:extLst>
              <a:ext uri="{FF2B5EF4-FFF2-40B4-BE49-F238E27FC236}">
                <a16:creationId xmlns:a16="http://schemas.microsoft.com/office/drawing/2014/main" id="{21604DCE-2860-47E1-9A45-B850AE2D525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29165" y="4602208"/>
            <a:ext cx="7937295" cy="149475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3005" b="0" i="1">
                <a:solidFill>
                  <a:srgbClr val="D0EBCA"/>
                </a:solidFill>
              </a:defRPr>
            </a:lvl1pPr>
          </a:lstStyle>
          <a:p>
            <a:pPr lvl="0"/>
            <a:r>
              <a:rPr lang="en-US" dirty="0"/>
              <a:t>Subheads are 24pt Arial Italic sentence case and can be 2 lines.</a:t>
            </a:r>
          </a:p>
        </p:txBody>
      </p:sp>
      <p:sp>
        <p:nvSpPr>
          <p:cNvPr id="71" name="Title 1">
            <a:extLst>
              <a:ext uri="{FF2B5EF4-FFF2-40B4-BE49-F238E27FC236}">
                <a16:creationId xmlns:a16="http://schemas.microsoft.com/office/drawing/2014/main" id="{4A4E4609-F19E-4DD3-A900-7CA905D6E6D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29165" y="1589472"/>
            <a:ext cx="9901943" cy="2802893"/>
          </a:xfrm>
          <a:prstGeom prst="rect">
            <a:avLst/>
          </a:prstGeom>
        </p:spPr>
        <p:txBody>
          <a:bodyPr anchor="b" anchorCtr="0"/>
          <a:lstStyle>
            <a:lvl1pPr algn="l">
              <a:lnSpc>
                <a:spcPct val="100000"/>
              </a:lnSpc>
              <a:defRPr sz="4504" b="1" i="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Headline 36pt Arial Bold Title Case Should Be No More Than 2 Lines</a:t>
            </a:r>
          </a:p>
        </p:txBody>
      </p:sp>
      <p:sp>
        <p:nvSpPr>
          <p:cNvPr id="73" name="Subtitle 2">
            <a:extLst>
              <a:ext uri="{FF2B5EF4-FFF2-40B4-BE49-F238E27FC236}">
                <a16:creationId xmlns:a16="http://schemas.microsoft.com/office/drawing/2014/main" id="{BB2AC513-3F13-403A-8294-79335D9E765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29165" y="6898081"/>
            <a:ext cx="7937295" cy="83659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250"/>
              </a:spcBef>
              <a:buNone/>
              <a:defRPr sz="2002" baseline="0">
                <a:solidFill>
                  <a:schemeClr val="bg1"/>
                </a:solidFill>
              </a:defRPr>
            </a:lvl1pPr>
            <a:lvl2pPr marL="571614" indent="0" algn="ctr">
              <a:buNone/>
              <a:defRPr sz="2502"/>
            </a:lvl2pPr>
            <a:lvl3pPr marL="1143236" indent="0" algn="ctr">
              <a:buNone/>
              <a:defRPr sz="2252"/>
            </a:lvl3pPr>
            <a:lvl4pPr marL="1714850" indent="0" algn="ctr">
              <a:buNone/>
              <a:defRPr sz="2002"/>
            </a:lvl4pPr>
            <a:lvl5pPr marL="2286464" indent="0" algn="ctr">
              <a:buNone/>
              <a:defRPr sz="2002"/>
            </a:lvl5pPr>
            <a:lvl6pPr marL="2858083" indent="0" algn="ctr">
              <a:buNone/>
              <a:defRPr sz="2002"/>
            </a:lvl6pPr>
            <a:lvl7pPr marL="3429700" indent="0" algn="ctr">
              <a:buNone/>
              <a:defRPr sz="2002"/>
            </a:lvl7pPr>
            <a:lvl8pPr marL="4001314" indent="0" algn="ctr">
              <a:buNone/>
              <a:defRPr sz="2002"/>
            </a:lvl8pPr>
            <a:lvl9pPr marL="4572932" indent="0" algn="ctr">
              <a:buNone/>
              <a:defRPr sz="2002"/>
            </a:lvl9pPr>
          </a:lstStyle>
          <a:p>
            <a:r>
              <a:rPr lang="en-US" dirty="0"/>
              <a:t>Author First Last Name, Title 16pt Arial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77F8B223-93F9-9E4B-8F7C-EC9FC4ACDAD5}"/>
              </a:ext>
            </a:extLst>
          </p:cNvPr>
          <p:cNvGrpSpPr/>
          <p:nvPr/>
        </p:nvGrpSpPr>
        <p:grpSpPr>
          <a:xfrm>
            <a:off x="8795309" y="3440023"/>
            <a:ext cx="6444694" cy="4629150"/>
            <a:chOff x="7036244" y="2752016"/>
            <a:chExt cx="5155756" cy="3703320"/>
          </a:xfrm>
          <a:solidFill>
            <a:schemeClr val="accent4"/>
          </a:solidFill>
        </p:grpSpPr>
        <p:sp>
          <p:nvSpPr>
            <p:cNvPr id="103" name="Freeform 102">
              <a:extLst>
                <a:ext uri="{FF2B5EF4-FFF2-40B4-BE49-F238E27FC236}">
                  <a16:creationId xmlns:a16="http://schemas.microsoft.com/office/drawing/2014/main" id="{676A8BEE-D814-7949-9114-89017682369E}"/>
                </a:ext>
              </a:extLst>
            </p:cNvPr>
            <p:cNvSpPr/>
            <p:nvPr/>
          </p:nvSpPr>
          <p:spPr>
            <a:xfrm>
              <a:off x="9432234" y="2752016"/>
              <a:ext cx="2759766" cy="549150"/>
            </a:xfrm>
            <a:custGeom>
              <a:avLst/>
              <a:gdLst>
                <a:gd name="connsiteX0" fmla="*/ 274575 w 2759766"/>
                <a:gd name="connsiteY0" fmla="*/ 0 h 549150"/>
                <a:gd name="connsiteX1" fmla="*/ 276476 w 2759766"/>
                <a:gd name="connsiteY1" fmla="*/ 192 h 549150"/>
                <a:gd name="connsiteX2" fmla="*/ 276476 w 2759766"/>
                <a:gd name="connsiteY2" fmla="*/ 0 h 549150"/>
                <a:gd name="connsiteX3" fmla="*/ 1832666 w 2759766"/>
                <a:gd name="connsiteY3" fmla="*/ 0 h 549150"/>
                <a:gd name="connsiteX4" fmla="*/ 2706584 w 2759766"/>
                <a:gd name="connsiteY4" fmla="*/ 0 h 549150"/>
                <a:gd name="connsiteX5" fmla="*/ 2759766 w 2759766"/>
                <a:gd name="connsiteY5" fmla="*/ 0 h 549150"/>
                <a:gd name="connsiteX6" fmla="*/ 2759766 w 2759766"/>
                <a:gd name="connsiteY6" fmla="*/ 549150 h 549150"/>
                <a:gd name="connsiteX7" fmla="*/ 2706584 w 2759766"/>
                <a:gd name="connsiteY7" fmla="*/ 549150 h 549150"/>
                <a:gd name="connsiteX8" fmla="*/ 1832666 w 2759766"/>
                <a:gd name="connsiteY8" fmla="*/ 549150 h 549150"/>
                <a:gd name="connsiteX9" fmla="*/ 276476 w 2759766"/>
                <a:gd name="connsiteY9" fmla="*/ 549150 h 549150"/>
                <a:gd name="connsiteX10" fmla="*/ 276476 w 2759766"/>
                <a:gd name="connsiteY10" fmla="*/ 548958 h 549150"/>
                <a:gd name="connsiteX11" fmla="*/ 274575 w 2759766"/>
                <a:gd name="connsiteY11" fmla="*/ 549150 h 549150"/>
                <a:gd name="connsiteX12" fmla="*/ 0 w 2759766"/>
                <a:gd name="connsiteY12" fmla="*/ 274575 h 549150"/>
                <a:gd name="connsiteX13" fmla="*/ 274575 w 2759766"/>
                <a:gd name="connsiteY13" fmla="*/ 0 h 549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759766" h="549150">
                  <a:moveTo>
                    <a:pt x="274575" y="0"/>
                  </a:moveTo>
                  <a:lnTo>
                    <a:pt x="276476" y="192"/>
                  </a:lnTo>
                  <a:lnTo>
                    <a:pt x="276476" y="0"/>
                  </a:lnTo>
                  <a:lnTo>
                    <a:pt x="1832666" y="0"/>
                  </a:lnTo>
                  <a:lnTo>
                    <a:pt x="2706584" y="0"/>
                  </a:lnTo>
                  <a:lnTo>
                    <a:pt x="2759766" y="0"/>
                  </a:lnTo>
                  <a:lnTo>
                    <a:pt x="2759766" y="549150"/>
                  </a:lnTo>
                  <a:lnTo>
                    <a:pt x="2706584" y="549150"/>
                  </a:lnTo>
                  <a:lnTo>
                    <a:pt x="1832666" y="549150"/>
                  </a:lnTo>
                  <a:lnTo>
                    <a:pt x="276476" y="549150"/>
                  </a:lnTo>
                  <a:lnTo>
                    <a:pt x="276476" y="548958"/>
                  </a:lnTo>
                  <a:lnTo>
                    <a:pt x="274575" y="549150"/>
                  </a:lnTo>
                  <a:cubicBezTo>
                    <a:pt x="122931" y="549150"/>
                    <a:pt x="0" y="426219"/>
                    <a:pt x="0" y="274575"/>
                  </a:cubicBezTo>
                  <a:cubicBezTo>
                    <a:pt x="0" y="122932"/>
                    <a:pt x="122931" y="0"/>
                    <a:pt x="274575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t" anchorCtr="0">
              <a:noAutofit/>
            </a:bodyPr>
            <a:lstStyle/>
            <a:p>
              <a:pPr algn="l"/>
              <a:endParaRPr lang="en-US" sz="2002" dirty="0"/>
            </a:p>
          </p:txBody>
        </p:sp>
        <p:sp>
          <p:nvSpPr>
            <p:cNvPr id="100" name="Freeform 99">
              <a:extLst>
                <a:ext uri="{FF2B5EF4-FFF2-40B4-BE49-F238E27FC236}">
                  <a16:creationId xmlns:a16="http://schemas.microsoft.com/office/drawing/2014/main" id="{796E5C83-B5E5-1D4C-84FB-62353DC44BD9}"/>
                </a:ext>
              </a:extLst>
            </p:cNvPr>
            <p:cNvSpPr/>
            <p:nvPr/>
          </p:nvSpPr>
          <p:spPr>
            <a:xfrm>
              <a:off x="7850557" y="5906186"/>
              <a:ext cx="4341443" cy="549150"/>
            </a:xfrm>
            <a:custGeom>
              <a:avLst/>
              <a:gdLst>
                <a:gd name="connsiteX0" fmla="*/ 274575 w 4341443"/>
                <a:gd name="connsiteY0" fmla="*/ 0 h 549150"/>
                <a:gd name="connsiteX1" fmla="*/ 276477 w 4341443"/>
                <a:gd name="connsiteY1" fmla="*/ 192 h 549150"/>
                <a:gd name="connsiteX2" fmla="*/ 276477 w 4341443"/>
                <a:gd name="connsiteY2" fmla="*/ 0 h 549150"/>
                <a:gd name="connsiteX3" fmla="*/ 3414343 w 4341443"/>
                <a:gd name="connsiteY3" fmla="*/ 0 h 549150"/>
                <a:gd name="connsiteX4" fmla="*/ 4288263 w 4341443"/>
                <a:gd name="connsiteY4" fmla="*/ 0 h 549150"/>
                <a:gd name="connsiteX5" fmla="*/ 4341443 w 4341443"/>
                <a:gd name="connsiteY5" fmla="*/ 0 h 549150"/>
                <a:gd name="connsiteX6" fmla="*/ 4341443 w 4341443"/>
                <a:gd name="connsiteY6" fmla="*/ 549150 h 549150"/>
                <a:gd name="connsiteX7" fmla="*/ 4288263 w 4341443"/>
                <a:gd name="connsiteY7" fmla="*/ 549150 h 549150"/>
                <a:gd name="connsiteX8" fmla="*/ 3414343 w 4341443"/>
                <a:gd name="connsiteY8" fmla="*/ 549150 h 549150"/>
                <a:gd name="connsiteX9" fmla="*/ 276477 w 4341443"/>
                <a:gd name="connsiteY9" fmla="*/ 549150 h 549150"/>
                <a:gd name="connsiteX10" fmla="*/ 276477 w 4341443"/>
                <a:gd name="connsiteY10" fmla="*/ 548959 h 549150"/>
                <a:gd name="connsiteX11" fmla="*/ 274575 w 4341443"/>
                <a:gd name="connsiteY11" fmla="*/ 549150 h 549150"/>
                <a:gd name="connsiteX12" fmla="*/ 0 w 4341443"/>
                <a:gd name="connsiteY12" fmla="*/ 274575 h 549150"/>
                <a:gd name="connsiteX13" fmla="*/ 274575 w 4341443"/>
                <a:gd name="connsiteY13" fmla="*/ 0 h 549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341443" h="549150">
                  <a:moveTo>
                    <a:pt x="274575" y="0"/>
                  </a:moveTo>
                  <a:lnTo>
                    <a:pt x="276477" y="192"/>
                  </a:lnTo>
                  <a:lnTo>
                    <a:pt x="276477" y="0"/>
                  </a:lnTo>
                  <a:lnTo>
                    <a:pt x="3414343" y="0"/>
                  </a:lnTo>
                  <a:lnTo>
                    <a:pt x="4288263" y="0"/>
                  </a:lnTo>
                  <a:lnTo>
                    <a:pt x="4341443" y="0"/>
                  </a:lnTo>
                  <a:lnTo>
                    <a:pt x="4341443" y="549150"/>
                  </a:lnTo>
                  <a:lnTo>
                    <a:pt x="4288263" y="549150"/>
                  </a:lnTo>
                  <a:lnTo>
                    <a:pt x="3414343" y="549150"/>
                  </a:lnTo>
                  <a:lnTo>
                    <a:pt x="276477" y="549150"/>
                  </a:lnTo>
                  <a:lnTo>
                    <a:pt x="276477" y="548959"/>
                  </a:lnTo>
                  <a:lnTo>
                    <a:pt x="274575" y="549150"/>
                  </a:lnTo>
                  <a:cubicBezTo>
                    <a:pt x="122932" y="549150"/>
                    <a:pt x="0" y="426219"/>
                    <a:pt x="0" y="274575"/>
                  </a:cubicBezTo>
                  <a:cubicBezTo>
                    <a:pt x="0" y="122932"/>
                    <a:pt x="122932" y="0"/>
                    <a:pt x="274575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t" anchorCtr="0">
              <a:noAutofit/>
            </a:bodyPr>
            <a:lstStyle/>
            <a:p>
              <a:pPr algn="l"/>
              <a:endParaRPr lang="en-US" sz="2002" dirty="0"/>
            </a:p>
          </p:txBody>
        </p:sp>
        <p:sp>
          <p:nvSpPr>
            <p:cNvPr id="102" name="Freeform 101">
              <a:extLst>
                <a:ext uri="{FF2B5EF4-FFF2-40B4-BE49-F238E27FC236}">
                  <a16:creationId xmlns:a16="http://schemas.microsoft.com/office/drawing/2014/main" id="{F694892D-C7AC-A442-B8F6-4CDEB7DD8228}"/>
                </a:ext>
              </a:extLst>
            </p:cNvPr>
            <p:cNvSpPr/>
            <p:nvPr/>
          </p:nvSpPr>
          <p:spPr>
            <a:xfrm>
              <a:off x="7451067" y="3804028"/>
              <a:ext cx="4740933" cy="549150"/>
            </a:xfrm>
            <a:custGeom>
              <a:avLst/>
              <a:gdLst>
                <a:gd name="connsiteX0" fmla="*/ 274073 w 4740933"/>
                <a:gd name="connsiteY0" fmla="*/ 0 h 549150"/>
                <a:gd name="connsiteX1" fmla="*/ 278104 w 4740933"/>
                <a:gd name="connsiteY1" fmla="*/ 407 h 549150"/>
                <a:gd name="connsiteX2" fmla="*/ 278104 w 4740933"/>
                <a:gd name="connsiteY2" fmla="*/ 0 h 549150"/>
                <a:gd name="connsiteX3" fmla="*/ 3813833 w 4740933"/>
                <a:gd name="connsiteY3" fmla="*/ 0 h 549150"/>
                <a:gd name="connsiteX4" fmla="*/ 4687752 w 4740933"/>
                <a:gd name="connsiteY4" fmla="*/ 0 h 549150"/>
                <a:gd name="connsiteX5" fmla="*/ 4740933 w 4740933"/>
                <a:gd name="connsiteY5" fmla="*/ 0 h 549150"/>
                <a:gd name="connsiteX6" fmla="*/ 4740933 w 4740933"/>
                <a:gd name="connsiteY6" fmla="*/ 549150 h 549150"/>
                <a:gd name="connsiteX7" fmla="*/ 4687752 w 4740933"/>
                <a:gd name="connsiteY7" fmla="*/ 549150 h 549150"/>
                <a:gd name="connsiteX8" fmla="*/ 3813833 w 4740933"/>
                <a:gd name="connsiteY8" fmla="*/ 549150 h 549150"/>
                <a:gd name="connsiteX9" fmla="*/ 278104 w 4740933"/>
                <a:gd name="connsiteY9" fmla="*/ 549150 h 549150"/>
                <a:gd name="connsiteX10" fmla="*/ 278104 w 4740933"/>
                <a:gd name="connsiteY10" fmla="*/ 547742 h 549150"/>
                <a:gd name="connsiteX11" fmla="*/ 274073 w 4740933"/>
                <a:gd name="connsiteY11" fmla="*/ 548148 h 549150"/>
                <a:gd name="connsiteX12" fmla="*/ 0 w 4740933"/>
                <a:gd name="connsiteY12" fmla="*/ 274074 h 549150"/>
                <a:gd name="connsiteX13" fmla="*/ 274073 w 4740933"/>
                <a:gd name="connsiteY13" fmla="*/ 0 h 549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740933" h="549150">
                  <a:moveTo>
                    <a:pt x="274073" y="0"/>
                  </a:moveTo>
                  <a:lnTo>
                    <a:pt x="278104" y="407"/>
                  </a:lnTo>
                  <a:lnTo>
                    <a:pt x="278104" y="0"/>
                  </a:lnTo>
                  <a:lnTo>
                    <a:pt x="3813833" y="0"/>
                  </a:lnTo>
                  <a:lnTo>
                    <a:pt x="4687752" y="0"/>
                  </a:lnTo>
                  <a:lnTo>
                    <a:pt x="4740933" y="0"/>
                  </a:lnTo>
                  <a:lnTo>
                    <a:pt x="4740933" y="549150"/>
                  </a:lnTo>
                  <a:lnTo>
                    <a:pt x="4687752" y="549150"/>
                  </a:lnTo>
                  <a:lnTo>
                    <a:pt x="3813833" y="549150"/>
                  </a:lnTo>
                  <a:lnTo>
                    <a:pt x="278104" y="549150"/>
                  </a:lnTo>
                  <a:lnTo>
                    <a:pt x="278104" y="547742"/>
                  </a:lnTo>
                  <a:lnTo>
                    <a:pt x="274073" y="548148"/>
                  </a:lnTo>
                  <a:cubicBezTo>
                    <a:pt x="122707" y="548148"/>
                    <a:pt x="0" y="425441"/>
                    <a:pt x="0" y="274074"/>
                  </a:cubicBezTo>
                  <a:cubicBezTo>
                    <a:pt x="0" y="122707"/>
                    <a:pt x="122707" y="0"/>
                    <a:pt x="274073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l"/>
              <a:endParaRPr lang="en-US" sz="2002" dirty="0"/>
            </a:p>
          </p:txBody>
        </p:sp>
        <p:sp>
          <p:nvSpPr>
            <p:cNvPr id="101" name="Freeform 100">
              <a:extLst>
                <a:ext uri="{FF2B5EF4-FFF2-40B4-BE49-F238E27FC236}">
                  <a16:creationId xmlns:a16="http://schemas.microsoft.com/office/drawing/2014/main" id="{6671C44A-5B20-DD46-8500-55C2BAA1DA5A}"/>
                </a:ext>
              </a:extLst>
            </p:cNvPr>
            <p:cNvSpPr/>
            <p:nvPr/>
          </p:nvSpPr>
          <p:spPr>
            <a:xfrm>
              <a:off x="7036244" y="4854606"/>
              <a:ext cx="5155756" cy="549150"/>
            </a:xfrm>
            <a:custGeom>
              <a:avLst/>
              <a:gdLst>
                <a:gd name="connsiteX0" fmla="*/ 299044 w 5155756"/>
                <a:gd name="connsiteY0" fmla="*/ 0 h 549150"/>
                <a:gd name="connsiteX1" fmla="*/ 300889 w 5155756"/>
                <a:gd name="connsiteY1" fmla="*/ 171 h 549150"/>
                <a:gd name="connsiteX2" fmla="*/ 300889 w 5155756"/>
                <a:gd name="connsiteY2" fmla="*/ 0 h 549150"/>
                <a:gd name="connsiteX3" fmla="*/ 4228656 w 5155756"/>
                <a:gd name="connsiteY3" fmla="*/ 0 h 549150"/>
                <a:gd name="connsiteX4" fmla="*/ 5103517 w 5155756"/>
                <a:gd name="connsiteY4" fmla="*/ 0 h 549150"/>
                <a:gd name="connsiteX5" fmla="*/ 5155756 w 5155756"/>
                <a:gd name="connsiteY5" fmla="*/ 0 h 549150"/>
                <a:gd name="connsiteX6" fmla="*/ 5155756 w 5155756"/>
                <a:gd name="connsiteY6" fmla="*/ 549150 h 549150"/>
                <a:gd name="connsiteX7" fmla="*/ 5103517 w 5155756"/>
                <a:gd name="connsiteY7" fmla="*/ 549150 h 549150"/>
                <a:gd name="connsiteX8" fmla="*/ 4228656 w 5155756"/>
                <a:gd name="connsiteY8" fmla="*/ 549150 h 549150"/>
                <a:gd name="connsiteX9" fmla="*/ 300889 w 5155756"/>
                <a:gd name="connsiteY9" fmla="*/ 549150 h 549150"/>
                <a:gd name="connsiteX10" fmla="*/ 300889 w 5155756"/>
                <a:gd name="connsiteY10" fmla="*/ 548980 h 549150"/>
                <a:gd name="connsiteX11" fmla="*/ 299044 w 5155756"/>
                <a:gd name="connsiteY11" fmla="*/ 549150 h 549150"/>
                <a:gd name="connsiteX12" fmla="*/ 0 w 5155756"/>
                <a:gd name="connsiteY12" fmla="*/ 274575 h 549150"/>
                <a:gd name="connsiteX13" fmla="*/ 299044 w 5155756"/>
                <a:gd name="connsiteY13" fmla="*/ 0 h 549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155756" h="549150">
                  <a:moveTo>
                    <a:pt x="299044" y="0"/>
                  </a:moveTo>
                  <a:lnTo>
                    <a:pt x="300889" y="171"/>
                  </a:lnTo>
                  <a:lnTo>
                    <a:pt x="300889" y="0"/>
                  </a:lnTo>
                  <a:lnTo>
                    <a:pt x="4228656" y="0"/>
                  </a:lnTo>
                  <a:lnTo>
                    <a:pt x="5103517" y="0"/>
                  </a:lnTo>
                  <a:lnTo>
                    <a:pt x="5155756" y="0"/>
                  </a:lnTo>
                  <a:lnTo>
                    <a:pt x="5155756" y="549150"/>
                  </a:lnTo>
                  <a:lnTo>
                    <a:pt x="5103517" y="549150"/>
                  </a:lnTo>
                  <a:lnTo>
                    <a:pt x="4228656" y="549150"/>
                  </a:lnTo>
                  <a:lnTo>
                    <a:pt x="300889" y="549150"/>
                  </a:lnTo>
                  <a:lnTo>
                    <a:pt x="300889" y="548980"/>
                  </a:lnTo>
                  <a:lnTo>
                    <a:pt x="299044" y="549150"/>
                  </a:lnTo>
                  <a:cubicBezTo>
                    <a:pt x="133887" y="549150"/>
                    <a:pt x="0" y="426219"/>
                    <a:pt x="0" y="274575"/>
                  </a:cubicBezTo>
                  <a:cubicBezTo>
                    <a:pt x="0" y="122932"/>
                    <a:pt x="133887" y="0"/>
                    <a:pt x="299044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l"/>
              <a:endParaRPr lang="en-US" sz="2002" dirty="0"/>
            </a:p>
          </p:txBody>
        </p:sp>
      </p:grpSp>
      <p:pic>
        <p:nvPicPr>
          <p:cNvPr id="16" name="Graphic 15">
            <a:extLst>
              <a:ext uri="{FF2B5EF4-FFF2-40B4-BE49-F238E27FC236}">
                <a16:creationId xmlns:a16="http://schemas.microsoft.com/office/drawing/2014/main" id="{4D06917E-3E0E-6D47-9181-57DC0B9695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99897" y="919321"/>
            <a:ext cx="2809875" cy="50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73327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 White - IQVI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TextBox 61">
            <a:extLst>
              <a:ext uri="{FF2B5EF4-FFF2-40B4-BE49-F238E27FC236}">
                <a16:creationId xmlns:a16="http://schemas.microsoft.com/office/drawing/2014/main" id="{7AB75BD1-2507-44E0-91E4-42F78B5D2D49}"/>
              </a:ext>
            </a:extLst>
          </p:cNvPr>
          <p:cNvSpPr txBox="1"/>
          <p:nvPr/>
        </p:nvSpPr>
        <p:spPr bwMode="black">
          <a:xfrm>
            <a:off x="913627" y="8149710"/>
            <a:ext cx="9653541" cy="269756"/>
          </a:xfrm>
          <a:prstGeom prst="rect">
            <a:avLst/>
          </a:prstGeom>
          <a:ln>
            <a:noFill/>
          </a:ln>
        </p:spPr>
        <p:txBody>
          <a:bodyPr vert="horz" wrap="square" lIns="114298" tIns="57151" rIns="114298" bIns="57151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114323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3" dirty="0">
                <a:solidFill>
                  <a:schemeClr val="bg1">
                    <a:lumMod val="50000"/>
                  </a:schemeClr>
                </a:solidFill>
                <a:ea typeface="Arial" charset="0"/>
                <a:cs typeface="Arial" charset="0"/>
              </a:rPr>
              <a:t>© 2021. All rights reserved. IQVIA</a:t>
            </a:r>
            <a:r>
              <a:rPr lang="en-US" sz="1003" baseline="30000" dirty="0">
                <a:solidFill>
                  <a:schemeClr val="bg1">
                    <a:lumMod val="50000"/>
                  </a:schemeClr>
                </a:solidFill>
                <a:ea typeface="Arial" charset="0"/>
                <a:cs typeface="Arial" charset="0"/>
              </a:rPr>
              <a:t>®</a:t>
            </a:r>
            <a:r>
              <a:rPr lang="en-US" sz="1003" dirty="0">
                <a:solidFill>
                  <a:schemeClr val="bg1">
                    <a:lumMod val="50000"/>
                  </a:schemeClr>
                </a:solidFill>
                <a:ea typeface="Arial" charset="0"/>
                <a:cs typeface="Arial" charset="0"/>
              </a:rPr>
              <a:t> is a registered trademark of IQVIA Inc. in the United States, the European Union, and various other countries. </a:t>
            </a:r>
            <a:endParaRPr lang="en-US" sz="1003" kern="1200" dirty="0">
              <a:solidFill>
                <a:schemeClr val="bg1">
                  <a:lumMod val="50000"/>
                </a:schemeClr>
              </a:solidFill>
              <a:latin typeface="+mn-lt"/>
              <a:ea typeface="Arial" charset="0"/>
              <a:cs typeface="Arial" charset="0"/>
            </a:endParaRPr>
          </a:p>
        </p:txBody>
      </p:sp>
      <p:sp>
        <p:nvSpPr>
          <p:cNvPr id="64" name="Text Placeholder 21">
            <a:extLst>
              <a:ext uri="{FF2B5EF4-FFF2-40B4-BE49-F238E27FC236}">
                <a16:creationId xmlns:a16="http://schemas.microsoft.com/office/drawing/2014/main" id="{098CCE30-6B5A-4DFB-97B5-AF5CCDE0C84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29165" y="4602208"/>
            <a:ext cx="7937295" cy="149475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3005" b="0" i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Subheads are 24pt Arial Italic sentence case and can be 2 lines.</a:t>
            </a:r>
          </a:p>
        </p:txBody>
      </p:sp>
      <p:sp>
        <p:nvSpPr>
          <p:cNvPr id="70" name="Title 1">
            <a:extLst>
              <a:ext uri="{FF2B5EF4-FFF2-40B4-BE49-F238E27FC236}">
                <a16:creationId xmlns:a16="http://schemas.microsoft.com/office/drawing/2014/main" id="{184C4A24-4E36-49F8-AE34-FEFD57A9817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29165" y="1589472"/>
            <a:ext cx="9901943" cy="2802893"/>
          </a:xfrm>
          <a:prstGeom prst="rect">
            <a:avLst/>
          </a:prstGeom>
        </p:spPr>
        <p:txBody>
          <a:bodyPr anchor="b" anchorCtr="0"/>
          <a:lstStyle>
            <a:lvl1pPr algn="l">
              <a:lnSpc>
                <a:spcPct val="100000"/>
              </a:lnSpc>
              <a:defRPr sz="4504" b="1" i="0" baseline="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Headline 36pt Arial Bold Title Case Should Be No More Than 2 Lines</a:t>
            </a:r>
          </a:p>
        </p:txBody>
      </p:sp>
      <p:sp>
        <p:nvSpPr>
          <p:cNvPr id="71" name="Subtitle 2">
            <a:extLst>
              <a:ext uri="{FF2B5EF4-FFF2-40B4-BE49-F238E27FC236}">
                <a16:creationId xmlns:a16="http://schemas.microsoft.com/office/drawing/2014/main" id="{0E82B801-11C9-4FD7-9D6A-B8DAA212046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29165" y="6898081"/>
            <a:ext cx="7937295" cy="83659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250"/>
              </a:spcBef>
              <a:buNone/>
              <a:defRPr sz="2002" baseline="0">
                <a:solidFill>
                  <a:schemeClr val="accent2"/>
                </a:solidFill>
              </a:defRPr>
            </a:lvl1pPr>
            <a:lvl2pPr marL="571614" indent="0" algn="ctr">
              <a:buNone/>
              <a:defRPr sz="2502"/>
            </a:lvl2pPr>
            <a:lvl3pPr marL="1143236" indent="0" algn="ctr">
              <a:buNone/>
              <a:defRPr sz="2252"/>
            </a:lvl3pPr>
            <a:lvl4pPr marL="1714850" indent="0" algn="ctr">
              <a:buNone/>
              <a:defRPr sz="2002"/>
            </a:lvl4pPr>
            <a:lvl5pPr marL="2286464" indent="0" algn="ctr">
              <a:buNone/>
              <a:defRPr sz="2002"/>
            </a:lvl5pPr>
            <a:lvl6pPr marL="2858083" indent="0" algn="ctr">
              <a:buNone/>
              <a:defRPr sz="2002"/>
            </a:lvl6pPr>
            <a:lvl7pPr marL="3429700" indent="0" algn="ctr">
              <a:buNone/>
              <a:defRPr sz="2002"/>
            </a:lvl7pPr>
            <a:lvl8pPr marL="4001314" indent="0" algn="ctr">
              <a:buNone/>
              <a:defRPr sz="2002"/>
            </a:lvl8pPr>
            <a:lvl9pPr marL="4572932" indent="0" algn="ctr">
              <a:buNone/>
              <a:defRPr sz="2002"/>
            </a:lvl9pPr>
          </a:lstStyle>
          <a:p>
            <a:r>
              <a:rPr lang="en-US" dirty="0"/>
              <a:t>Author First Last Name, Title 16pt Arial</a:t>
            </a:r>
          </a:p>
        </p:txBody>
      </p:sp>
      <p:grpSp>
        <p:nvGrpSpPr>
          <p:cNvPr id="61" name="Group 60">
            <a:extLst>
              <a:ext uri="{FF2B5EF4-FFF2-40B4-BE49-F238E27FC236}">
                <a16:creationId xmlns:a16="http://schemas.microsoft.com/office/drawing/2014/main" id="{B29175BC-552B-D64A-8152-E96EE8CE39AF}"/>
              </a:ext>
            </a:extLst>
          </p:cNvPr>
          <p:cNvGrpSpPr/>
          <p:nvPr/>
        </p:nvGrpSpPr>
        <p:grpSpPr>
          <a:xfrm>
            <a:off x="8795309" y="3440023"/>
            <a:ext cx="6444694" cy="4629150"/>
            <a:chOff x="7036244" y="2752016"/>
            <a:chExt cx="5155756" cy="3703320"/>
          </a:xfrm>
          <a:solidFill>
            <a:schemeClr val="accent1"/>
          </a:solidFill>
        </p:grpSpPr>
        <p:sp>
          <p:nvSpPr>
            <p:cNvPr id="63" name="Freeform 62">
              <a:extLst>
                <a:ext uri="{FF2B5EF4-FFF2-40B4-BE49-F238E27FC236}">
                  <a16:creationId xmlns:a16="http://schemas.microsoft.com/office/drawing/2014/main" id="{D370C788-BCB9-AA4B-83CC-830DE2532168}"/>
                </a:ext>
              </a:extLst>
            </p:cNvPr>
            <p:cNvSpPr/>
            <p:nvPr/>
          </p:nvSpPr>
          <p:spPr>
            <a:xfrm>
              <a:off x="9432234" y="2752016"/>
              <a:ext cx="2759766" cy="549150"/>
            </a:xfrm>
            <a:custGeom>
              <a:avLst/>
              <a:gdLst>
                <a:gd name="connsiteX0" fmla="*/ 274575 w 2759766"/>
                <a:gd name="connsiteY0" fmla="*/ 0 h 549150"/>
                <a:gd name="connsiteX1" fmla="*/ 276476 w 2759766"/>
                <a:gd name="connsiteY1" fmla="*/ 192 h 549150"/>
                <a:gd name="connsiteX2" fmla="*/ 276476 w 2759766"/>
                <a:gd name="connsiteY2" fmla="*/ 0 h 549150"/>
                <a:gd name="connsiteX3" fmla="*/ 1832666 w 2759766"/>
                <a:gd name="connsiteY3" fmla="*/ 0 h 549150"/>
                <a:gd name="connsiteX4" fmla="*/ 2706584 w 2759766"/>
                <a:gd name="connsiteY4" fmla="*/ 0 h 549150"/>
                <a:gd name="connsiteX5" fmla="*/ 2759766 w 2759766"/>
                <a:gd name="connsiteY5" fmla="*/ 0 h 549150"/>
                <a:gd name="connsiteX6" fmla="*/ 2759766 w 2759766"/>
                <a:gd name="connsiteY6" fmla="*/ 549150 h 549150"/>
                <a:gd name="connsiteX7" fmla="*/ 2706584 w 2759766"/>
                <a:gd name="connsiteY7" fmla="*/ 549150 h 549150"/>
                <a:gd name="connsiteX8" fmla="*/ 1832666 w 2759766"/>
                <a:gd name="connsiteY8" fmla="*/ 549150 h 549150"/>
                <a:gd name="connsiteX9" fmla="*/ 276476 w 2759766"/>
                <a:gd name="connsiteY9" fmla="*/ 549150 h 549150"/>
                <a:gd name="connsiteX10" fmla="*/ 276476 w 2759766"/>
                <a:gd name="connsiteY10" fmla="*/ 548958 h 549150"/>
                <a:gd name="connsiteX11" fmla="*/ 274575 w 2759766"/>
                <a:gd name="connsiteY11" fmla="*/ 549150 h 549150"/>
                <a:gd name="connsiteX12" fmla="*/ 0 w 2759766"/>
                <a:gd name="connsiteY12" fmla="*/ 274575 h 549150"/>
                <a:gd name="connsiteX13" fmla="*/ 274575 w 2759766"/>
                <a:gd name="connsiteY13" fmla="*/ 0 h 549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759766" h="549150">
                  <a:moveTo>
                    <a:pt x="274575" y="0"/>
                  </a:moveTo>
                  <a:lnTo>
                    <a:pt x="276476" y="192"/>
                  </a:lnTo>
                  <a:lnTo>
                    <a:pt x="276476" y="0"/>
                  </a:lnTo>
                  <a:lnTo>
                    <a:pt x="1832666" y="0"/>
                  </a:lnTo>
                  <a:lnTo>
                    <a:pt x="2706584" y="0"/>
                  </a:lnTo>
                  <a:lnTo>
                    <a:pt x="2759766" y="0"/>
                  </a:lnTo>
                  <a:lnTo>
                    <a:pt x="2759766" y="549150"/>
                  </a:lnTo>
                  <a:lnTo>
                    <a:pt x="2706584" y="549150"/>
                  </a:lnTo>
                  <a:lnTo>
                    <a:pt x="1832666" y="549150"/>
                  </a:lnTo>
                  <a:lnTo>
                    <a:pt x="276476" y="549150"/>
                  </a:lnTo>
                  <a:lnTo>
                    <a:pt x="276476" y="548958"/>
                  </a:lnTo>
                  <a:lnTo>
                    <a:pt x="274575" y="549150"/>
                  </a:lnTo>
                  <a:cubicBezTo>
                    <a:pt x="122931" y="549150"/>
                    <a:pt x="0" y="426219"/>
                    <a:pt x="0" y="274575"/>
                  </a:cubicBezTo>
                  <a:cubicBezTo>
                    <a:pt x="0" y="122932"/>
                    <a:pt x="122931" y="0"/>
                    <a:pt x="274575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t" anchorCtr="0">
              <a:noAutofit/>
            </a:bodyPr>
            <a:lstStyle/>
            <a:p>
              <a:pPr algn="l"/>
              <a:endParaRPr lang="en-US" sz="2002" dirty="0"/>
            </a:p>
          </p:txBody>
        </p:sp>
        <p:sp>
          <p:nvSpPr>
            <p:cNvPr id="65" name="Freeform 64">
              <a:extLst>
                <a:ext uri="{FF2B5EF4-FFF2-40B4-BE49-F238E27FC236}">
                  <a16:creationId xmlns:a16="http://schemas.microsoft.com/office/drawing/2014/main" id="{86A666F2-61DC-1141-A28D-9C664CF9E0DD}"/>
                </a:ext>
              </a:extLst>
            </p:cNvPr>
            <p:cNvSpPr/>
            <p:nvPr/>
          </p:nvSpPr>
          <p:spPr>
            <a:xfrm>
              <a:off x="7850557" y="5906186"/>
              <a:ext cx="4341443" cy="549150"/>
            </a:xfrm>
            <a:custGeom>
              <a:avLst/>
              <a:gdLst>
                <a:gd name="connsiteX0" fmla="*/ 274575 w 4341443"/>
                <a:gd name="connsiteY0" fmla="*/ 0 h 549150"/>
                <a:gd name="connsiteX1" fmla="*/ 276477 w 4341443"/>
                <a:gd name="connsiteY1" fmla="*/ 192 h 549150"/>
                <a:gd name="connsiteX2" fmla="*/ 276477 w 4341443"/>
                <a:gd name="connsiteY2" fmla="*/ 0 h 549150"/>
                <a:gd name="connsiteX3" fmla="*/ 3414343 w 4341443"/>
                <a:gd name="connsiteY3" fmla="*/ 0 h 549150"/>
                <a:gd name="connsiteX4" fmla="*/ 4288263 w 4341443"/>
                <a:gd name="connsiteY4" fmla="*/ 0 h 549150"/>
                <a:gd name="connsiteX5" fmla="*/ 4341443 w 4341443"/>
                <a:gd name="connsiteY5" fmla="*/ 0 h 549150"/>
                <a:gd name="connsiteX6" fmla="*/ 4341443 w 4341443"/>
                <a:gd name="connsiteY6" fmla="*/ 549150 h 549150"/>
                <a:gd name="connsiteX7" fmla="*/ 4288263 w 4341443"/>
                <a:gd name="connsiteY7" fmla="*/ 549150 h 549150"/>
                <a:gd name="connsiteX8" fmla="*/ 3414343 w 4341443"/>
                <a:gd name="connsiteY8" fmla="*/ 549150 h 549150"/>
                <a:gd name="connsiteX9" fmla="*/ 276477 w 4341443"/>
                <a:gd name="connsiteY9" fmla="*/ 549150 h 549150"/>
                <a:gd name="connsiteX10" fmla="*/ 276477 w 4341443"/>
                <a:gd name="connsiteY10" fmla="*/ 548959 h 549150"/>
                <a:gd name="connsiteX11" fmla="*/ 274575 w 4341443"/>
                <a:gd name="connsiteY11" fmla="*/ 549150 h 549150"/>
                <a:gd name="connsiteX12" fmla="*/ 0 w 4341443"/>
                <a:gd name="connsiteY12" fmla="*/ 274575 h 549150"/>
                <a:gd name="connsiteX13" fmla="*/ 274575 w 4341443"/>
                <a:gd name="connsiteY13" fmla="*/ 0 h 549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341443" h="549150">
                  <a:moveTo>
                    <a:pt x="274575" y="0"/>
                  </a:moveTo>
                  <a:lnTo>
                    <a:pt x="276477" y="192"/>
                  </a:lnTo>
                  <a:lnTo>
                    <a:pt x="276477" y="0"/>
                  </a:lnTo>
                  <a:lnTo>
                    <a:pt x="3414343" y="0"/>
                  </a:lnTo>
                  <a:lnTo>
                    <a:pt x="4288263" y="0"/>
                  </a:lnTo>
                  <a:lnTo>
                    <a:pt x="4341443" y="0"/>
                  </a:lnTo>
                  <a:lnTo>
                    <a:pt x="4341443" y="549150"/>
                  </a:lnTo>
                  <a:lnTo>
                    <a:pt x="4288263" y="549150"/>
                  </a:lnTo>
                  <a:lnTo>
                    <a:pt x="3414343" y="549150"/>
                  </a:lnTo>
                  <a:lnTo>
                    <a:pt x="276477" y="549150"/>
                  </a:lnTo>
                  <a:lnTo>
                    <a:pt x="276477" y="548959"/>
                  </a:lnTo>
                  <a:lnTo>
                    <a:pt x="274575" y="549150"/>
                  </a:lnTo>
                  <a:cubicBezTo>
                    <a:pt x="122932" y="549150"/>
                    <a:pt x="0" y="426219"/>
                    <a:pt x="0" y="274575"/>
                  </a:cubicBezTo>
                  <a:cubicBezTo>
                    <a:pt x="0" y="122932"/>
                    <a:pt x="122932" y="0"/>
                    <a:pt x="274575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t" anchorCtr="0">
              <a:noAutofit/>
            </a:bodyPr>
            <a:lstStyle/>
            <a:p>
              <a:pPr algn="l"/>
              <a:endParaRPr lang="en-US" sz="2002" dirty="0"/>
            </a:p>
          </p:txBody>
        </p:sp>
        <p:sp>
          <p:nvSpPr>
            <p:cNvPr id="66" name="Freeform 65">
              <a:extLst>
                <a:ext uri="{FF2B5EF4-FFF2-40B4-BE49-F238E27FC236}">
                  <a16:creationId xmlns:a16="http://schemas.microsoft.com/office/drawing/2014/main" id="{B36DAFEC-9E33-D342-8F38-9280EB50249D}"/>
                </a:ext>
              </a:extLst>
            </p:cNvPr>
            <p:cNvSpPr/>
            <p:nvPr/>
          </p:nvSpPr>
          <p:spPr>
            <a:xfrm>
              <a:off x="7451067" y="3804028"/>
              <a:ext cx="4740933" cy="549150"/>
            </a:xfrm>
            <a:custGeom>
              <a:avLst/>
              <a:gdLst>
                <a:gd name="connsiteX0" fmla="*/ 274073 w 4740933"/>
                <a:gd name="connsiteY0" fmla="*/ 0 h 549150"/>
                <a:gd name="connsiteX1" fmla="*/ 278104 w 4740933"/>
                <a:gd name="connsiteY1" fmla="*/ 407 h 549150"/>
                <a:gd name="connsiteX2" fmla="*/ 278104 w 4740933"/>
                <a:gd name="connsiteY2" fmla="*/ 0 h 549150"/>
                <a:gd name="connsiteX3" fmla="*/ 3813833 w 4740933"/>
                <a:gd name="connsiteY3" fmla="*/ 0 h 549150"/>
                <a:gd name="connsiteX4" fmla="*/ 4687752 w 4740933"/>
                <a:gd name="connsiteY4" fmla="*/ 0 h 549150"/>
                <a:gd name="connsiteX5" fmla="*/ 4740933 w 4740933"/>
                <a:gd name="connsiteY5" fmla="*/ 0 h 549150"/>
                <a:gd name="connsiteX6" fmla="*/ 4740933 w 4740933"/>
                <a:gd name="connsiteY6" fmla="*/ 549150 h 549150"/>
                <a:gd name="connsiteX7" fmla="*/ 4687752 w 4740933"/>
                <a:gd name="connsiteY7" fmla="*/ 549150 h 549150"/>
                <a:gd name="connsiteX8" fmla="*/ 3813833 w 4740933"/>
                <a:gd name="connsiteY8" fmla="*/ 549150 h 549150"/>
                <a:gd name="connsiteX9" fmla="*/ 278104 w 4740933"/>
                <a:gd name="connsiteY9" fmla="*/ 549150 h 549150"/>
                <a:gd name="connsiteX10" fmla="*/ 278104 w 4740933"/>
                <a:gd name="connsiteY10" fmla="*/ 547742 h 549150"/>
                <a:gd name="connsiteX11" fmla="*/ 274073 w 4740933"/>
                <a:gd name="connsiteY11" fmla="*/ 548148 h 549150"/>
                <a:gd name="connsiteX12" fmla="*/ 0 w 4740933"/>
                <a:gd name="connsiteY12" fmla="*/ 274074 h 549150"/>
                <a:gd name="connsiteX13" fmla="*/ 274073 w 4740933"/>
                <a:gd name="connsiteY13" fmla="*/ 0 h 549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740933" h="549150">
                  <a:moveTo>
                    <a:pt x="274073" y="0"/>
                  </a:moveTo>
                  <a:lnTo>
                    <a:pt x="278104" y="407"/>
                  </a:lnTo>
                  <a:lnTo>
                    <a:pt x="278104" y="0"/>
                  </a:lnTo>
                  <a:lnTo>
                    <a:pt x="3813833" y="0"/>
                  </a:lnTo>
                  <a:lnTo>
                    <a:pt x="4687752" y="0"/>
                  </a:lnTo>
                  <a:lnTo>
                    <a:pt x="4740933" y="0"/>
                  </a:lnTo>
                  <a:lnTo>
                    <a:pt x="4740933" y="549150"/>
                  </a:lnTo>
                  <a:lnTo>
                    <a:pt x="4687752" y="549150"/>
                  </a:lnTo>
                  <a:lnTo>
                    <a:pt x="3813833" y="549150"/>
                  </a:lnTo>
                  <a:lnTo>
                    <a:pt x="278104" y="549150"/>
                  </a:lnTo>
                  <a:lnTo>
                    <a:pt x="278104" y="547742"/>
                  </a:lnTo>
                  <a:lnTo>
                    <a:pt x="274073" y="548148"/>
                  </a:lnTo>
                  <a:cubicBezTo>
                    <a:pt x="122707" y="548148"/>
                    <a:pt x="0" y="425441"/>
                    <a:pt x="0" y="274074"/>
                  </a:cubicBezTo>
                  <a:cubicBezTo>
                    <a:pt x="0" y="122707"/>
                    <a:pt x="122707" y="0"/>
                    <a:pt x="274073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l"/>
              <a:endParaRPr lang="en-US" sz="2002" dirty="0"/>
            </a:p>
          </p:txBody>
        </p:sp>
        <p:sp>
          <p:nvSpPr>
            <p:cNvPr id="67" name="Freeform 66">
              <a:extLst>
                <a:ext uri="{FF2B5EF4-FFF2-40B4-BE49-F238E27FC236}">
                  <a16:creationId xmlns:a16="http://schemas.microsoft.com/office/drawing/2014/main" id="{14487FF1-1618-4249-B143-BEFFD4E4E8FD}"/>
                </a:ext>
              </a:extLst>
            </p:cNvPr>
            <p:cNvSpPr/>
            <p:nvPr/>
          </p:nvSpPr>
          <p:spPr>
            <a:xfrm>
              <a:off x="7036244" y="4854606"/>
              <a:ext cx="5155756" cy="549150"/>
            </a:xfrm>
            <a:custGeom>
              <a:avLst/>
              <a:gdLst>
                <a:gd name="connsiteX0" fmla="*/ 299044 w 5155756"/>
                <a:gd name="connsiteY0" fmla="*/ 0 h 549150"/>
                <a:gd name="connsiteX1" fmla="*/ 300889 w 5155756"/>
                <a:gd name="connsiteY1" fmla="*/ 171 h 549150"/>
                <a:gd name="connsiteX2" fmla="*/ 300889 w 5155756"/>
                <a:gd name="connsiteY2" fmla="*/ 0 h 549150"/>
                <a:gd name="connsiteX3" fmla="*/ 4228656 w 5155756"/>
                <a:gd name="connsiteY3" fmla="*/ 0 h 549150"/>
                <a:gd name="connsiteX4" fmla="*/ 5103517 w 5155756"/>
                <a:gd name="connsiteY4" fmla="*/ 0 h 549150"/>
                <a:gd name="connsiteX5" fmla="*/ 5155756 w 5155756"/>
                <a:gd name="connsiteY5" fmla="*/ 0 h 549150"/>
                <a:gd name="connsiteX6" fmla="*/ 5155756 w 5155756"/>
                <a:gd name="connsiteY6" fmla="*/ 549150 h 549150"/>
                <a:gd name="connsiteX7" fmla="*/ 5103517 w 5155756"/>
                <a:gd name="connsiteY7" fmla="*/ 549150 h 549150"/>
                <a:gd name="connsiteX8" fmla="*/ 4228656 w 5155756"/>
                <a:gd name="connsiteY8" fmla="*/ 549150 h 549150"/>
                <a:gd name="connsiteX9" fmla="*/ 300889 w 5155756"/>
                <a:gd name="connsiteY9" fmla="*/ 549150 h 549150"/>
                <a:gd name="connsiteX10" fmla="*/ 300889 w 5155756"/>
                <a:gd name="connsiteY10" fmla="*/ 548980 h 549150"/>
                <a:gd name="connsiteX11" fmla="*/ 299044 w 5155756"/>
                <a:gd name="connsiteY11" fmla="*/ 549150 h 549150"/>
                <a:gd name="connsiteX12" fmla="*/ 0 w 5155756"/>
                <a:gd name="connsiteY12" fmla="*/ 274575 h 549150"/>
                <a:gd name="connsiteX13" fmla="*/ 299044 w 5155756"/>
                <a:gd name="connsiteY13" fmla="*/ 0 h 549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155756" h="549150">
                  <a:moveTo>
                    <a:pt x="299044" y="0"/>
                  </a:moveTo>
                  <a:lnTo>
                    <a:pt x="300889" y="171"/>
                  </a:lnTo>
                  <a:lnTo>
                    <a:pt x="300889" y="0"/>
                  </a:lnTo>
                  <a:lnTo>
                    <a:pt x="4228656" y="0"/>
                  </a:lnTo>
                  <a:lnTo>
                    <a:pt x="5103517" y="0"/>
                  </a:lnTo>
                  <a:lnTo>
                    <a:pt x="5155756" y="0"/>
                  </a:lnTo>
                  <a:lnTo>
                    <a:pt x="5155756" y="549150"/>
                  </a:lnTo>
                  <a:lnTo>
                    <a:pt x="5103517" y="549150"/>
                  </a:lnTo>
                  <a:lnTo>
                    <a:pt x="4228656" y="549150"/>
                  </a:lnTo>
                  <a:lnTo>
                    <a:pt x="300889" y="549150"/>
                  </a:lnTo>
                  <a:lnTo>
                    <a:pt x="300889" y="548980"/>
                  </a:lnTo>
                  <a:lnTo>
                    <a:pt x="299044" y="549150"/>
                  </a:lnTo>
                  <a:cubicBezTo>
                    <a:pt x="133887" y="549150"/>
                    <a:pt x="0" y="426219"/>
                    <a:pt x="0" y="274575"/>
                  </a:cubicBezTo>
                  <a:cubicBezTo>
                    <a:pt x="0" y="122932"/>
                    <a:pt x="133887" y="0"/>
                    <a:pt x="299044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l"/>
              <a:endParaRPr lang="en-US" sz="2002" dirty="0"/>
            </a:p>
          </p:txBody>
        </p:sp>
      </p:grpSp>
      <p:pic>
        <p:nvPicPr>
          <p:cNvPr id="16" name="Graphic 15">
            <a:extLst>
              <a:ext uri="{FF2B5EF4-FFF2-40B4-BE49-F238E27FC236}">
                <a16:creationId xmlns:a16="http://schemas.microsoft.com/office/drawing/2014/main" id="{4A43F6D9-2B76-4F47-8BB1-588F5D046A7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99897" y="919321"/>
            <a:ext cx="2809875" cy="50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42173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 Co-Brand - IQVI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TextBox 61">
            <a:extLst>
              <a:ext uri="{FF2B5EF4-FFF2-40B4-BE49-F238E27FC236}">
                <a16:creationId xmlns:a16="http://schemas.microsoft.com/office/drawing/2014/main" id="{7AB75BD1-2507-44E0-91E4-42F78B5D2D49}"/>
              </a:ext>
            </a:extLst>
          </p:cNvPr>
          <p:cNvSpPr txBox="1"/>
          <p:nvPr/>
        </p:nvSpPr>
        <p:spPr bwMode="black">
          <a:xfrm>
            <a:off x="913627" y="8149710"/>
            <a:ext cx="9653541" cy="269756"/>
          </a:xfrm>
          <a:prstGeom prst="rect">
            <a:avLst/>
          </a:prstGeom>
          <a:ln>
            <a:noFill/>
          </a:ln>
        </p:spPr>
        <p:txBody>
          <a:bodyPr vert="horz" wrap="square" lIns="114298" tIns="57151" rIns="114298" bIns="57151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114323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3" dirty="0">
                <a:solidFill>
                  <a:schemeClr val="bg1">
                    <a:lumMod val="50000"/>
                  </a:schemeClr>
                </a:solidFill>
                <a:ea typeface="Arial" charset="0"/>
                <a:cs typeface="Arial" charset="0"/>
              </a:rPr>
              <a:t>© 2021. All rights reserved. IQVIA</a:t>
            </a:r>
            <a:r>
              <a:rPr lang="en-US" sz="1003" baseline="30000" dirty="0">
                <a:solidFill>
                  <a:schemeClr val="bg1">
                    <a:lumMod val="50000"/>
                  </a:schemeClr>
                </a:solidFill>
                <a:ea typeface="Arial" charset="0"/>
                <a:cs typeface="Arial" charset="0"/>
              </a:rPr>
              <a:t>®</a:t>
            </a:r>
            <a:r>
              <a:rPr lang="en-US" sz="1003" dirty="0">
                <a:solidFill>
                  <a:schemeClr val="bg1">
                    <a:lumMod val="50000"/>
                  </a:schemeClr>
                </a:solidFill>
                <a:ea typeface="Arial" charset="0"/>
                <a:cs typeface="Arial" charset="0"/>
              </a:rPr>
              <a:t> is a registered trademark of IQVIA Inc. in the United States, the European Union, and various other countries. </a:t>
            </a:r>
            <a:endParaRPr lang="en-US" sz="1003" kern="1200" dirty="0">
              <a:solidFill>
                <a:schemeClr val="bg1">
                  <a:lumMod val="50000"/>
                </a:schemeClr>
              </a:solidFill>
              <a:latin typeface="+mn-lt"/>
              <a:ea typeface="Arial" charset="0"/>
              <a:cs typeface="Arial" charset="0"/>
            </a:endParaRPr>
          </a:p>
        </p:txBody>
      </p:sp>
      <p:sp>
        <p:nvSpPr>
          <p:cNvPr id="64" name="Text Placeholder 21">
            <a:extLst>
              <a:ext uri="{FF2B5EF4-FFF2-40B4-BE49-F238E27FC236}">
                <a16:creationId xmlns:a16="http://schemas.microsoft.com/office/drawing/2014/main" id="{098CCE30-6B5A-4DFB-97B5-AF5CCDE0C84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29165" y="4602208"/>
            <a:ext cx="7937295" cy="149475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3005" b="0" i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Subheads are 24pt Arial Italic sentence case and can be 2 lines.</a:t>
            </a:r>
          </a:p>
        </p:txBody>
      </p:sp>
      <p:sp>
        <p:nvSpPr>
          <p:cNvPr id="70" name="Title 1">
            <a:extLst>
              <a:ext uri="{FF2B5EF4-FFF2-40B4-BE49-F238E27FC236}">
                <a16:creationId xmlns:a16="http://schemas.microsoft.com/office/drawing/2014/main" id="{184C4A24-4E36-49F8-AE34-FEFD57A9817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29165" y="1589472"/>
            <a:ext cx="9901943" cy="2802893"/>
          </a:xfrm>
          <a:prstGeom prst="rect">
            <a:avLst/>
          </a:prstGeom>
        </p:spPr>
        <p:txBody>
          <a:bodyPr anchor="b" anchorCtr="0"/>
          <a:lstStyle>
            <a:lvl1pPr algn="l">
              <a:lnSpc>
                <a:spcPct val="100000"/>
              </a:lnSpc>
              <a:defRPr sz="4504" b="1" i="0" baseline="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Headline 36pt Arial Bold Title Case Should Be No More Than 2 Lines</a:t>
            </a:r>
          </a:p>
        </p:txBody>
      </p:sp>
      <p:sp>
        <p:nvSpPr>
          <p:cNvPr id="71" name="Subtitle 2">
            <a:extLst>
              <a:ext uri="{FF2B5EF4-FFF2-40B4-BE49-F238E27FC236}">
                <a16:creationId xmlns:a16="http://schemas.microsoft.com/office/drawing/2014/main" id="{0E82B801-11C9-4FD7-9D6A-B8DAA212046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29165" y="6898081"/>
            <a:ext cx="7937295" cy="83659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250"/>
              </a:spcBef>
              <a:buNone/>
              <a:defRPr sz="2002" baseline="0">
                <a:solidFill>
                  <a:schemeClr val="accent2"/>
                </a:solidFill>
              </a:defRPr>
            </a:lvl1pPr>
            <a:lvl2pPr marL="571614" indent="0" algn="ctr">
              <a:buNone/>
              <a:defRPr sz="2502"/>
            </a:lvl2pPr>
            <a:lvl3pPr marL="1143236" indent="0" algn="ctr">
              <a:buNone/>
              <a:defRPr sz="2252"/>
            </a:lvl3pPr>
            <a:lvl4pPr marL="1714850" indent="0" algn="ctr">
              <a:buNone/>
              <a:defRPr sz="2002"/>
            </a:lvl4pPr>
            <a:lvl5pPr marL="2286464" indent="0" algn="ctr">
              <a:buNone/>
              <a:defRPr sz="2002"/>
            </a:lvl5pPr>
            <a:lvl6pPr marL="2858083" indent="0" algn="ctr">
              <a:buNone/>
              <a:defRPr sz="2002"/>
            </a:lvl6pPr>
            <a:lvl7pPr marL="3429700" indent="0" algn="ctr">
              <a:buNone/>
              <a:defRPr sz="2002"/>
            </a:lvl7pPr>
            <a:lvl8pPr marL="4001314" indent="0" algn="ctr">
              <a:buNone/>
              <a:defRPr sz="2002"/>
            </a:lvl8pPr>
            <a:lvl9pPr marL="4572932" indent="0" algn="ctr">
              <a:buNone/>
              <a:defRPr sz="2002"/>
            </a:lvl9pPr>
          </a:lstStyle>
          <a:p>
            <a:r>
              <a:rPr lang="en-US" dirty="0"/>
              <a:t>Author First Last Name, Title 16pt Arial</a:t>
            </a:r>
          </a:p>
        </p:txBody>
      </p:sp>
      <p:sp>
        <p:nvSpPr>
          <p:cNvPr id="14" name="Text Placeholder 21">
            <a:extLst>
              <a:ext uri="{FF2B5EF4-FFF2-40B4-BE49-F238E27FC236}">
                <a16:creationId xmlns:a16="http://schemas.microsoft.com/office/drawing/2014/main" id="{E5C45F24-760D-4806-80BF-4B954EEA03A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94125" y="6068257"/>
            <a:ext cx="2905126" cy="1677190"/>
          </a:xfrm>
          <a:prstGeom prst="rect">
            <a:avLst/>
          </a:prstGeom>
          <a:solidFill>
            <a:srgbClr val="DA291C"/>
          </a:solidFill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249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Co-brand and bid defense only: You may replace this box with a sponsor logo. Ensure the logo is on a white or transparent background and you have usage permission.</a:t>
            </a:r>
            <a:br>
              <a:rPr lang="en-US" dirty="0"/>
            </a:br>
            <a:br>
              <a:rPr lang="en-US" dirty="0"/>
            </a:br>
            <a:r>
              <a:rPr lang="en-US" dirty="0"/>
              <a:t>All other presentations, or without sponsor logo: Please delete this box.</a:t>
            </a: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39C359E7-88C6-42D4-9B64-F7D5FE9CDBC5}"/>
              </a:ext>
            </a:extLst>
          </p:cNvPr>
          <p:cNvGrpSpPr/>
          <p:nvPr/>
        </p:nvGrpSpPr>
        <p:grpSpPr>
          <a:xfrm>
            <a:off x="12426912" y="4755037"/>
            <a:ext cx="2813088" cy="3314136"/>
            <a:chOff x="9941531" y="3804028"/>
            <a:chExt cx="2250469" cy="2651308"/>
          </a:xfrm>
        </p:grpSpPr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C4384A34-21CA-42A4-8E46-1EEAC237500E}"/>
                </a:ext>
              </a:extLst>
            </p:cNvPr>
            <p:cNvSpPr/>
            <p:nvPr/>
          </p:nvSpPr>
          <p:spPr>
            <a:xfrm>
              <a:off x="10755844" y="5906186"/>
              <a:ext cx="1436156" cy="549150"/>
            </a:xfrm>
            <a:custGeom>
              <a:avLst/>
              <a:gdLst>
                <a:gd name="connsiteX0" fmla="*/ 274575 w 1436156"/>
                <a:gd name="connsiteY0" fmla="*/ 0 h 549150"/>
                <a:gd name="connsiteX1" fmla="*/ 276477 w 1436156"/>
                <a:gd name="connsiteY1" fmla="*/ 192 h 549150"/>
                <a:gd name="connsiteX2" fmla="*/ 276477 w 1436156"/>
                <a:gd name="connsiteY2" fmla="*/ 0 h 549150"/>
                <a:gd name="connsiteX3" fmla="*/ 1436156 w 1436156"/>
                <a:gd name="connsiteY3" fmla="*/ 0 h 549150"/>
                <a:gd name="connsiteX4" fmla="*/ 1436156 w 1436156"/>
                <a:gd name="connsiteY4" fmla="*/ 549150 h 549150"/>
                <a:gd name="connsiteX5" fmla="*/ 276477 w 1436156"/>
                <a:gd name="connsiteY5" fmla="*/ 549150 h 549150"/>
                <a:gd name="connsiteX6" fmla="*/ 276477 w 1436156"/>
                <a:gd name="connsiteY6" fmla="*/ 548959 h 549150"/>
                <a:gd name="connsiteX7" fmla="*/ 274575 w 1436156"/>
                <a:gd name="connsiteY7" fmla="*/ 549150 h 549150"/>
                <a:gd name="connsiteX8" fmla="*/ 0 w 1436156"/>
                <a:gd name="connsiteY8" fmla="*/ 274575 h 549150"/>
                <a:gd name="connsiteX9" fmla="*/ 274575 w 1436156"/>
                <a:gd name="connsiteY9" fmla="*/ 0 h 549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36156" h="549150">
                  <a:moveTo>
                    <a:pt x="274575" y="0"/>
                  </a:moveTo>
                  <a:lnTo>
                    <a:pt x="276477" y="192"/>
                  </a:lnTo>
                  <a:lnTo>
                    <a:pt x="276477" y="0"/>
                  </a:lnTo>
                  <a:lnTo>
                    <a:pt x="1436156" y="0"/>
                  </a:lnTo>
                  <a:lnTo>
                    <a:pt x="1436156" y="549150"/>
                  </a:lnTo>
                  <a:lnTo>
                    <a:pt x="276477" y="549150"/>
                  </a:lnTo>
                  <a:lnTo>
                    <a:pt x="276477" y="548959"/>
                  </a:lnTo>
                  <a:lnTo>
                    <a:pt x="274575" y="549150"/>
                  </a:lnTo>
                  <a:cubicBezTo>
                    <a:pt x="122932" y="549150"/>
                    <a:pt x="0" y="426219"/>
                    <a:pt x="0" y="274575"/>
                  </a:cubicBezTo>
                  <a:cubicBezTo>
                    <a:pt x="0" y="122932"/>
                    <a:pt x="122932" y="0"/>
                    <a:pt x="27457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t" anchorCtr="0">
              <a:noAutofit/>
            </a:bodyPr>
            <a:lstStyle/>
            <a:p>
              <a:pPr algn="l"/>
              <a:endParaRPr lang="en-US" sz="2002" dirty="0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80C482A3-7472-489E-8622-A62D97CBD17C}"/>
                </a:ext>
              </a:extLst>
            </p:cNvPr>
            <p:cNvSpPr/>
            <p:nvPr/>
          </p:nvSpPr>
          <p:spPr>
            <a:xfrm>
              <a:off x="10356354" y="3804028"/>
              <a:ext cx="1835646" cy="549150"/>
            </a:xfrm>
            <a:custGeom>
              <a:avLst/>
              <a:gdLst>
                <a:gd name="connsiteX0" fmla="*/ 274073 w 1835646"/>
                <a:gd name="connsiteY0" fmla="*/ 0 h 549150"/>
                <a:gd name="connsiteX1" fmla="*/ 278104 w 1835646"/>
                <a:gd name="connsiteY1" fmla="*/ 407 h 549150"/>
                <a:gd name="connsiteX2" fmla="*/ 278104 w 1835646"/>
                <a:gd name="connsiteY2" fmla="*/ 0 h 549150"/>
                <a:gd name="connsiteX3" fmla="*/ 1835646 w 1835646"/>
                <a:gd name="connsiteY3" fmla="*/ 0 h 549150"/>
                <a:gd name="connsiteX4" fmla="*/ 1835646 w 1835646"/>
                <a:gd name="connsiteY4" fmla="*/ 549150 h 549150"/>
                <a:gd name="connsiteX5" fmla="*/ 278104 w 1835646"/>
                <a:gd name="connsiteY5" fmla="*/ 549150 h 549150"/>
                <a:gd name="connsiteX6" fmla="*/ 278104 w 1835646"/>
                <a:gd name="connsiteY6" fmla="*/ 547742 h 549150"/>
                <a:gd name="connsiteX7" fmla="*/ 274073 w 1835646"/>
                <a:gd name="connsiteY7" fmla="*/ 548148 h 549150"/>
                <a:gd name="connsiteX8" fmla="*/ 0 w 1835646"/>
                <a:gd name="connsiteY8" fmla="*/ 274074 h 549150"/>
                <a:gd name="connsiteX9" fmla="*/ 274073 w 1835646"/>
                <a:gd name="connsiteY9" fmla="*/ 0 h 549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835646" h="549150">
                  <a:moveTo>
                    <a:pt x="274073" y="0"/>
                  </a:moveTo>
                  <a:lnTo>
                    <a:pt x="278104" y="407"/>
                  </a:lnTo>
                  <a:lnTo>
                    <a:pt x="278104" y="0"/>
                  </a:lnTo>
                  <a:lnTo>
                    <a:pt x="1835646" y="0"/>
                  </a:lnTo>
                  <a:lnTo>
                    <a:pt x="1835646" y="549150"/>
                  </a:lnTo>
                  <a:lnTo>
                    <a:pt x="278104" y="549150"/>
                  </a:lnTo>
                  <a:lnTo>
                    <a:pt x="278104" y="547742"/>
                  </a:lnTo>
                  <a:lnTo>
                    <a:pt x="274073" y="548148"/>
                  </a:lnTo>
                  <a:cubicBezTo>
                    <a:pt x="122707" y="548148"/>
                    <a:pt x="0" y="425441"/>
                    <a:pt x="0" y="274074"/>
                  </a:cubicBezTo>
                  <a:cubicBezTo>
                    <a:pt x="0" y="122707"/>
                    <a:pt x="122707" y="0"/>
                    <a:pt x="27407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t" anchorCtr="0">
              <a:noAutofit/>
            </a:bodyPr>
            <a:lstStyle/>
            <a:p>
              <a:pPr algn="l"/>
              <a:endParaRPr lang="en-US" sz="2002" dirty="0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14C68CD5-1D99-4C2F-8258-B69F780AC527}"/>
                </a:ext>
              </a:extLst>
            </p:cNvPr>
            <p:cNvSpPr/>
            <p:nvPr/>
          </p:nvSpPr>
          <p:spPr>
            <a:xfrm>
              <a:off x="9941531" y="4854606"/>
              <a:ext cx="2250469" cy="549150"/>
            </a:xfrm>
            <a:custGeom>
              <a:avLst/>
              <a:gdLst>
                <a:gd name="connsiteX0" fmla="*/ 299044 w 2250469"/>
                <a:gd name="connsiteY0" fmla="*/ 0 h 549150"/>
                <a:gd name="connsiteX1" fmla="*/ 300889 w 2250469"/>
                <a:gd name="connsiteY1" fmla="*/ 171 h 549150"/>
                <a:gd name="connsiteX2" fmla="*/ 300889 w 2250469"/>
                <a:gd name="connsiteY2" fmla="*/ 0 h 549150"/>
                <a:gd name="connsiteX3" fmla="*/ 2250469 w 2250469"/>
                <a:gd name="connsiteY3" fmla="*/ 0 h 549150"/>
                <a:gd name="connsiteX4" fmla="*/ 2250469 w 2250469"/>
                <a:gd name="connsiteY4" fmla="*/ 549150 h 549150"/>
                <a:gd name="connsiteX5" fmla="*/ 300889 w 2250469"/>
                <a:gd name="connsiteY5" fmla="*/ 549150 h 549150"/>
                <a:gd name="connsiteX6" fmla="*/ 300889 w 2250469"/>
                <a:gd name="connsiteY6" fmla="*/ 548980 h 549150"/>
                <a:gd name="connsiteX7" fmla="*/ 299044 w 2250469"/>
                <a:gd name="connsiteY7" fmla="*/ 549150 h 549150"/>
                <a:gd name="connsiteX8" fmla="*/ 0 w 2250469"/>
                <a:gd name="connsiteY8" fmla="*/ 274575 h 549150"/>
                <a:gd name="connsiteX9" fmla="*/ 299044 w 2250469"/>
                <a:gd name="connsiteY9" fmla="*/ 0 h 549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250469" h="549150">
                  <a:moveTo>
                    <a:pt x="299044" y="0"/>
                  </a:moveTo>
                  <a:lnTo>
                    <a:pt x="300889" y="171"/>
                  </a:lnTo>
                  <a:lnTo>
                    <a:pt x="300889" y="0"/>
                  </a:lnTo>
                  <a:lnTo>
                    <a:pt x="2250469" y="0"/>
                  </a:lnTo>
                  <a:lnTo>
                    <a:pt x="2250469" y="549150"/>
                  </a:lnTo>
                  <a:lnTo>
                    <a:pt x="300889" y="549150"/>
                  </a:lnTo>
                  <a:lnTo>
                    <a:pt x="300889" y="548980"/>
                  </a:lnTo>
                  <a:lnTo>
                    <a:pt x="299044" y="549150"/>
                  </a:lnTo>
                  <a:cubicBezTo>
                    <a:pt x="133887" y="549150"/>
                    <a:pt x="0" y="426219"/>
                    <a:pt x="0" y="274575"/>
                  </a:cubicBezTo>
                  <a:cubicBezTo>
                    <a:pt x="0" y="122932"/>
                    <a:pt x="133887" y="0"/>
                    <a:pt x="29904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l"/>
              <a:endParaRPr lang="en-US" sz="2002" dirty="0" err="1"/>
            </a:p>
          </p:txBody>
        </p:sp>
      </p:grpSp>
      <p:pic>
        <p:nvPicPr>
          <p:cNvPr id="19" name="Graphic 18">
            <a:extLst>
              <a:ext uri="{FF2B5EF4-FFF2-40B4-BE49-F238E27FC236}">
                <a16:creationId xmlns:a16="http://schemas.microsoft.com/office/drawing/2014/main" id="{EFFBAF58-7775-B441-95B2-60BAEE6306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99897" y="919321"/>
            <a:ext cx="2809875" cy="50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18074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 - IQV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80874" y="1607952"/>
            <a:ext cx="14173202" cy="6242657"/>
          </a:xfrm>
          <a:prstGeom prst="rect">
            <a:avLst/>
          </a:prstGeom>
        </p:spPr>
        <p:txBody>
          <a:bodyPr/>
          <a:lstStyle>
            <a:lvl1pPr marL="228647" indent="-228647">
              <a:lnSpc>
                <a:spcPct val="100000"/>
              </a:lnSpc>
              <a:spcBef>
                <a:spcPts val="1249"/>
              </a:spcBef>
              <a:defRPr sz="2002">
                <a:solidFill>
                  <a:schemeClr val="tx1"/>
                </a:solidFill>
              </a:defRPr>
            </a:lvl1pPr>
            <a:lvl2pPr marL="457295" indent="-228647">
              <a:lnSpc>
                <a:spcPct val="100000"/>
              </a:lnSpc>
              <a:spcBef>
                <a:spcPts val="1003"/>
              </a:spcBef>
              <a:buFont typeface="Arial" panose="020B0604020202020204" pitchFamily="34" charset="0"/>
              <a:buChar char="-"/>
              <a:defRPr sz="2002">
                <a:solidFill>
                  <a:schemeClr val="tx1"/>
                </a:solidFill>
              </a:defRPr>
            </a:lvl2pPr>
            <a:lvl3pPr marL="685941" indent="-228647">
              <a:lnSpc>
                <a:spcPct val="100000"/>
              </a:lnSpc>
              <a:spcBef>
                <a:spcPts val="1003"/>
              </a:spcBef>
              <a:buFont typeface="Arial" panose="020B0604020202020204" pitchFamily="34" charset="0"/>
              <a:buChar char="›"/>
              <a:defRPr sz="2002">
                <a:solidFill>
                  <a:schemeClr val="tx1"/>
                </a:solidFill>
              </a:defRPr>
            </a:lvl3pPr>
            <a:lvl4pPr marL="914584" indent="-228647">
              <a:lnSpc>
                <a:spcPct val="100000"/>
              </a:lnSpc>
              <a:spcBef>
                <a:spcPts val="1003"/>
              </a:spcBef>
              <a:buFont typeface="Arial" panose="020B0604020202020204" pitchFamily="34" charset="0"/>
              <a:buChar char="»"/>
              <a:defRPr sz="2002">
                <a:solidFill>
                  <a:schemeClr val="tx1"/>
                </a:solidFill>
              </a:defRPr>
            </a:lvl4pPr>
            <a:lvl5pPr marL="1143236" indent="-228647">
              <a:lnSpc>
                <a:spcPct val="100000"/>
              </a:lnSpc>
              <a:spcBef>
                <a:spcPts val="1003"/>
              </a:spcBef>
              <a:buSzPct val="75000"/>
              <a:buFont typeface="Wingdings" panose="05000000000000000000" pitchFamily="2" charset="2"/>
              <a:buChar char="§"/>
              <a:defRPr sz="2002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Arial 16pt bullet level 1</a:t>
            </a:r>
          </a:p>
          <a:p>
            <a:pPr lvl="1"/>
            <a:r>
              <a:rPr lang="en-US" dirty="0"/>
              <a:t>Arial 16pt bullet level 2</a:t>
            </a:r>
          </a:p>
          <a:p>
            <a:pPr lvl="2"/>
            <a:r>
              <a:rPr lang="en-US" dirty="0"/>
              <a:t>Arial 16pt bullet level 3</a:t>
            </a:r>
          </a:p>
          <a:p>
            <a:pPr lvl="3"/>
            <a:r>
              <a:rPr lang="en-US" dirty="0"/>
              <a:t>Arial 16pt bullet level 4</a:t>
            </a:r>
          </a:p>
          <a:p>
            <a:pPr lvl="4"/>
            <a:r>
              <a:rPr lang="en-US" dirty="0"/>
              <a:t>Arial 16pt bullet level 5</a:t>
            </a:r>
          </a:p>
        </p:txBody>
      </p:sp>
      <p:sp>
        <p:nvSpPr>
          <p:cNvPr id="13" name="Title 1"/>
          <p:cNvSpPr>
            <a:spLocks noGrp="1"/>
          </p:cNvSpPr>
          <p:nvPr>
            <p:ph type="title" hasCustomPrompt="1"/>
          </p:nvPr>
        </p:nvSpPr>
        <p:spPr>
          <a:xfrm>
            <a:off x="480874" y="368090"/>
            <a:ext cx="14173202" cy="960329"/>
          </a:xfrm>
          <a:prstGeom prst="rect">
            <a:avLst/>
          </a:prstGeom>
        </p:spPr>
        <p:txBody>
          <a:bodyPr anchor="b" anchorCtr="0"/>
          <a:lstStyle>
            <a:lvl1pPr>
              <a:defRPr sz="3501"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Headlines are 28pt Arial Bold sentence case</a:t>
            </a:r>
          </a:p>
        </p:txBody>
      </p:sp>
      <p:sp>
        <p:nvSpPr>
          <p:cNvPr id="54" name="Footer Placeholder 4">
            <a:extLst>
              <a:ext uri="{FF2B5EF4-FFF2-40B4-BE49-F238E27FC236}">
                <a16:creationId xmlns:a16="http://schemas.microsoft.com/office/drawing/2014/main" id="{7088911A-0046-5847-8D5E-667B718ECD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480875" y="7984824"/>
            <a:ext cx="11606853" cy="422610"/>
          </a:xfrm>
          <a:prstGeom prst="rect">
            <a:avLst/>
          </a:prstGeom>
          <a:noFill/>
        </p:spPr>
        <p:txBody>
          <a:bodyPr vert="horz" lIns="91440" tIns="45720" rIns="91440" bIns="45720" rtlCol="0" anchor="b" anchorCtr="0"/>
          <a:lstStyle>
            <a:lvl1pPr algn="l">
              <a:defRPr sz="1003">
                <a:solidFill>
                  <a:schemeClr val="tx1"/>
                </a:solidFill>
                <a:latin typeface="Arial Narrow" panose="020B060602020203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FCFC63C0-5262-4767-9F93-DEDAECE24DB7}"/>
              </a:ext>
            </a:extLst>
          </p:cNvPr>
          <p:cNvSpPr txBox="1">
            <a:spLocks/>
          </p:cNvSpPr>
          <p:nvPr/>
        </p:nvSpPr>
        <p:spPr bwMode="white">
          <a:xfrm>
            <a:off x="14654077" y="8180935"/>
            <a:ext cx="441359" cy="22225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C5C7A9E-C6A9-4A9D-A8BC-E29E91AD59EE}" type="slidenum">
              <a:rPr lang="en-US" sz="1003" b="0" smtClean="0">
                <a:solidFill>
                  <a:srgbClr val="959CA0"/>
                </a:solidFill>
              </a:rPr>
              <a:t>‹#›</a:t>
            </a:fld>
            <a:endParaRPr lang="en-US" sz="1003" b="0" dirty="0">
              <a:solidFill>
                <a:srgbClr val="959CA0"/>
              </a:solidFill>
            </a:endParaRP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DB41C48F-5C1D-DE41-93AD-B4E269C3B3A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970377" y="8169993"/>
            <a:ext cx="1428753" cy="269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40965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_Subhead - IQV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Content Placeholder 2">
            <a:extLst>
              <a:ext uri="{FF2B5EF4-FFF2-40B4-BE49-F238E27FC236}">
                <a16:creationId xmlns:a16="http://schemas.microsoft.com/office/drawing/2014/main" id="{098016E9-779F-F844-B7C6-670D5E2ED4DC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480874" y="2128288"/>
            <a:ext cx="14173202" cy="5722319"/>
          </a:xfrm>
          <a:prstGeom prst="rect">
            <a:avLst/>
          </a:prstGeom>
        </p:spPr>
        <p:txBody>
          <a:bodyPr/>
          <a:lstStyle>
            <a:lvl1pPr marL="228647" indent="-228647">
              <a:lnSpc>
                <a:spcPct val="100000"/>
              </a:lnSpc>
              <a:spcBef>
                <a:spcPts val="1249"/>
              </a:spcBef>
              <a:defRPr sz="2002">
                <a:solidFill>
                  <a:schemeClr val="tx1"/>
                </a:solidFill>
              </a:defRPr>
            </a:lvl1pPr>
            <a:lvl2pPr marL="457295" indent="-228647">
              <a:lnSpc>
                <a:spcPct val="100000"/>
              </a:lnSpc>
              <a:spcBef>
                <a:spcPts val="1003"/>
              </a:spcBef>
              <a:buFont typeface="Arial" panose="020B0604020202020204" pitchFamily="34" charset="0"/>
              <a:buChar char="-"/>
              <a:defRPr sz="2002">
                <a:solidFill>
                  <a:schemeClr val="tx1"/>
                </a:solidFill>
              </a:defRPr>
            </a:lvl2pPr>
            <a:lvl3pPr marL="685941" indent="-228647">
              <a:lnSpc>
                <a:spcPct val="100000"/>
              </a:lnSpc>
              <a:spcBef>
                <a:spcPts val="1003"/>
              </a:spcBef>
              <a:buFont typeface="Arial" panose="020B0604020202020204" pitchFamily="34" charset="0"/>
              <a:buChar char="›"/>
              <a:defRPr sz="2002">
                <a:solidFill>
                  <a:schemeClr val="tx1"/>
                </a:solidFill>
              </a:defRPr>
            </a:lvl3pPr>
            <a:lvl4pPr marL="914584" indent="-228647">
              <a:lnSpc>
                <a:spcPct val="100000"/>
              </a:lnSpc>
              <a:spcBef>
                <a:spcPts val="1003"/>
              </a:spcBef>
              <a:buFont typeface="Arial" panose="020B0604020202020204" pitchFamily="34" charset="0"/>
              <a:buChar char="»"/>
              <a:defRPr sz="2002">
                <a:solidFill>
                  <a:schemeClr val="tx1"/>
                </a:solidFill>
              </a:defRPr>
            </a:lvl4pPr>
            <a:lvl5pPr marL="1143236" indent="-228647">
              <a:lnSpc>
                <a:spcPct val="100000"/>
              </a:lnSpc>
              <a:spcBef>
                <a:spcPts val="1003"/>
              </a:spcBef>
              <a:buSzPct val="75000"/>
              <a:buFont typeface="Wingdings" panose="05000000000000000000" pitchFamily="2" charset="2"/>
              <a:buChar char="§"/>
              <a:defRPr sz="2002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Arial 16pt bullet level 1</a:t>
            </a:r>
          </a:p>
          <a:p>
            <a:pPr lvl="1"/>
            <a:r>
              <a:rPr lang="en-US" dirty="0"/>
              <a:t>Arial 16pt bullet level 2</a:t>
            </a:r>
          </a:p>
          <a:p>
            <a:pPr lvl="2"/>
            <a:r>
              <a:rPr lang="en-US" dirty="0"/>
              <a:t>Arial 16pt bullet level 3</a:t>
            </a:r>
          </a:p>
          <a:p>
            <a:pPr lvl="3"/>
            <a:r>
              <a:rPr lang="en-US" dirty="0"/>
              <a:t>Arial 16pt bullet level 4</a:t>
            </a:r>
          </a:p>
          <a:p>
            <a:pPr lvl="4"/>
            <a:r>
              <a:rPr lang="en-US" dirty="0"/>
              <a:t>Arial 16pt bullet level 5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6" hasCustomPrompt="1"/>
          </p:nvPr>
        </p:nvSpPr>
        <p:spPr>
          <a:xfrm>
            <a:off x="480874" y="1352285"/>
            <a:ext cx="14173202" cy="502919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2502" i="1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Subheads are 20pt Arial Italic sentence case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80874" y="368090"/>
            <a:ext cx="14173202" cy="960329"/>
          </a:xfrm>
          <a:prstGeom prst="rect">
            <a:avLst/>
          </a:prstGeom>
        </p:spPr>
        <p:txBody>
          <a:bodyPr anchor="b" anchorCtr="0"/>
          <a:lstStyle>
            <a:lvl1pPr>
              <a:defRPr sz="3501"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Headlines are 28pt Arial Bold sentence case</a:t>
            </a:r>
          </a:p>
        </p:txBody>
      </p:sp>
      <p:sp>
        <p:nvSpPr>
          <p:cNvPr id="56" name="Footer Placeholder 4">
            <a:extLst>
              <a:ext uri="{FF2B5EF4-FFF2-40B4-BE49-F238E27FC236}">
                <a16:creationId xmlns:a16="http://schemas.microsoft.com/office/drawing/2014/main" id="{4C2A7798-04D8-114F-865E-17D9C5B73EA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480875" y="7984824"/>
            <a:ext cx="11606853" cy="422610"/>
          </a:xfrm>
          <a:prstGeom prst="rect">
            <a:avLst/>
          </a:prstGeom>
          <a:noFill/>
        </p:spPr>
        <p:txBody>
          <a:bodyPr vert="horz" lIns="91440" tIns="45720" rIns="91440" bIns="45720" rtlCol="0" anchor="b" anchorCtr="0"/>
          <a:lstStyle>
            <a:lvl1pPr algn="l">
              <a:defRPr sz="1003">
                <a:solidFill>
                  <a:schemeClr val="tx1"/>
                </a:solidFill>
                <a:latin typeface="Arial Narrow" panose="020B060602020203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1" name="Slide Number Placeholder 5">
            <a:extLst>
              <a:ext uri="{FF2B5EF4-FFF2-40B4-BE49-F238E27FC236}">
                <a16:creationId xmlns:a16="http://schemas.microsoft.com/office/drawing/2014/main" id="{780491F4-CBE5-420D-B41C-DA1186C29721}"/>
              </a:ext>
            </a:extLst>
          </p:cNvPr>
          <p:cNvSpPr txBox="1">
            <a:spLocks/>
          </p:cNvSpPr>
          <p:nvPr/>
        </p:nvSpPr>
        <p:spPr bwMode="white">
          <a:xfrm>
            <a:off x="14654077" y="8180935"/>
            <a:ext cx="441359" cy="22225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C5C7A9E-C6A9-4A9D-A8BC-E29E91AD59EE}" type="slidenum">
              <a:rPr lang="en-US" sz="1003" b="0" smtClean="0">
                <a:solidFill>
                  <a:srgbClr val="959CA0"/>
                </a:solidFill>
              </a:rPr>
              <a:t>‹#›</a:t>
            </a:fld>
            <a:endParaRPr lang="en-US" sz="1003" b="0" dirty="0">
              <a:solidFill>
                <a:srgbClr val="959CA0"/>
              </a:solidFill>
            </a:endParaRPr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C127A24E-C6A6-B348-9405-8C826F52F91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970377" y="8169993"/>
            <a:ext cx="1428753" cy="269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80125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_Callout Opt1 - IQV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Graphic 16">
            <a:extLst>
              <a:ext uri="{FF2B5EF4-FFF2-40B4-BE49-F238E27FC236}">
                <a16:creationId xmlns:a16="http://schemas.microsoft.com/office/drawing/2014/main" id="{B39BD980-859A-ED43-B5E0-B78C35812A8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970377" y="8169993"/>
            <a:ext cx="1428753" cy="269876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531A8FC-B139-A448-96B7-DB54D8693F95}"/>
              </a:ext>
            </a:extLst>
          </p:cNvPr>
          <p:cNvCxnSpPr>
            <a:cxnSpLocks/>
          </p:cNvCxnSpPr>
          <p:nvPr/>
        </p:nvCxnSpPr>
        <p:spPr>
          <a:xfrm>
            <a:off x="10165079" y="2231160"/>
            <a:ext cx="5185414" cy="0"/>
          </a:xfrm>
          <a:prstGeom prst="line">
            <a:avLst/>
          </a:prstGeom>
          <a:ln w="25400" cap="rnd">
            <a:solidFill>
              <a:schemeClr val="accent2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Content Placeholder 2">
            <a:extLst>
              <a:ext uri="{FF2B5EF4-FFF2-40B4-BE49-F238E27FC236}">
                <a16:creationId xmlns:a16="http://schemas.microsoft.com/office/drawing/2014/main" id="{D88AF363-7A35-104E-9A0A-BC860A4A42C8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480870" y="2128284"/>
            <a:ext cx="9365600" cy="5722312"/>
          </a:xfrm>
          <a:prstGeom prst="rect">
            <a:avLst/>
          </a:prstGeom>
        </p:spPr>
        <p:txBody>
          <a:bodyPr/>
          <a:lstStyle>
            <a:lvl1pPr marL="228647" indent="-228647">
              <a:lnSpc>
                <a:spcPct val="100000"/>
              </a:lnSpc>
              <a:spcBef>
                <a:spcPts val="1249"/>
              </a:spcBef>
              <a:defRPr sz="2002">
                <a:solidFill>
                  <a:schemeClr val="tx1"/>
                </a:solidFill>
              </a:defRPr>
            </a:lvl1pPr>
            <a:lvl2pPr marL="457295" indent="-228647">
              <a:lnSpc>
                <a:spcPct val="100000"/>
              </a:lnSpc>
              <a:spcBef>
                <a:spcPts val="1003"/>
              </a:spcBef>
              <a:buFont typeface="Arial" panose="020B0604020202020204" pitchFamily="34" charset="0"/>
              <a:buChar char="-"/>
              <a:defRPr sz="2002">
                <a:solidFill>
                  <a:schemeClr val="tx1"/>
                </a:solidFill>
              </a:defRPr>
            </a:lvl2pPr>
            <a:lvl3pPr marL="685941" indent="-228647">
              <a:lnSpc>
                <a:spcPct val="100000"/>
              </a:lnSpc>
              <a:spcBef>
                <a:spcPts val="1003"/>
              </a:spcBef>
              <a:buFont typeface="Arial" panose="020B0604020202020204" pitchFamily="34" charset="0"/>
              <a:buChar char="›"/>
              <a:defRPr sz="2002">
                <a:solidFill>
                  <a:schemeClr val="tx1"/>
                </a:solidFill>
              </a:defRPr>
            </a:lvl3pPr>
            <a:lvl4pPr marL="914584" indent="-228647">
              <a:lnSpc>
                <a:spcPct val="100000"/>
              </a:lnSpc>
              <a:spcBef>
                <a:spcPts val="1003"/>
              </a:spcBef>
              <a:buFont typeface="Arial" panose="020B0604020202020204" pitchFamily="34" charset="0"/>
              <a:buChar char="»"/>
              <a:defRPr sz="2002">
                <a:solidFill>
                  <a:schemeClr val="tx1"/>
                </a:solidFill>
              </a:defRPr>
            </a:lvl4pPr>
            <a:lvl5pPr marL="1143236" indent="-228647">
              <a:lnSpc>
                <a:spcPct val="100000"/>
              </a:lnSpc>
              <a:spcBef>
                <a:spcPts val="1003"/>
              </a:spcBef>
              <a:buSzPct val="75000"/>
              <a:buFont typeface="Wingdings" panose="05000000000000000000" pitchFamily="2" charset="2"/>
              <a:buChar char="§"/>
              <a:defRPr sz="2002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Arial 16pt bullet level 1</a:t>
            </a:r>
          </a:p>
          <a:p>
            <a:pPr lvl="1"/>
            <a:r>
              <a:rPr lang="en-US" dirty="0"/>
              <a:t>Arial 16pt bullet level 2</a:t>
            </a:r>
          </a:p>
          <a:p>
            <a:pPr lvl="2"/>
            <a:r>
              <a:rPr lang="en-US" dirty="0"/>
              <a:t>Arial 16pt bullet level 3</a:t>
            </a:r>
          </a:p>
          <a:p>
            <a:pPr lvl="3"/>
            <a:r>
              <a:rPr lang="en-US" dirty="0"/>
              <a:t>Arial 16pt bullet level 4</a:t>
            </a:r>
          </a:p>
          <a:p>
            <a:pPr lvl="4"/>
            <a:r>
              <a:rPr lang="en-US" dirty="0"/>
              <a:t>Arial 16pt bullet level 5</a:t>
            </a:r>
          </a:p>
        </p:txBody>
      </p:sp>
      <p:sp>
        <p:nvSpPr>
          <p:cNvPr id="8" name="Text Placeholder 11"/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10165080" y="2345453"/>
            <a:ext cx="4705829" cy="5505145"/>
          </a:xfrm>
          <a:prstGeom prst="rect">
            <a:avLst/>
          </a:prstGeom>
        </p:spPr>
        <p:txBody>
          <a:bodyPr wrap="square" anchor="t" anchorCtr="0">
            <a:noAutofit/>
          </a:bodyPr>
          <a:lstStyle>
            <a:lvl1pPr marL="0" marR="0" indent="0" algn="l" defTabSz="1524273" rtl="0" eaLnBrk="0" fontAlgn="base" latinLnBrk="0" hangingPunct="0">
              <a:lnSpc>
                <a:spcPct val="125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2502" b="1" i="0" baseline="0">
                <a:solidFill>
                  <a:schemeClr val="accent2"/>
                </a:solidFill>
                <a:latin typeface="+mj-lt"/>
              </a:defRPr>
            </a:lvl1pPr>
            <a:lvl2pPr marL="287792" indent="-148859">
              <a:lnSpc>
                <a:spcPct val="100000"/>
              </a:lnSpc>
              <a:buFont typeface="Arial"/>
              <a:buChar char="•"/>
              <a:defRPr sz="1498" b="0" i="0" baseline="0">
                <a:solidFill>
                  <a:schemeClr val="accent1"/>
                </a:solidFill>
                <a:latin typeface="+mj-lt"/>
                <a:cs typeface="Arial"/>
              </a:defRPr>
            </a:lvl2pPr>
            <a:lvl3pPr marL="762132" indent="-285802">
              <a:lnSpc>
                <a:spcPct val="100000"/>
              </a:lnSpc>
              <a:buFont typeface="Arial" pitchFamily="34" charset="0"/>
              <a:buChar char="•"/>
              <a:defRPr sz="1498" b="0" i="0">
                <a:solidFill>
                  <a:schemeClr val="bg1"/>
                </a:solidFill>
                <a:latin typeface="+mj-lt"/>
                <a:cs typeface="Arial"/>
              </a:defRPr>
            </a:lvl3pPr>
            <a:lvl4pPr>
              <a:defRPr sz="2667" b="0" i="0">
                <a:latin typeface="Georgia" pitchFamily="18" charset="0"/>
              </a:defRPr>
            </a:lvl4pPr>
          </a:lstStyle>
          <a:p>
            <a:pPr lvl="0"/>
            <a:r>
              <a:rPr lang="en-US" noProof="0" dirty="0"/>
              <a:t>Callouts are 20pt Arial Bold sentence case lorem ipsum dolor sit </a:t>
            </a:r>
            <a:r>
              <a:rPr lang="en-US" noProof="0" dirty="0" err="1"/>
              <a:t>amet</a:t>
            </a:r>
            <a:r>
              <a:rPr lang="en-US" noProof="0" dirty="0"/>
              <a:t>, </a:t>
            </a:r>
            <a:r>
              <a:rPr lang="en-US" noProof="0" dirty="0" err="1"/>
              <a:t>consec</a:t>
            </a:r>
            <a:r>
              <a:rPr lang="en-US" noProof="0" dirty="0"/>
              <a:t> </a:t>
            </a:r>
            <a:r>
              <a:rPr lang="en-US" noProof="0" dirty="0" err="1"/>
              <a:t>tetuer</a:t>
            </a:r>
            <a:r>
              <a:rPr lang="en-US" noProof="0" dirty="0"/>
              <a:t> </a:t>
            </a:r>
            <a:r>
              <a:rPr lang="en-US" noProof="0" dirty="0" err="1"/>
              <a:t>adipiscing</a:t>
            </a:r>
            <a:r>
              <a:rPr lang="en-US" noProof="0" dirty="0"/>
              <a:t> </a:t>
            </a:r>
            <a:r>
              <a:rPr lang="en-US" noProof="0" dirty="0" err="1"/>
              <a:t>elit</a:t>
            </a:r>
            <a:r>
              <a:rPr lang="en-US" noProof="0" dirty="0"/>
              <a:t>, </a:t>
            </a:r>
            <a:r>
              <a:rPr lang="en-US" noProof="0" dirty="0" err="1"/>
              <a:t>sed</a:t>
            </a:r>
            <a:r>
              <a:rPr lang="en-US" noProof="0" dirty="0"/>
              <a:t> </a:t>
            </a:r>
            <a:r>
              <a:rPr lang="en-US" noProof="0" dirty="0" err="1"/>
              <a:t>diam</a:t>
            </a:r>
            <a:r>
              <a:rPr lang="en-US" noProof="0" dirty="0"/>
              <a:t> </a:t>
            </a:r>
            <a:r>
              <a:rPr lang="en-US" noProof="0" dirty="0" err="1"/>
              <a:t>nonummy</a:t>
            </a:r>
            <a:r>
              <a:rPr lang="en-US" noProof="0" dirty="0"/>
              <a:t> </a:t>
            </a:r>
            <a:r>
              <a:rPr lang="en-US" noProof="0" dirty="0" err="1"/>
              <a:t>nibh</a:t>
            </a:r>
            <a:r>
              <a:rPr lang="en-US" noProof="0" dirty="0"/>
              <a:t> </a:t>
            </a:r>
            <a:r>
              <a:rPr lang="en-US" noProof="0" dirty="0" err="1"/>
              <a:t>euismod</a:t>
            </a:r>
            <a:r>
              <a:rPr lang="en-US" noProof="0" dirty="0"/>
              <a:t> </a:t>
            </a:r>
            <a:r>
              <a:rPr lang="en-US" noProof="0" dirty="0" err="1"/>
              <a:t>tincidunt</a:t>
            </a:r>
            <a:r>
              <a:rPr lang="en-US" noProof="0" dirty="0"/>
              <a:t> </a:t>
            </a:r>
            <a:r>
              <a:rPr lang="en-US" noProof="0" dirty="0" err="1"/>
              <a:t>ut</a:t>
            </a:r>
            <a:r>
              <a:rPr lang="en-US" noProof="0" dirty="0"/>
              <a:t> </a:t>
            </a:r>
            <a:r>
              <a:rPr lang="en-US" noProof="0" dirty="0" err="1"/>
              <a:t>laoreet</a:t>
            </a:r>
            <a:r>
              <a:rPr lang="en-US" noProof="0" dirty="0"/>
              <a:t> dolore magna </a:t>
            </a:r>
            <a:r>
              <a:rPr lang="en-US" noProof="0" dirty="0" err="1"/>
              <a:t>aliquam</a:t>
            </a:r>
            <a:r>
              <a:rPr lang="en-US" noProof="0" dirty="0"/>
              <a:t> </a:t>
            </a:r>
            <a:r>
              <a:rPr lang="en-US" noProof="0" dirty="0" err="1"/>
              <a:t>erat</a:t>
            </a:r>
            <a:r>
              <a:rPr lang="en-US" noProof="0" dirty="0"/>
              <a:t> </a:t>
            </a:r>
            <a:r>
              <a:rPr lang="en-US" noProof="0" dirty="0" err="1"/>
              <a:t>volutpat</a:t>
            </a:r>
            <a:r>
              <a:rPr lang="en-US" noProof="0" dirty="0"/>
              <a:t>. </a:t>
            </a:r>
          </a:p>
        </p:txBody>
      </p:sp>
      <p:sp>
        <p:nvSpPr>
          <p:cNvPr id="14" name="Text Placeholder 8"/>
          <p:cNvSpPr>
            <a:spLocks noGrp="1"/>
          </p:cNvSpPr>
          <p:nvPr>
            <p:ph type="body" sz="quarter" idx="16" hasCustomPrompt="1"/>
          </p:nvPr>
        </p:nvSpPr>
        <p:spPr>
          <a:xfrm>
            <a:off x="480874" y="1352285"/>
            <a:ext cx="14173202" cy="502919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buNone/>
              <a:defRPr sz="2502" i="1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Subheads are 20pt Arial Italic sentence case</a:t>
            </a:r>
          </a:p>
        </p:txBody>
      </p:sp>
      <p:sp>
        <p:nvSpPr>
          <p:cNvPr id="15" name="Title 1"/>
          <p:cNvSpPr>
            <a:spLocks noGrp="1"/>
          </p:cNvSpPr>
          <p:nvPr>
            <p:ph type="title" hasCustomPrompt="1"/>
          </p:nvPr>
        </p:nvSpPr>
        <p:spPr>
          <a:xfrm>
            <a:off x="480874" y="368090"/>
            <a:ext cx="14173202" cy="960329"/>
          </a:xfrm>
          <a:prstGeom prst="rect">
            <a:avLst/>
          </a:prstGeom>
        </p:spPr>
        <p:txBody>
          <a:bodyPr wrap="square" anchor="b" anchorCtr="0">
            <a:noAutofit/>
          </a:bodyPr>
          <a:lstStyle>
            <a:lvl1pPr>
              <a:defRPr sz="3501"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Headlines are 28pt Arial Bold sentence case</a:t>
            </a:r>
          </a:p>
        </p:txBody>
      </p:sp>
      <p:sp>
        <p:nvSpPr>
          <p:cNvPr id="60" name="Footer Placeholder 4">
            <a:extLst>
              <a:ext uri="{FF2B5EF4-FFF2-40B4-BE49-F238E27FC236}">
                <a16:creationId xmlns:a16="http://schemas.microsoft.com/office/drawing/2014/main" id="{02449CD6-629F-D647-95E7-AF3F9E15C48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480875" y="7984824"/>
            <a:ext cx="11606853" cy="422610"/>
          </a:xfrm>
          <a:prstGeom prst="rect">
            <a:avLst/>
          </a:prstGeom>
          <a:noFill/>
        </p:spPr>
        <p:txBody>
          <a:bodyPr vert="horz" lIns="91440" tIns="45720" rIns="91440" bIns="45720" rtlCol="0" anchor="b" anchorCtr="0"/>
          <a:lstStyle>
            <a:lvl1pPr algn="l">
              <a:defRPr sz="1003">
                <a:solidFill>
                  <a:schemeClr val="tx1"/>
                </a:solidFill>
                <a:latin typeface="Arial Narrow" panose="020B060602020203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3" name="Slide Number Placeholder 5">
            <a:extLst>
              <a:ext uri="{FF2B5EF4-FFF2-40B4-BE49-F238E27FC236}">
                <a16:creationId xmlns:a16="http://schemas.microsoft.com/office/drawing/2014/main" id="{241A4459-0EB4-4688-8572-06BA95F5D702}"/>
              </a:ext>
            </a:extLst>
          </p:cNvPr>
          <p:cNvSpPr txBox="1">
            <a:spLocks/>
          </p:cNvSpPr>
          <p:nvPr/>
        </p:nvSpPr>
        <p:spPr bwMode="white">
          <a:xfrm>
            <a:off x="14654077" y="8180935"/>
            <a:ext cx="441359" cy="22225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C5C7A9E-C6A9-4A9D-A8BC-E29E91AD59EE}" type="slidenum">
              <a:rPr lang="en-US" sz="1003" b="0" smtClean="0">
                <a:solidFill>
                  <a:srgbClr val="959CA0"/>
                </a:solidFill>
              </a:rPr>
              <a:t>‹#›</a:t>
            </a:fld>
            <a:endParaRPr lang="en-US" sz="1003" b="0" dirty="0">
              <a:solidFill>
                <a:srgbClr val="959C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14513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_Callout Opt2 - IQV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Content Placeholder 2">
            <a:extLst>
              <a:ext uri="{FF2B5EF4-FFF2-40B4-BE49-F238E27FC236}">
                <a16:creationId xmlns:a16="http://schemas.microsoft.com/office/drawing/2014/main" id="{D88AF363-7A35-104E-9A0A-BC860A4A42C8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480870" y="2128287"/>
            <a:ext cx="9365600" cy="5722307"/>
          </a:xfrm>
          <a:prstGeom prst="rect">
            <a:avLst/>
          </a:prstGeom>
        </p:spPr>
        <p:txBody>
          <a:bodyPr/>
          <a:lstStyle>
            <a:lvl1pPr marL="228647" indent="-228647">
              <a:lnSpc>
                <a:spcPct val="100000"/>
              </a:lnSpc>
              <a:spcBef>
                <a:spcPts val="1249"/>
              </a:spcBef>
              <a:defRPr sz="2002">
                <a:solidFill>
                  <a:schemeClr val="tx1"/>
                </a:solidFill>
              </a:defRPr>
            </a:lvl1pPr>
            <a:lvl2pPr marL="457295" indent="-228647">
              <a:lnSpc>
                <a:spcPct val="100000"/>
              </a:lnSpc>
              <a:spcBef>
                <a:spcPts val="1003"/>
              </a:spcBef>
              <a:buFont typeface="Arial" panose="020B0604020202020204" pitchFamily="34" charset="0"/>
              <a:buChar char="-"/>
              <a:defRPr sz="2002">
                <a:solidFill>
                  <a:schemeClr val="tx1"/>
                </a:solidFill>
              </a:defRPr>
            </a:lvl2pPr>
            <a:lvl3pPr marL="685941" indent="-228647">
              <a:lnSpc>
                <a:spcPct val="100000"/>
              </a:lnSpc>
              <a:spcBef>
                <a:spcPts val="1003"/>
              </a:spcBef>
              <a:buFont typeface="Arial" panose="020B0604020202020204" pitchFamily="34" charset="0"/>
              <a:buChar char="›"/>
              <a:defRPr sz="2002">
                <a:solidFill>
                  <a:schemeClr val="tx1"/>
                </a:solidFill>
              </a:defRPr>
            </a:lvl3pPr>
            <a:lvl4pPr marL="914584" indent="-228647">
              <a:lnSpc>
                <a:spcPct val="100000"/>
              </a:lnSpc>
              <a:spcBef>
                <a:spcPts val="1003"/>
              </a:spcBef>
              <a:buFont typeface="Arial" panose="020B0604020202020204" pitchFamily="34" charset="0"/>
              <a:buChar char="»"/>
              <a:defRPr sz="2002">
                <a:solidFill>
                  <a:schemeClr val="tx1"/>
                </a:solidFill>
              </a:defRPr>
            </a:lvl4pPr>
            <a:lvl5pPr marL="1143236" indent="-228647">
              <a:lnSpc>
                <a:spcPct val="100000"/>
              </a:lnSpc>
              <a:spcBef>
                <a:spcPts val="1003"/>
              </a:spcBef>
              <a:buSzPct val="75000"/>
              <a:buFont typeface="Wingdings" panose="05000000000000000000" pitchFamily="2" charset="2"/>
              <a:buChar char="§"/>
              <a:defRPr sz="2002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Arial 16pt bullet level 1</a:t>
            </a:r>
          </a:p>
          <a:p>
            <a:pPr lvl="1"/>
            <a:r>
              <a:rPr lang="en-US" dirty="0"/>
              <a:t>Arial 16pt bullet level 2</a:t>
            </a:r>
          </a:p>
          <a:p>
            <a:pPr lvl="2"/>
            <a:r>
              <a:rPr lang="en-US" dirty="0"/>
              <a:t>Arial 16pt bullet level 3</a:t>
            </a:r>
          </a:p>
          <a:p>
            <a:pPr lvl="3"/>
            <a:r>
              <a:rPr lang="en-US" dirty="0"/>
              <a:t>Arial 16pt bullet level 4</a:t>
            </a:r>
          </a:p>
          <a:p>
            <a:pPr lvl="4"/>
            <a:r>
              <a:rPr lang="en-US" dirty="0"/>
              <a:t>Arial 16pt bullet level 5</a:t>
            </a:r>
          </a:p>
        </p:txBody>
      </p:sp>
      <p:sp>
        <p:nvSpPr>
          <p:cNvPr id="8" name="Text Placeholder 11"/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10165080" y="2345450"/>
            <a:ext cx="4705829" cy="5505138"/>
          </a:xfrm>
          <a:prstGeom prst="rect">
            <a:avLst/>
          </a:prstGeom>
        </p:spPr>
        <p:txBody>
          <a:bodyPr wrap="square" anchor="t" anchorCtr="0">
            <a:noAutofit/>
          </a:bodyPr>
          <a:lstStyle>
            <a:lvl1pPr marL="0" marR="0" indent="0" algn="l" defTabSz="1524273" rtl="0" eaLnBrk="0" fontAlgn="base" latinLnBrk="0" hangingPunct="0">
              <a:lnSpc>
                <a:spcPct val="125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2502" b="1" i="0" baseline="0">
                <a:solidFill>
                  <a:schemeClr val="accent1"/>
                </a:solidFill>
                <a:latin typeface="+mj-lt"/>
              </a:defRPr>
            </a:lvl1pPr>
            <a:lvl2pPr marL="287792" indent="-148859">
              <a:lnSpc>
                <a:spcPct val="100000"/>
              </a:lnSpc>
              <a:buFont typeface="Arial"/>
              <a:buChar char="•"/>
              <a:defRPr sz="1498" b="0" i="0" baseline="0">
                <a:solidFill>
                  <a:schemeClr val="accent1"/>
                </a:solidFill>
                <a:latin typeface="+mj-lt"/>
                <a:cs typeface="Arial"/>
              </a:defRPr>
            </a:lvl2pPr>
            <a:lvl3pPr marL="762132" indent="-285802">
              <a:lnSpc>
                <a:spcPct val="100000"/>
              </a:lnSpc>
              <a:buFont typeface="Arial" pitchFamily="34" charset="0"/>
              <a:buChar char="•"/>
              <a:defRPr sz="1498" b="0" i="0">
                <a:solidFill>
                  <a:schemeClr val="bg1"/>
                </a:solidFill>
                <a:latin typeface="+mj-lt"/>
                <a:cs typeface="Arial"/>
              </a:defRPr>
            </a:lvl3pPr>
            <a:lvl4pPr>
              <a:defRPr sz="2667" b="0" i="0">
                <a:latin typeface="Georgia" pitchFamily="18" charset="0"/>
              </a:defRPr>
            </a:lvl4pPr>
          </a:lstStyle>
          <a:p>
            <a:pPr lvl="0"/>
            <a:r>
              <a:rPr lang="en-US" noProof="0" dirty="0"/>
              <a:t>Callouts are 20pt Arial Bold sentence case lorem ipsum dolor sit </a:t>
            </a:r>
            <a:r>
              <a:rPr lang="en-US" noProof="0" dirty="0" err="1"/>
              <a:t>amet</a:t>
            </a:r>
            <a:r>
              <a:rPr lang="en-US" noProof="0" dirty="0"/>
              <a:t>, </a:t>
            </a:r>
            <a:r>
              <a:rPr lang="en-US" noProof="0" dirty="0" err="1"/>
              <a:t>consec</a:t>
            </a:r>
            <a:r>
              <a:rPr lang="en-US" noProof="0" dirty="0"/>
              <a:t> </a:t>
            </a:r>
            <a:r>
              <a:rPr lang="en-US" noProof="0" dirty="0" err="1"/>
              <a:t>tetuer</a:t>
            </a:r>
            <a:r>
              <a:rPr lang="en-US" noProof="0" dirty="0"/>
              <a:t> </a:t>
            </a:r>
            <a:r>
              <a:rPr lang="en-US" noProof="0" dirty="0" err="1"/>
              <a:t>adipiscing</a:t>
            </a:r>
            <a:r>
              <a:rPr lang="en-US" noProof="0" dirty="0"/>
              <a:t> </a:t>
            </a:r>
            <a:r>
              <a:rPr lang="en-US" noProof="0" dirty="0" err="1"/>
              <a:t>elit</a:t>
            </a:r>
            <a:r>
              <a:rPr lang="en-US" noProof="0" dirty="0"/>
              <a:t>, </a:t>
            </a:r>
            <a:r>
              <a:rPr lang="en-US" noProof="0" dirty="0" err="1"/>
              <a:t>sed</a:t>
            </a:r>
            <a:r>
              <a:rPr lang="en-US" noProof="0" dirty="0"/>
              <a:t> </a:t>
            </a:r>
            <a:r>
              <a:rPr lang="en-US" noProof="0" dirty="0" err="1"/>
              <a:t>diam</a:t>
            </a:r>
            <a:r>
              <a:rPr lang="en-US" noProof="0" dirty="0"/>
              <a:t> </a:t>
            </a:r>
            <a:r>
              <a:rPr lang="en-US" noProof="0" dirty="0" err="1"/>
              <a:t>nonummy</a:t>
            </a:r>
            <a:r>
              <a:rPr lang="en-US" noProof="0" dirty="0"/>
              <a:t> </a:t>
            </a:r>
            <a:r>
              <a:rPr lang="en-US" noProof="0" dirty="0" err="1"/>
              <a:t>nibh</a:t>
            </a:r>
            <a:r>
              <a:rPr lang="en-US" noProof="0" dirty="0"/>
              <a:t> </a:t>
            </a:r>
            <a:r>
              <a:rPr lang="en-US" noProof="0" dirty="0" err="1"/>
              <a:t>euismod</a:t>
            </a:r>
            <a:r>
              <a:rPr lang="en-US" noProof="0" dirty="0"/>
              <a:t> </a:t>
            </a:r>
            <a:r>
              <a:rPr lang="en-US" noProof="0" dirty="0" err="1"/>
              <a:t>tincidunt</a:t>
            </a:r>
            <a:r>
              <a:rPr lang="en-US" noProof="0" dirty="0"/>
              <a:t> </a:t>
            </a:r>
            <a:r>
              <a:rPr lang="en-US" noProof="0" dirty="0" err="1"/>
              <a:t>ut</a:t>
            </a:r>
            <a:r>
              <a:rPr lang="en-US" noProof="0" dirty="0"/>
              <a:t> </a:t>
            </a:r>
            <a:r>
              <a:rPr lang="en-US" noProof="0" dirty="0" err="1"/>
              <a:t>laoreet</a:t>
            </a:r>
            <a:r>
              <a:rPr lang="en-US" noProof="0" dirty="0"/>
              <a:t> dolore magna </a:t>
            </a:r>
            <a:r>
              <a:rPr lang="en-US" noProof="0" dirty="0" err="1"/>
              <a:t>aliquam</a:t>
            </a:r>
            <a:r>
              <a:rPr lang="en-US" noProof="0" dirty="0"/>
              <a:t> </a:t>
            </a:r>
            <a:r>
              <a:rPr lang="en-US" noProof="0" dirty="0" err="1"/>
              <a:t>erat</a:t>
            </a:r>
            <a:r>
              <a:rPr lang="en-US" noProof="0" dirty="0"/>
              <a:t> </a:t>
            </a:r>
            <a:r>
              <a:rPr lang="en-US" noProof="0" dirty="0" err="1"/>
              <a:t>volutpat</a:t>
            </a:r>
            <a:r>
              <a:rPr lang="en-US" noProof="0" dirty="0"/>
              <a:t>. </a:t>
            </a:r>
          </a:p>
        </p:txBody>
      </p:sp>
      <p:sp>
        <p:nvSpPr>
          <p:cNvPr id="14" name="Text Placeholder 8"/>
          <p:cNvSpPr>
            <a:spLocks noGrp="1"/>
          </p:cNvSpPr>
          <p:nvPr>
            <p:ph type="body" sz="quarter" idx="16" hasCustomPrompt="1"/>
          </p:nvPr>
        </p:nvSpPr>
        <p:spPr>
          <a:xfrm>
            <a:off x="480874" y="1352285"/>
            <a:ext cx="14173202" cy="502919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buNone/>
              <a:defRPr sz="2502" i="1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Subheads are 20pt Arial Italic sentence case</a:t>
            </a:r>
          </a:p>
        </p:txBody>
      </p:sp>
      <p:sp>
        <p:nvSpPr>
          <p:cNvPr id="15" name="Title 1"/>
          <p:cNvSpPr>
            <a:spLocks noGrp="1"/>
          </p:cNvSpPr>
          <p:nvPr>
            <p:ph type="title" hasCustomPrompt="1"/>
          </p:nvPr>
        </p:nvSpPr>
        <p:spPr>
          <a:xfrm>
            <a:off x="480874" y="368090"/>
            <a:ext cx="14173202" cy="960329"/>
          </a:xfrm>
          <a:prstGeom prst="rect">
            <a:avLst/>
          </a:prstGeom>
        </p:spPr>
        <p:txBody>
          <a:bodyPr wrap="square" anchor="b" anchorCtr="0">
            <a:noAutofit/>
          </a:bodyPr>
          <a:lstStyle>
            <a:lvl1pPr>
              <a:defRPr sz="3501"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Headlines are 28pt Arial Bold sentence case</a:t>
            </a:r>
          </a:p>
        </p:txBody>
      </p:sp>
      <p:sp>
        <p:nvSpPr>
          <p:cNvPr id="60" name="Footer Placeholder 4">
            <a:extLst>
              <a:ext uri="{FF2B5EF4-FFF2-40B4-BE49-F238E27FC236}">
                <a16:creationId xmlns:a16="http://schemas.microsoft.com/office/drawing/2014/main" id="{02449CD6-629F-D647-95E7-AF3F9E15C48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480875" y="7984824"/>
            <a:ext cx="11606853" cy="422610"/>
          </a:xfrm>
          <a:prstGeom prst="rect">
            <a:avLst/>
          </a:prstGeom>
          <a:noFill/>
        </p:spPr>
        <p:txBody>
          <a:bodyPr vert="horz" lIns="91440" tIns="45720" rIns="91440" bIns="45720" rtlCol="0" anchor="b" anchorCtr="0"/>
          <a:lstStyle>
            <a:lvl1pPr algn="l">
              <a:defRPr sz="1003">
                <a:solidFill>
                  <a:schemeClr val="tx1"/>
                </a:solidFill>
                <a:latin typeface="Arial Narrow" panose="020B0606020202030204" pitchFamily="34" charset="0"/>
              </a:defRPr>
            </a:lvl1pPr>
          </a:lstStyle>
          <a:p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BB5C6CE-599B-D241-B11C-1899212B39F3}"/>
              </a:ext>
            </a:extLst>
          </p:cNvPr>
          <p:cNvCxnSpPr>
            <a:cxnSpLocks/>
          </p:cNvCxnSpPr>
          <p:nvPr/>
        </p:nvCxnSpPr>
        <p:spPr>
          <a:xfrm>
            <a:off x="10165079" y="2231160"/>
            <a:ext cx="5185414" cy="0"/>
          </a:xfrm>
          <a:prstGeom prst="line">
            <a:avLst/>
          </a:prstGeom>
          <a:ln w="25400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Slide Number Placeholder 5">
            <a:extLst>
              <a:ext uri="{FF2B5EF4-FFF2-40B4-BE49-F238E27FC236}">
                <a16:creationId xmlns:a16="http://schemas.microsoft.com/office/drawing/2014/main" id="{5A70D40F-E06E-4AAC-8094-BC565B24D95E}"/>
              </a:ext>
            </a:extLst>
          </p:cNvPr>
          <p:cNvSpPr txBox="1">
            <a:spLocks/>
          </p:cNvSpPr>
          <p:nvPr/>
        </p:nvSpPr>
        <p:spPr bwMode="white">
          <a:xfrm>
            <a:off x="14654077" y="8180935"/>
            <a:ext cx="441359" cy="22225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C5C7A9E-C6A9-4A9D-A8BC-E29E91AD59EE}" type="slidenum">
              <a:rPr lang="en-US" sz="1003" b="0" smtClean="0">
                <a:solidFill>
                  <a:srgbClr val="959CA0"/>
                </a:solidFill>
              </a:rPr>
              <a:t>‹#›</a:t>
            </a:fld>
            <a:endParaRPr lang="en-US" sz="1003" b="0" dirty="0">
              <a:solidFill>
                <a:srgbClr val="959CA0"/>
              </a:solidFill>
            </a:endParaRP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F1328CB7-3B3E-0342-86D5-64775D744D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970377" y="8169993"/>
            <a:ext cx="1428753" cy="269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81787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 - IQV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Content Placeholder 2">
            <a:extLst>
              <a:ext uri="{FF2B5EF4-FFF2-40B4-BE49-F238E27FC236}">
                <a16:creationId xmlns:a16="http://schemas.microsoft.com/office/drawing/2014/main" id="{BB33977D-340C-C244-98B1-44E8B03BE8F1}"/>
              </a:ext>
            </a:extLst>
          </p:cNvPr>
          <p:cNvSpPr>
            <a:spLocks noGrp="1"/>
          </p:cNvSpPr>
          <p:nvPr>
            <p:ph idx="19" hasCustomPrompt="1"/>
          </p:nvPr>
        </p:nvSpPr>
        <p:spPr>
          <a:xfrm>
            <a:off x="7738928" y="2128287"/>
            <a:ext cx="6915145" cy="5726431"/>
          </a:xfrm>
          <a:prstGeom prst="rect">
            <a:avLst/>
          </a:prstGeom>
        </p:spPr>
        <p:txBody>
          <a:bodyPr/>
          <a:lstStyle>
            <a:lvl1pPr marL="228647" indent="-228647">
              <a:lnSpc>
                <a:spcPct val="100000"/>
              </a:lnSpc>
              <a:spcBef>
                <a:spcPts val="1249"/>
              </a:spcBef>
              <a:defRPr sz="2002">
                <a:solidFill>
                  <a:schemeClr val="tx1"/>
                </a:solidFill>
              </a:defRPr>
            </a:lvl1pPr>
            <a:lvl2pPr marL="457295" indent="-228647">
              <a:lnSpc>
                <a:spcPct val="100000"/>
              </a:lnSpc>
              <a:spcBef>
                <a:spcPts val="1003"/>
              </a:spcBef>
              <a:buFont typeface="Arial" panose="020B0604020202020204" pitchFamily="34" charset="0"/>
              <a:buChar char="-"/>
              <a:defRPr sz="2002">
                <a:solidFill>
                  <a:schemeClr val="tx1"/>
                </a:solidFill>
              </a:defRPr>
            </a:lvl2pPr>
            <a:lvl3pPr marL="685941" indent="-228647">
              <a:lnSpc>
                <a:spcPct val="100000"/>
              </a:lnSpc>
              <a:spcBef>
                <a:spcPts val="1003"/>
              </a:spcBef>
              <a:buFont typeface="Arial" panose="020B0604020202020204" pitchFamily="34" charset="0"/>
              <a:buChar char="›"/>
              <a:defRPr sz="2002">
                <a:solidFill>
                  <a:schemeClr val="tx1"/>
                </a:solidFill>
              </a:defRPr>
            </a:lvl3pPr>
            <a:lvl4pPr marL="914584" indent="-228647">
              <a:lnSpc>
                <a:spcPct val="100000"/>
              </a:lnSpc>
              <a:spcBef>
                <a:spcPts val="1003"/>
              </a:spcBef>
              <a:buFont typeface="Arial" panose="020B0604020202020204" pitchFamily="34" charset="0"/>
              <a:buChar char="»"/>
              <a:defRPr sz="2002">
                <a:solidFill>
                  <a:schemeClr val="tx1"/>
                </a:solidFill>
              </a:defRPr>
            </a:lvl4pPr>
            <a:lvl5pPr marL="1143236" indent="-228647">
              <a:lnSpc>
                <a:spcPct val="100000"/>
              </a:lnSpc>
              <a:spcBef>
                <a:spcPts val="1003"/>
              </a:spcBef>
              <a:buSzPct val="75000"/>
              <a:buFont typeface="Wingdings" panose="05000000000000000000" pitchFamily="2" charset="2"/>
              <a:buChar char="§"/>
              <a:defRPr sz="2002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Arial 16pt bullet level 1</a:t>
            </a:r>
          </a:p>
          <a:p>
            <a:pPr lvl="1"/>
            <a:r>
              <a:rPr lang="en-US" dirty="0"/>
              <a:t>Arial 16pt bullet level 2</a:t>
            </a:r>
          </a:p>
          <a:p>
            <a:pPr lvl="2"/>
            <a:r>
              <a:rPr lang="en-US" dirty="0"/>
              <a:t>Arial 16pt bullet level 3</a:t>
            </a:r>
          </a:p>
          <a:p>
            <a:pPr lvl="3"/>
            <a:r>
              <a:rPr lang="en-US" dirty="0"/>
              <a:t>Arial 16pt bullet level 4</a:t>
            </a:r>
          </a:p>
          <a:p>
            <a:pPr lvl="4"/>
            <a:r>
              <a:rPr lang="en-US" dirty="0"/>
              <a:t>Arial 16pt bullet level 5</a:t>
            </a:r>
          </a:p>
        </p:txBody>
      </p:sp>
      <p:sp>
        <p:nvSpPr>
          <p:cNvPr id="56" name="Content Placeholder 2">
            <a:extLst>
              <a:ext uri="{FF2B5EF4-FFF2-40B4-BE49-F238E27FC236}">
                <a16:creationId xmlns:a16="http://schemas.microsoft.com/office/drawing/2014/main" id="{92D52BD9-DFA6-1D48-973A-A6C3C874E805}"/>
              </a:ext>
            </a:extLst>
          </p:cNvPr>
          <p:cNvSpPr>
            <a:spLocks noGrp="1"/>
          </p:cNvSpPr>
          <p:nvPr>
            <p:ph idx="18" hasCustomPrompt="1"/>
          </p:nvPr>
        </p:nvSpPr>
        <p:spPr>
          <a:xfrm>
            <a:off x="480875" y="2128288"/>
            <a:ext cx="6915145" cy="5722319"/>
          </a:xfrm>
          <a:prstGeom prst="rect">
            <a:avLst/>
          </a:prstGeom>
        </p:spPr>
        <p:txBody>
          <a:bodyPr/>
          <a:lstStyle>
            <a:lvl1pPr marL="228647" indent="-228647">
              <a:lnSpc>
                <a:spcPct val="100000"/>
              </a:lnSpc>
              <a:spcBef>
                <a:spcPts val="1249"/>
              </a:spcBef>
              <a:defRPr sz="2002">
                <a:solidFill>
                  <a:schemeClr val="tx1"/>
                </a:solidFill>
              </a:defRPr>
            </a:lvl1pPr>
            <a:lvl2pPr marL="457295" indent="-228647">
              <a:lnSpc>
                <a:spcPct val="100000"/>
              </a:lnSpc>
              <a:spcBef>
                <a:spcPts val="1003"/>
              </a:spcBef>
              <a:buFont typeface="Arial" panose="020B0604020202020204" pitchFamily="34" charset="0"/>
              <a:buChar char="-"/>
              <a:defRPr sz="2002">
                <a:solidFill>
                  <a:schemeClr val="tx1"/>
                </a:solidFill>
              </a:defRPr>
            </a:lvl2pPr>
            <a:lvl3pPr marL="685941" indent="-228647">
              <a:lnSpc>
                <a:spcPct val="100000"/>
              </a:lnSpc>
              <a:spcBef>
                <a:spcPts val="1003"/>
              </a:spcBef>
              <a:buFont typeface="Arial" panose="020B0604020202020204" pitchFamily="34" charset="0"/>
              <a:buChar char="›"/>
              <a:defRPr sz="2002">
                <a:solidFill>
                  <a:schemeClr val="tx1"/>
                </a:solidFill>
              </a:defRPr>
            </a:lvl3pPr>
            <a:lvl4pPr marL="914584" indent="-228647">
              <a:lnSpc>
                <a:spcPct val="100000"/>
              </a:lnSpc>
              <a:spcBef>
                <a:spcPts val="1003"/>
              </a:spcBef>
              <a:buFont typeface="Arial" panose="020B0604020202020204" pitchFamily="34" charset="0"/>
              <a:buChar char="»"/>
              <a:defRPr sz="2002">
                <a:solidFill>
                  <a:schemeClr val="tx1"/>
                </a:solidFill>
              </a:defRPr>
            </a:lvl4pPr>
            <a:lvl5pPr marL="1143236" indent="-228647">
              <a:lnSpc>
                <a:spcPct val="100000"/>
              </a:lnSpc>
              <a:spcBef>
                <a:spcPts val="1003"/>
              </a:spcBef>
              <a:buSzPct val="75000"/>
              <a:buFont typeface="Wingdings" panose="05000000000000000000" pitchFamily="2" charset="2"/>
              <a:buChar char="§"/>
              <a:defRPr sz="2002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Arial 16pt bullet level 1</a:t>
            </a:r>
          </a:p>
          <a:p>
            <a:pPr lvl="1"/>
            <a:r>
              <a:rPr lang="en-US" dirty="0"/>
              <a:t>Arial 16pt bullet level 2</a:t>
            </a:r>
          </a:p>
          <a:p>
            <a:pPr lvl="2"/>
            <a:r>
              <a:rPr lang="en-US" dirty="0"/>
              <a:t>Arial 16pt bullet level 3</a:t>
            </a:r>
          </a:p>
          <a:p>
            <a:pPr lvl="3"/>
            <a:r>
              <a:rPr lang="en-US" dirty="0"/>
              <a:t>Arial 16pt bullet level 4</a:t>
            </a:r>
          </a:p>
          <a:p>
            <a:pPr lvl="4"/>
            <a:r>
              <a:rPr lang="en-US" dirty="0"/>
              <a:t>Arial 16pt bullet level 5</a:t>
            </a:r>
          </a:p>
        </p:txBody>
      </p:sp>
      <p:sp>
        <p:nvSpPr>
          <p:cNvPr id="13" name="Text Placeholder 8"/>
          <p:cNvSpPr>
            <a:spLocks noGrp="1"/>
          </p:cNvSpPr>
          <p:nvPr>
            <p:ph type="body" sz="quarter" idx="16" hasCustomPrompt="1"/>
          </p:nvPr>
        </p:nvSpPr>
        <p:spPr>
          <a:xfrm>
            <a:off x="480874" y="1352285"/>
            <a:ext cx="14173202" cy="502919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2502" i="1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Subheads are 20pt Arial Italic sentence case</a:t>
            </a:r>
          </a:p>
        </p:txBody>
      </p:sp>
      <p:sp>
        <p:nvSpPr>
          <p:cNvPr id="14" name="Title 1"/>
          <p:cNvSpPr>
            <a:spLocks noGrp="1"/>
          </p:cNvSpPr>
          <p:nvPr>
            <p:ph type="title" hasCustomPrompt="1"/>
          </p:nvPr>
        </p:nvSpPr>
        <p:spPr>
          <a:xfrm>
            <a:off x="480874" y="368090"/>
            <a:ext cx="14173202" cy="960329"/>
          </a:xfrm>
          <a:prstGeom prst="rect">
            <a:avLst/>
          </a:prstGeom>
        </p:spPr>
        <p:txBody>
          <a:bodyPr anchor="b" anchorCtr="0"/>
          <a:lstStyle>
            <a:lvl1pPr>
              <a:defRPr sz="3501"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Headlines are 28pt Arial Bold sentence case</a:t>
            </a:r>
          </a:p>
        </p:txBody>
      </p:sp>
      <p:sp>
        <p:nvSpPr>
          <p:cNvPr id="59" name="Footer Placeholder 4">
            <a:extLst>
              <a:ext uri="{FF2B5EF4-FFF2-40B4-BE49-F238E27FC236}">
                <a16:creationId xmlns:a16="http://schemas.microsoft.com/office/drawing/2014/main" id="{7F2D66EE-4D77-E145-9576-4E9D03CE46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480875" y="7984824"/>
            <a:ext cx="11606853" cy="422610"/>
          </a:xfrm>
          <a:prstGeom prst="rect">
            <a:avLst/>
          </a:prstGeom>
          <a:noFill/>
        </p:spPr>
        <p:txBody>
          <a:bodyPr vert="horz" lIns="91440" tIns="45720" rIns="91440" bIns="45720" rtlCol="0" anchor="b" anchorCtr="0"/>
          <a:lstStyle>
            <a:lvl1pPr algn="l">
              <a:defRPr sz="1003">
                <a:solidFill>
                  <a:schemeClr val="tx1"/>
                </a:solidFill>
                <a:latin typeface="Arial Narrow" panose="020B060602020203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2" name="Slide Number Placeholder 5">
            <a:extLst>
              <a:ext uri="{FF2B5EF4-FFF2-40B4-BE49-F238E27FC236}">
                <a16:creationId xmlns:a16="http://schemas.microsoft.com/office/drawing/2014/main" id="{2DFA1798-9673-4022-816E-704E37E4DEA4}"/>
              </a:ext>
            </a:extLst>
          </p:cNvPr>
          <p:cNvSpPr txBox="1">
            <a:spLocks/>
          </p:cNvSpPr>
          <p:nvPr/>
        </p:nvSpPr>
        <p:spPr bwMode="white">
          <a:xfrm>
            <a:off x="14654077" y="8180935"/>
            <a:ext cx="441359" cy="22225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C5C7A9E-C6A9-4A9D-A8BC-E29E91AD59EE}" type="slidenum">
              <a:rPr lang="en-US" sz="1003" b="0" smtClean="0">
                <a:solidFill>
                  <a:srgbClr val="959CA0"/>
                </a:solidFill>
              </a:rPr>
              <a:t>‹#›</a:t>
            </a:fld>
            <a:endParaRPr lang="en-US" sz="1003" b="0" dirty="0">
              <a:solidFill>
                <a:srgbClr val="959CA0"/>
              </a:solidFill>
            </a:endParaRP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2420C18B-DFBF-C046-8D9E-FB3BB18EF1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970377" y="8169993"/>
            <a:ext cx="1428753" cy="269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85219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_NoSubhead - IQV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Content Placeholder 2">
            <a:extLst>
              <a:ext uri="{FF2B5EF4-FFF2-40B4-BE49-F238E27FC236}">
                <a16:creationId xmlns:a16="http://schemas.microsoft.com/office/drawing/2014/main" id="{BB33977D-340C-C244-98B1-44E8B03BE8F1}"/>
              </a:ext>
            </a:extLst>
          </p:cNvPr>
          <p:cNvSpPr>
            <a:spLocks noGrp="1"/>
          </p:cNvSpPr>
          <p:nvPr>
            <p:ph idx="19" hasCustomPrompt="1"/>
          </p:nvPr>
        </p:nvSpPr>
        <p:spPr>
          <a:xfrm>
            <a:off x="7738928" y="1607950"/>
            <a:ext cx="6915145" cy="6242657"/>
          </a:xfrm>
          <a:prstGeom prst="rect">
            <a:avLst/>
          </a:prstGeom>
        </p:spPr>
        <p:txBody>
          <a:bodyPr/>
          <a:lstStyle>
            <a:lvl1pPr marL="228647" indent="-228647">
              <a:lnSpc>
                <a:spcPct val="100000"/>
              </a:lnSpc>
              <a:spcBef>
                <a:spcPts val="1249"/>
              </a:spcBef>
              <a:defRPr sz="2002">
                <a:solidFill>
                  <a:schemeClr val="tx1"/>
                </a:solidFill>
              </a:defRPr>
            </a:lvl1pPr>
            <a:lvl2pPr marL="457295" indent="-228647">
              <a:lnSpc>
                <a:spcPct val="100000"/>
              </a:lnSpc>
              <a:spcBef>
                <a:spcPts val="1003"/>
              </a:spcBef>
              <a:buFont typeface="Arial" panose="020B0604020202020204" pitchFamily="34" charset="0"/>
              <a:buChar char="-"/>
              <a:defRPr sz="2002">
                <a:solidFill>
                  <a:schemeClr val="tx1"/>
                </a:solidFill>
              </a:defRPr>
            </a:lvl2pPr>
            <a:lvl3pPr marL="685941" indent="-228647">
              <a:lnSpc>
                <a:spcPct val="100000"/>
              </a:lnSpc>
              <a:spcBef>
                <a:spcPts val="1003"/>
              </a:spcBef>
              <a:buFont typeface="Arial" panose="020B0604020202020204" pitchFamily="34" charset="0"/>
              <a:buChar char="›"/>
              <a:defRPr sz="2002">
                <a:solidFill>
                  <a:schemeClr val="tx1"/>
                </a:solidFill>
              </a:defRPr>
            </a:lvl3pPr>
            <a:lvl4pPr marL="914584" indent="-228647">
              <a:lnSpc>
                <a:spcPct val="100000"/>
              </a:lnSpc>
              <a:spcBef>
                <a:spcPts val="1003"/>
              </a:spcBef>
              <a:buFont typeface="Arial" panose="020B0604020202020204" pitchFamily="34" charset="0"/>
              <a:buChar char="»"/>
              <a:defRPr sz="2002">
                <a:solidFill>
                  <a:schemeClr val="tx1"/>
                </a:solidFill>
              </a:defRPr>
            </a:lvl4pPr>
            <a:lvl5pPr marL="1143236" indent="-228647">
              <a:lnSpc>
                <a:spcPct val="100000"/>
              </a:lnSpc>
              <a:spcBef>
                <a:spcPts val="1003"/>
              </a:spcBef>
              <a:buSzPct val="75000"/>
              <a:buFont typeface="Wingdings" panose="05000000000000000000" pitchFamily="2" charset="2"/>
              <a:buChar char="§"/>
              <a:defRPr sz="2002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Arial 16pt bullet level 1</a:t>
            </a:r>
          </a:p>
          <a:p>
            <a:pPr lvl="1"/>
            <a:r>
              <a:rPr lang="en-US" dirty="0"/>
              <a:t>Arial 16pt bullet level 2</a:t>
            </a:r>
          </a:p>
          <a:p>
            <a:pPr lvl="2"/>
            <a:r>
              <a:rPr lang="en-US" dirty="0"/>
              <a:t>Arial 16pt bullet level 3</a:t>
            </a:r>
          </a:p>
          <a:p>
            <a:pPr lvl="3"/>
            <a:r>
              <a:rPr lang="en-US" dirty="0"/>
              <a:t>Arial 16pt bullet level 4</a:t>
            </a:r>
          </a:p>
          <a:p>
            <a:pPr lvl="4"/>
            <a:r>
              <a:rPr lang="en-US" dirty="0"/>
              <a:t>Arial 16pt bullet level 5</a:t>
            </a:r>
          </a:p>
        </p:txBody>
      </p:sp>
      <p:sp>
        <p:nvSpPr>
          <p:cNvPr id="56" name="Content Placeholder 2">
            <a:extLst>
              <a:ext uri="{FF2B5EF4-FFF2-40B4-BE49-F238E27FC236}">
                <a16:creationId xmlns:a16="http://schemas.microsoft.com/office/drawing/2014/main" id="{92D52BD9-DFA6-1D48-973A-A6C3C874E805}"/>
              </a:ext>
            </a:extLst>
          </p:cNvPr>
          <p:cNvSpPr>
            <a:spLocks noGrp="1"/>
          </p:cNvSpPr>
          <p:nvPr>
            <p:ph idx="18" hasCustomPrompt="1"/>
          </p:nvPr>
        </p:nvSpPr>
        <p:spPr>
          <a:xfrm>
            <a:off x="480875" y="1607950"/>
            <a:ext cx="6915145" cy="6242657"/>
          </a:xfrm>
          <a:prstGeom prst="rect">
            <a:avLst/>
          </a:prstGeom>
        </p:spPr>
        <p:txBody>
          <a:bodyPr/>
          <a:lstStyle>
            <a:lvl1pPr marL="228647" indent="-228647">
              <a:lnSpc>
                <a:spcPct val="100000"/>
              </a:lnSpc>
              <a:spcBef>
                <a:spcPts val="1249"/>
              </a:spcBef>
              <a:defRPr sz="2002">
                <a:solidFill>
                  <a:schemeClr val="tx1"/>
                </a:solidFill>
              </a:defRPr>
            </a:lvl1pPr>
            <a:lvl2pPr marL="457295" indent="-228647">
              <a:lnSpc>
                <a:spcPct val="100000"/>
              </a:lnSpc>
              <a:spcBef>
                <a:spcPts val="1003"/>
              </a:spcBef>
              <a:buFont typeface="Arial" panose="020B0604020202020204" pitchFamily="34" charset="0"/>
              <a:buChar char="-"/>
              <a:defRPr sz="2002">
                <a:solidFill>
                  <a:schemeClr val="tx1"/>
                </a:solidFill>
              </a:defRPr>
            </a:lvl2pPr>
            <a:lvl3pPr marL="685941" indent="-228647">
              <a:lnSpc>
                <a:spcPct val="100000"/>
              </a:lnSpc>
              <a:spcBef>
                <a:spcPts val="1003"/>
              </a:spcBef>
              <a:buFont typeface="Arial" panose="020B0604020202020204" pitchFamily="34" charset="0"/>
              <a:buChar char="›"/>
              <a:defRPr sz="2002">
                <a:solidFill>
                  <a:schemeClr val="tx1"/>
                </a:solidFill>
              </a:defRPr>
            </a:lvl3pPr>
            <a:lvl4pPr marL="914584" indent="-228647">
              <a:lnSpc>
                <a:spcPct val="100000"/>
              </a:lnSpc>
              <a:spcBef>
                <a:spcPts val="1003"/>
              </a:spcBef>
              <a:buFont typeface="Arial" panose="020B0604020202020204" pitchFamily="34" charset="0"/>
              <a:buChar char="»"/>
              <a:defRPr sz="2002">
                <a:solidFill>
                  <a:schemeClr val="tx1"/>
                </a:solidFill>
              </a:defRPr>
            </a:lvl4pPr>
            <a:lvl5pPr marL="1143236" indent="-228647">
              <a:lnSpc>
                <a:spcPct val="100000"/>
              </a:lnSpc>
              <a:spcBef>
                <a:spcPts val="1003"/>
              </a:spcBef>
              <a:buSzPct val="75000"/>
              <a:buFont typeface="Wingdings" panose="05000000000000000000" pitchFamily="2" charset="2"/>
              <a:buChar char="§"/>
              <a:defRPr sz="2002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Arial 16pt bullet level 1</a:t>
            </a:r>
          </a:p>
          <a:p>
            <a:pPr lvl="1"/>
            <a:r>
              <a:rPr lang="en-US" dirty="0"/>
              <a:t>Arial 16pt bullet level 2</a:t>
            </a:r>
          </a:p>
          <a:p>
            <a:pPr lvl="2"/>
            <a:r>
              <a:rPr lang="en-US" dirty="0"/>
              <a:t>Arial 16pt bullet level 3</a:t>
            </a:r>
          </a:p>
          <a:p>
            <a:pPr lvl="3"/>
            <a:r>
              <a:rPr lang="en-US" dirty="0"/>
              <a:t>Arial 16pt bullet level 4</a:t>
            </a:r>
          </a:p>
          <a:p>
            <a:pPr lvl="4"/>
            <a:r>
              <a:rPr lang="en-US" dirty="0"/>
              <a:t>Arial 16pt bullet level 5</a:t>
            </a:r>
          </a:p>
        </p:txBody>
      </p:sp>
      <p:sp>
        <p:nvSpPr>
          <p:cNvPr id="14" name="Title 1"/>
          <p:cNvSpPr>
            <a:spLocks noGrp="1"/>
          </p:cNvSpPr>
          <p:nvPr>
            <p:ph type="title" hasCustomPrompt="1"/>
          </p:nvPr>
        </p:nvSpPr>
        <p:spPr>
          <a:xfrm>
            <a:off x="480874" y="368090"/>
            <a:ext cx="14173202" cy="960329"/>
          </a:xfrm>
          <a:prstGeom prst="rect">
            <a:avLst/>
          </a:prstGeom>
        </p:spPr>
        <p:txBody>
          <a:bodyPr anchor="b" anchorCtr="0"/>
          <a:lstStyle>
            <a:lvl1pPr>
              <a:defRPr sz="3501"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Headlines are 28pt Arial Bold sentence case</a:t>
            </a:r>
          </a:p>
        </p:txBody>
      </p:sp>
      <p:sp>
        <p:nvSpPr>
          <p:cNvPr id="59" name="Footer Placeholder 4">
            <a:extLst>
              <a:ext uri="{FF2B5EF4-FFF2-40B4-BE49-F238E27FC236}">
                <a16:creationId xmlns:a16="http://schemas.microsoft.com/office/drawing/2014/main" id="{7F2D66EE-4D77-E145-9576-4E9D03CE46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480875" y="7984824"/>
            <a:ext cx="11606853" cy="422610"/>
          </a:xfrm>
          <a:prstGeom prst="rect">
            <a:avLst/>
          </a:prstGeom>
          <a:noFill/>
        </p:spPr>
        <p:txBody>
          <a:bodyPr vert="horz" lIns="91440" tIns="45720" rIns="91440" bIns="45720" rtlCol="0" anchor="b" anchorCtr="0"/>
          <a:lstStyle>
            <a:lvl1pPr algn="l">
              <a:defRPr sz="1003">
                <a:solidFill>
                  <a:schemeClr val="tx1"/>
                </a:solidFill>
                <a:latin typeface="Arial Narrow" panose="020B060602020203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54E4B32-E13F-4B83-8982-BF8073A1DC94}"/>
              </a:ext>
            </a:extLst>
          </p:cNvPr>
          <p:cNvSpPr txBox="1">
            <a:spLocks/>
          </p:cNvSpPr>
          <p:nvPr/>
        </p:nvSpPr>
        <p:spPr bwMode="white">
          <a:xfrm>
            <a:off x="14654077" y="8180935"/>
            <a:ext cx="441359" cy="22225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C5C7A9E-C6A9-4A9D-A8BC-E29E91AD59EE}" type="slidenum">
              <a:rPr lang="en-US" sz="1003" b="0" smtClean="0">
                <a:solidFill>
                  <a:srgbClr val="959CA0"/>
                </a:solidFill>
              </a:rPr>
              <a:t>‹#›</a:t>
            </a:fld>
            <a:endParaRPr lang="en-US" sz="1003" b="0" dirty="0">
              <a:solidFill>
                <a:srgbClr val="959CA0"/>
              </a:solidFill>
            </a:endParaRP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AC061BF7-30ED-394B-918A-D1835A35BE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970377" y="8169993"/>
            <a:ext cx="1428753" cy="269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79283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Column - IQV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Content Placeholder 2">
            <a:extLst>
              <a:ext uri="{FF2B5EF4-FFF2-40B4-BE49-F238E27FC236}">
                <a16:creationId xmlns:a16="http://schemas.microsoft.com/office/drawing/2014/main" id="{C2AC1106-6E0D-B341-B75A-C8C2F73E3F26}"/>
              </a:ext>
            </a:extLst>
          </p:cNvPr>
          <p:cNvSpPr>
            <a:spLocks noGrp="1"/>
          </p:cNvSpPr>
          <p:nvPr>
            <p:ph idx="19" hasCustomPrompt="1"/>
          </p:nvPr>
        </p:nvSpPr>
        <p:spPr>
          <a:xfrm>
            <a:off x="480873" y="2128288"/>
            <a:ext cx="4526281" cy="5722319"/>
          </a:xfrm>
          <a:prstGeom prst="rect">
            <a:avLst/>
          </a:prstGeom>
        </p:spPr>
        <p:txBody>
          <a:bodyPr/>
          <a:lstStyle>
            <a:lvl1pPr marL="228647" indent="-228647">
              <a:lnSpc>
                <a:spcPct val="100000"/>
              </a:lnSpc>
              <a:spcBef>
                <a:spcPts val="1249"/>
              </a:spcBef>
              <a:defRPr sz="2002">
                <a:solidFill>
                  <a:schemeClr val="tx1"/>
                </a:solidFill>
              </a:defRPr>
            </a:lvl1pPr>
            <a:lvl2pPr marL="457295" indent="-228647">
              <a:lnSpc>
                <a:spcPct val="100000"/>
              </a:lnSpc>
              <a:spcBef>
                <a:spcPts val="1003"/>
              </a:spcBef>
              <a:buFont typeface="Arial" panose="020B0604020202020204" pitchFamily="34" charset="0"/>
              <a:buChar char="-"/>
              <a:defRPr sz="2002">
                <a:solidFill>
                  <a:schemeClr val="tx1"/>
                </a:solidFill>
              </a:defRPr>
            </a:lvl2pPr>
            <a:lvl3pPr marL="685941" indent="-228647">
              <a:lnSpc>
                <a:spcPct val="100000"/>
              </a:lnSpc>
              <a:spcBef>
                <a:spcPts val="1003"/>
              </a:spcBef>
              <a:buFont typeface="Arial" panose="020B0604020202020204" pitchFamily="34" charset="0"/>
              <a:buChar char="›"/>
              <a:defRPr sz="2002">
                <a:solidFill>
                  <a:schemeClr val="tx1"/>
                </a:solidFill>
              </a:defRPr>
            </a:lvl3pPr>
            <a:lvl4pPr marL="914584" indent="-228647">
              <a:lnSpc>
                <a:spcPct val="100000"/>
              </a:lnSpc>
              <a:spcBef>
                <a:spcPts val="1003"/>
              </a:spcBef>
              <a:buFont typeface="Arial" panose="020B0604020202020204" pitchFamily="34" charset="0"/>
              <a:buChar char="»"/>
              <a:defRPr sz="2002">
                <a:solidFill>
                  <a:schemeClr val="tx1"/>
                </a:solidFill>
              </a:defRPr>
            </a:lvl4pPr>
            <a:lvl5pPr marL="1143236" indent="-228647">
              <a:lnSpc>
                <a:spcPct val="100000"/>
              </a:lnSpc>
              <a:spcBef>
                <a:spcPts val="1003"/>
              </a:spcBef>
              <a:buSzPct val="75000"/>
              <a:buFont typeface="Wingdings" panose="05000000000000000000" pitchFamily="2" charset="2"/>
              <a:buChar char="§"/>
              <a:defRPr sz="2002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Arial 16pt bullet level 1</a:t>
            </a:r>
          </a:p>
          <a:p>
            <a:pPr lvl="1"/>
            <a:r>
              <a:rPr lang="en-US" dirty="0"/>
              <a:t>Arial 16pt bullet level 2</a:t>
            </a:r>
          </a:p>
          <a:p>
            <a:pPr lvl="2"/>
            <a:r>
              <a:rPr lang="en-US" dirty="0"/>
              <a:t>Arial 16pt bullet level 3</a:t>
            </a:r>
          </a:p>
          <a:p>
            <a:pPr lvl="3"/>
            <a:r>
              <a:rPr lang="en-US" dirty="0"/>
              <a:t>Arial 16pt bullet level 4</a:t>
            </a:r>
          </a:p>
          <a:p>
            <a:pPr lvl="4"/>
            <a:r>
              <a:rPr lang="en-US" dirty="0"/>
              <a:t>Arial 16pt bullet level 5</a:t>
            </a:r>
          </a:p>
        </p:txBody>
      </p:sp>
      <p:sp>
        <p:nvSpPr>
          <p:cNvPr id="58" name="Content Placeholder 2">
            <a:extLst>
              <a:ext uri="{FF2B5EF4-FFF2-40B4-BE49-F238E27FC236}">
                <a16:creationId xmlns:a16="http://schemas.microsoft.com/office/drawing/2014/main" id="{ABC0DBC1-9787-6A4E-A4B1-E0E8BE5E8F02}"/>
              </a:ext>
            </a:extLst>
          </p:cNvPr>
          <p:cNvSpPr>
            <a:spLocks noGrp="1"/>
          </p:cNvSpPr>
          <p:nvPr>
            <p:ph idx="20" hasCustomPrompt="1"/>
          </p:nvPr>
        </p:nvSpPr>
        <p:spPr>
          <a:xfrm>
            <a:off x="10127790" y="2128288"/>
            <a:ext cx="4526281" cy="5722319"/>
          </a:xfrm>
          <a:prstGeom prst="rect">
            <a:avLst/>
          </a:prstGeom>
        </p:spPr>
        <p:txBody>
          <a:bodyPr/>
          <a:lstStyle>
            <a:lvl1pPr marL="228647" indent="-228647">
              <a:lnSpc>
                <a:spcPct val="100000"/>
              </a:lnSpc>
              <a:spcBef>
                <a:spcPts val="1249"/>
              </a:spcBef>
              <a:defRPr sz="2002">
                <a:solidFill>
                  <a:schemeClr val="tx1"/>
                </a:solidFill>
              </a:defRPr>
            </a:lvl1pPr>
            <a:lvl2pPr marL="457295" indent="-228647">
              <a:lnSpc>
                <a:spcPct val="100000"/>
              </a:lnSpc>
              <a:spcBef>
                <a:spcPts val="1003"/>
              </a:spcBef>
              <a:buFont typeface="Arial" panose="020B0604020202020204" pitchFamily="34" charset="0"/>
              <a:buChar char="-"/>
              <a:defRPr sz="2002">
                <a:solidFill>
                  <a:schemeClr val="tx1"/>
                </a:solidFill>
              </a:defRPr>
            </a:lvl2pPr>
            <a:lvl3pPr marL="685941" indent="-228647">
              <a:lnSpc>
                <a:spcPct val="100000"/>
              </a:lnSpc>
              <a:spcBef>
                <a:spcPts val="1003"/>
              </a:spcBef>
              <a:buFont typeface="Arial" panose="020B0604020202020204" pitchFamily="34" charset="0"/>
              <a:buChar char="›"/>
              <a:defRPr sz="2002">
                <a:solidFill>
                  <a:schemeClr val="tx1"/>
                </a:solidFill>
              </a:defRPr>
            </a:lvl3pPr>
            <a:lvl4pPr marL="914584" indent="-228647">
              <a:lnSpc>
                <a:spcPct val="100000"/>
              </a:lnSpc>
              <a:spcBef>
                <a:spcPts val="1003"/>
              </a:spcBef>
              <a:buFont typeface="Arial" panose="020B0604020202020204" pitchFamily="34" charset="0"/>
              <a:buChar char="»"/>
              <a:defRPr sz="2002">
                <a:solidFill>
                  <a:schemeClr val="tx1"/>
                </a:solidFill>
              </a:defRPr>
            </a:lvl4pPr>
            <a:lvl5pPr marL="1143236" indent="-228647">
              <a:lnSpc>
                <a:spcPct val="100000"/>
              </a:lnSpc>
              <a:spcBef>
                <a:spcPts val="1003"/>
              </a:spcBef>
              <a:buSzPct val="75000"/>
              <a:buFont typeface="Wingdings" panose="05000000000000000000" pitchFamily="2" charset="2"/>
              <a:buChar char="§"/>
              <a:defRPr sz="2002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Arial 16pt bullet level 1</a:t>
            </a:r>
          </a:p>
          <a:p>
            <a:pPr lvl="1"/>
            <a:r>
              <a:rPr lang="en-US" dirty="0"/>
              <a:t>Arial 16pt bullet level 2</a:t>
            </a:r>
          </a:p>
          <a:p>
            <a:pPr lvl="2"/>
            <a:r>
              <a:rPr lang="en-US" dirty="0"/>
              <a:t>Arial 16pt bullet level 3</a:t>
            </a:r>
          </a:p>
          <a:p>
            <a:pPr lvl="3"/>
            <a:r>
              <a:rPr lang="en-US" dirty="0"/>
              <a:t>Arial 16pt bullet level 4</a:t>
            </a:r>
          </a:p>
          <a:p>
            <a:pPr lvl="4"/>
            <a:r>
              <a:rPr lang="en-US" dirty="0"/>
              <a:t>Arial 16pt bullet level 5</a:t>
            </a:r>
          </a:p>
        </p:txBody>
      </p:sp>
      <p:sp>
        <p:nvSpPr>
          <p:cNvPr id="59" name="Content Placeholder 2">
            <a:extLst>
              <a:ext uri="{FF2B5EF4-FFF2-40B4-BE49-F238E27FC236}">
                <a16:creationId xmlns:a16="http://schemas.microsoft.com/office/drawing/2014/main" id="{88B0BB6F-D4FA-D54D-A387-A1834DE59B82}"/>
              </a:ext>
            </a:extLst>
          </p:cNvPr>
          <p:cNvSpPr>
            <a:spLocks noGrp="1"/>
          </p:cNvSpPr>
          <p:nvPr>
            <p:ph idx="21" hasCustomPrompt="1"/>
          </p:nvPr>
        </p:nvSpPr>
        <p:spPr>
          <a:xfrm>
            <a:off x="5304327" y="2128288"/>
            <a:ext cx="4526281" cy="5722319"/>
          </a:xfrm>
          <a:prstGeom prst="rect">
            <a:avLst/>
          </a:prstGeom>
        </p:spPr>
        <p:txBody>
          <a:bodyPr/>
          <a:lstStyle>
            <a:lvl1pPr marL="228647" indent="-228647">
              <a:lnSpc>
                <a:spcPct val="100000"/>
              </a:lnSpc>
              <a:spcBef>
                <a:spcPts val="1249"/>
              </a:spcBef>
              <a:defRPr sz="2002">
                <a:solidFill>
                  <a:schemeClr val="tx1"/>
                </a:solidFill>
              </a:defRPr>
            </a:lvl1pPr>
            <a:lvl2pPr marL="457295" indent="-228647">
              <a:lnSpc>
                <a:spcPct val="100000"/>
              </a:lnSpc>
              <a:spcBef>
                <a:spcPts val="1003"/>
              </a:spcBef>
              <a:buFont typeface="Arial" panose="020B0604020202020204" pitchFamily="34" charset="0"/>
              <a:buChar char="-"/>
              <a:defRPr sz="2002">
                <a:solidFill>
                  <a:schemeClr val="tx1"/>
                </a:solidFill>
              </a:defRPr>
            </a:lvl2pPr>
            <a:lvl3pPr marL="685941" indent="-228647">
              <a:lnSpc>
                <a:spcPct val="100000"/>
              </a:lnSpc>
              <a:spcBef>
                <a:spcPts val="1003"/>
              </a:spcBef>
              <a:buFont typeface="Arial" panose="020B0604020202020204" pitchFamily="34" charset="0"/>
              <a:buChar char="›"/>
              <a:defRPr sz="2002">
                <a:solidFill>
                  <a:schemeClr val="tx1"/>
                </a:solidFill>
              </a:defRPr>
            </a:lvl3pPr>
            <a:lvl4pPr marL="914584" indent="-228647">
              <a:lnSpc>
                <a:spcPct val="100000"/>
              </a:lnSpc>
              <a:spcBef>
                <a:spcPts val="1003"/>
              </a:spcBef>
              <a:buFont typeface="Arial" panose="020B0604020202020204" pitchFamily="34" charset="0"/>
              <a:buChar char="»"/>
              <a:defRPr sz="2002">
                <a:solidFill>
                  <a:schemeClr val="tx1"/>
                </a:solidFill>
              </a:defRPr>
            </a:lvl4pPr>
            <a:lvl5pPr marL="1143236" indent="-228647">
              <a:lnSpc>
                <a:spcPct val="100000"/>
              </a:lnSpc>
              <a:spcBef>
                <a:spcPts val="1003"/>
              </a:spcBef>
              <a:buSzPct val="75000"/>
              <a:buFont typeface="Wingdings" panose="05000000000000000000" pitchFamily="2" charset="2"/>
              <a:buChar char="§"/>
              <a:defRPr sz="2002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Arial 16pt bullet level 1</a:t>
            </a:r>
          </a:p>
          <a:p>
            <a:pPr lvl="1"/>
            <a:r>
              <a:rPr lang="en-US" dirty="0"/>
              <a:t>Arial 16pt bullet level 2</a:t>
            </a:r>
          </a:p>
          <a:p>
            <a:pPr lvl="2"/>
            <a:r>
              <a:rPr lang="en-US" dirty="0"/>
              <a:t>Arial 16pt bullet level 3</a:t>
            </a:r>
          </a:p>
          <a:p>
            <a:pPr lvl="3"/>
            <a:r>
              <a:rPr lang="en-US" dirty="0"/>
              <a:t>Arial 16pt bullet level 4</a:t>
            </a:r>
          </a:p>
          <a:p>
            <a:pPr lvl="4"/>
            <a:r>
              <a:rPr lang="en-US" dirty="0"/>
              <a:t>Arial 16pt bullet level 5</a:t>
            </a:r>
          </a:p>
        </p:txBody>
      </p:sp>
      <p:sp>
        <p:nvSpPr>
          <p:cNvPr id="14" name="Text Placeholder 8"/>
          <p:cNvSpPr>
            <a:spLocks noGrp="1"/>
          </p:cNvSpPr>
          <p:nvPr>
            <p:ph type="body" sz="quarter" idx="16" hasCustomPrompt="1"/>
          </p:nvPr>
        </p:nvSpPr>
        <p:spPr>
          <a:xfrm>
            <a:off x="480874" y="1352285"/>
            <a:ext cx="14173202" cy="502919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2502" i="1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Subheads are 20pt Arial Italic sentence case</a:t>
            </a:r>
          </a:p>
        </p:txBody>
      </p:sp>
      <p:sp>
        <p:nvSpPr>
          <p:cNvPr id="15" name="Title 1"/>
          <p:cNvSpPr>
            <a:spLocks noGrp="1"/>
          </p:cNvSpPr>
          <p:nvPr>
            <p:ph type="title" hasCustomPrompt="1"/>
          </p:nvPr>
        </p:nvSpPr>
        <p:spPr>
          <a:xfrm>
            <a:off x="480874" y="368090"/>
            <a:ext cx="14173202" cy="960329"/>
          </a:xfrm>
          <a:prstGeom prst="rect">
            <a:avLst/>
          </a:prstGeom>
        </p:spPr>
        <p:txBody>
          <a:bodyPr anchor="b" anchorCtr="0"/>
          <a:lstStyle>
            <a:lvl1pPr>
              <a:defRPr sz="3501"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Headlines are 28pt Arial Bold sentence case</a:t>
            </a:r>
          </a:p>
        </p:txBody>
      </p:sp>
      <p:sp>
        <p:nvSpPr>
          <p:cNvPr id="61" name="Footer Placeholder 4">
            <a:extLst>
              <a:ext uri="{FF2B5EF4-FFF2-40B4-BE49-F238E27FC236}">
                <a16:creationId xmlns:a16="http://schemas.microsoft.com/office/drawing/2014/main" id="{2B619D02-ECD0-CE4F-A007-98E4EF45BF9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480875" y="7984824"/>
            <a:ext cx="11606853" cy="422610"/>
          </a:xfrm>
          <a:prstGeom prst="rect">
            <a:avLst/>
          </a:prstGeom>
          <a:noFill/>
        </p:spPr>
        <p:txBody>
          <a:bodyPr vert="horz" lIns="91440" tIns="45720" rIns="91440" bIns="45720" rtlCol="0" anchor="b" anchorCtr="0"/>
          <a:lstStyle>
            <a:lvl1pPr algn="l">
              <a:defRPr sz="1003">
                <a:solidFill>
                  <a:schemeClr val="tx1"/>
                </a:solidFill>
                <a:latin typeface="Arial Narrow" panose="020B060602020203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3" name="Slide Number Placeholder 5">
            <a:extLst>
              <a:ext uri="{FF2B5EF4-FFF2-40B4-BE49-F238E27FC236}">
                <a16:creationId xmlns:a16="http://schemas.microsoft.com/office/drawing/2014/main" id="{C02E0708-4D86-44F8-B4F9-1E6BEA5F1514}"/>
              </a:ext>
            </a:extLst>
          </p:cNvPr>
          <p:cNvSpPr txBox="1">
            <a:spLocks/>
          </p:cNvSpPr>
          <p:nvPr/>
        </p:nvSpPr>
        <p:spPr bwMode="white">
          <a:xfrm>
            <a:off x="14654077" y="8180935"/>
            <a:ext cx="441359" cy="22225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C5C7A9E-C6A9-4A9D-A8BC-E29E91AD59EE}" type="slidenum">
              <a:rPr lang="en-US" sz="1003" b="0" smtClean="0">
                <a:solidFill>
                  <a:srgbClr val="959CA0"/>
                </a:solidFill>
              </a:rPr>
              <a:t>‹#›</a:t>
            </a:fld>
            <a:endParaRPr lang="en-US" sz="1003" b="0" dirty="0">
              <a:solidFill>
                <a:srgbClr val="959CA0"/>
              </a:solidFill>
            </a:endParaRP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DF16763F-C469-814B-B3F1-2A463EAEA8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970377" y="8169993"/>
            <a:ext cx="1428753" cy="269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06246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- IQV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>
            <a:spLocks noGrp="1"/>
          </p:cNvSpPr>
          <p:nvPr>
            <p:ph type="title" hasCustomPrompt="1"/>
          </p:nvPr>
        </p:nvSpPr>
        <p:spPr>
          <a:xfrm>
            <a:off x="480874" y="368090"/>
            <a:ext cx="14173202" cy="960329"/>
          </a:xfrm>
          <a:prstGeom prst="rect">
            <a:avLst/>
          </a:prstGeom>
        </p:spPr>
        <p:txBody>
          <a:bodyPr lIns="91440" tIns="45720" rIns="91440" bIns="45720" anchor="b" anchorCtr="0"/>
          <a:lstStyle>
            <a:lvl1pPr>
              <a:defRPr sz="3501"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Headlines are 28pt Arial Bold sentence case</a:t>
            </a:r>
          </a:p>
        </p:txBody>
      </p:sp>
      <p:sp>
        <p:nvSpPr>
          <p:cNvPr id="53" name="Footer Placeholder 4">
            <a:extLst>
              <a:ext uri="{FF2B5EF4-FFF2-40B4-BE49-F238E27FC236}">
                <a16:creationId xmlns:a16="http://schemas.microsoft.com/office/drawing/2014/main" id="{B43D20F7-04AA-0E4D-91D5-5DB9ECAF95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480875" y="7984824"/>
            <a:ext cx="11606853" cy="422610"/>
          </a:xfrm>
          <a:prstGeom prst="rect">
            <a:avLst/>
          </a:prstGeom>
          <a:noFill/>
        </p:spPr>
        <p:txBody>
          <a:bodyPr vert="horz" lIns="91440" tIns="45720" rIns="91440" bIns="45720" rtlCol="0" anchor="b" anchorCtr="0"/>
          <a:lstStyle>
            <a:lvl1pPr algn="l">
              <a:defRPr sz="1003">
                <a:solidFill>
                  <a:schemeClr val="tx1"/>
                </a:solidFill>
                <a:latin typeface="Arial Narrow" panose="020B060602020203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29" name="Slide Number Placeholder 5">
            <a:extLst>
              <a:ext uri="{FF2B5EF4-FFF2-40B4-BE49-F238E27FC236}">
                <a16:creationId xmlns:a16="http://schemas.microsoft.com/office/drawing/2014/main" id="{5EA968B8-FA3A-4F62-92E8-E94086C1347B}"/>
              </a:ext>
            </a:extLst>
          </p:cNvPr>
          <p:cNvSpPr txBox="1">
            <a:spLocks/>
          </p:cNvSpPr>
          <p:nvPr/>
        </p:nvSpPr>
        <p:spPr bwMode="white">
          <a:xfrm>
            <a:off x="14654077" y="8180935"/>
            <a:ext cx="441359" cy="22225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C5C7A9E-C6A9-4A9D-A8BC-E29E91AD59EE}" type="slidenum">
              <a:rPr lang="en-US" sz="1003" b="0" smtClean="0">
                <a:solidFill>
                  <a:srgbClr val="959CA0"/>
                </a:solidFill>
              </a:rPr>
              <a:t>‹#›</a:t>
            </a:fld>
            <a:endParaRPr lang="en-US" sz="1003" b="0" dirty="0">
              <a:solidFill>
                <a:srgbClr val="959CA0"/>
              </a:solidFill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D12220C1-1EAE-C14B-89F3-9751E5993B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970377" y="8169993"/>
            <a:ext cx="1428753" cy="269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81821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Subhead_Only - IQV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8"/>
          <p:cNvSpPr>
            <a:spLocks noGrp="1"/>
          </p:cNvSpPr>
          <p:nvPr>
            <p:ph type="body" sz="quarter" idx="16" hasCustomPrompt="1"/>
          </p:nvPr>
        </p:nvSpPr>
        <p:spPr>
          <a:xfrm>
            <a:off x="480874" y="1352285"/>
            <a:ext cx="14173202" cy="502919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2502" i="1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Subheads are 20pt Arial Italic sentence case</a:t>
            </a:r>
          </a:p>
        </p:txBody>
      </p:sp>
      <p:sp>
        <p:nvSpPr>
          <p:cNvPr id="13" name="Title 1"/>
          <p:cNvSpPr>
            <a:spLocks noGrp="1"/>
          </p:cNvSpPr>
          <p:nvPr>
            <p:ph type="title" hasCustomPrompt="1"/>
          </p:nvPr>
        </p:nvSpPr>
        <p:spPr>
          <a:xfrm>
            <a:off x="480874" y="368090"/>
            <a:ext cx="14173202" cy="960329"/>
          </a:xfrm>
          <a:prstGeom prst="rect">
            <a:avLst/>
          </a:prstGeom>
        </p:spPr>
        <p:txBody>
          <a:bodyPr anchor="b" anchorCtr="0"/>
          <a:lstStyle>
            <a:lvl1pPr>
              <a:defRPr sz="3501"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Headlines are 28pt Arial Bold sentence case</a:t>
            </a:r>
          </a:p>
        </p:txBody>
      </p:sp>
      <p:sp>
        <p:nvSpPr>
          <p:cNvPr id="55" name="Footer Placeholder 4">
            <a:extLst>
              <a:ext uri="{FF2B5EF4-FFF2-40B4-BE49-F238E27FC236}">
                <a16:creationId xmlns:a16="http://schemas.microsoft.com/office/drawing/2014/main" id="{76ED9213-76D9-7A47-BBC6-21289543AE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480875" y="7984824"/>
            <a:ext cx="11606853" cy="422610"/>
          </a:xfrm>
          <a:prstGeom prst="rect">
            <a:avLst/>
          </a:prstGeom>
          <a:noFill/>
        </p:spPr>
        <p:txBody>
          <a:bodyPr vert="horz" lIns="91440" tIns="45720" rIns="91440" bIns="45720" rtlCol="0" anchor="b" anchorCtr="0"/>
          <a:lstStyle>
            <a:lvl1pPr algn="l">
              <a:defRPr sz="1003">
                <a:solidFill>
                  <a:schemeClr val="tx1"/>
                </a:solidFill>
                <a:latin typeface="Arial Narrow" panose="020B060602020203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5" name="Slide Number Placeholder 5">
            <a:extLst>
              <a:ext uri="{FF2B5EF4-FFF2-40B4-BE49-F238E27FC236}">
                <a16:creationId xmlns:a16="http://schemas.microsoft.com/office/drawing/2014/main" id="{1E387831-BA5F-49F6-AA7A-A7D23D1B4F4D}"/>
              </a:ext>
            </a:extLst>
          </p:cNvPr>
          <p:cNvSpPr txBox="1">
            <a:spLocks/>
          </p:cNvSpPr>
          <p:nvPr/>
        </p:nvSpPr>
        <p:spPr bwMode="white">
          <a:xfrm>
            <a:off x="14654077" y="8180935"/>
            <a:ext cx="441359" cy="22225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C5C7A9E-C6A9-4A9D-A8BC-E29E91AD59EE}" type="slidenum">
              <a:rPr lang="en-US" sz="1003" b="0" smtClean="0">
                <a:solidFill>
                  <a:srgbClr val="959CA0"/>
                </a:solidFill>
              </a:rPr>
              <a:t>‹#›</a:t>
            </a:fld>
            <a:endParaRPr lang="en-US" sz="1003" b="0" dirty="0">
              <a:solidFill>
                <a:srgbClr val="959CA0"/>
              </a:solidFill>
            </a:endParaRP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BCBCE073-12D8-9D4F-9B15-2F9BE4AC35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970377" y="8169993"/>
            <a:ext cx="1428753" cy="269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93693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go Only - IQV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Footer Placeholder 4">
            <a:extLst>
              <a:ext uri="{FF2B5EF4-FFF2-40B4-BE49-F238E27FC236}">
                <a16:creationId xmlns:a16="http://schemas.microsoft.com/office/drawing/2014/main" id="{EBE92459-5CCD-6042-9D0E-BAC9DA03F84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480875" y="7984824"/>
            <a:ext cx="11606853" cy="422610"/>
          </a:xfrm>
          <a:prstGeom prst="rect">
            <a:avLst/>
          </a:prstGeom>
          <a:noFill/>
        </p:spPr>
        <p:txBody>
          <a:bodyPr vert="horz" lIns="91440" tIns="45720" rIns="91440" bIns="45720" rtlCol="0" anchor="b" anchorCtr="0"/>
          <a:lstStyle>
            <a:lvl1pPr algn="l">
              <a:defRPr sz="1003">
                <a:solidFill>
                  <a:schemeClr val="tx1"/>
                </a:solidFill>
                <a:latin typeface="Arial Narrow" panose="020B060602020203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1" name="Slide Number Placeholder 5">
            <a:extLst>
              <a:ext uri="{FF2B5EF4-FFF2-40B4-BE49-F238E27FC236}">
                <a16:creationId xmlns:a16="http://schemas.microsoft.com/office/drawing/2014/main" id="{75C2CC54-E1EC-4DF9-A3B0-2009DB97279A}"/>
              </a:ext>
            </a:extLst>
          </p:cNvPr>
          <p:cNvSpPr txBox="1">
            <a:spLocks/>
          </p:cNvSpPr>
          <p:nvPr/>
        </p:nvSpPr>
        <p:spPr bwMode="white">
          <a:xfrm>
            <a:off x="14654077" y="8180935"/>
            <a:ext cx="441359" cy="22225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C5C7A9E-C6A9-4A9D-A8BC-E29E91AD59EE}" type="slidenum">
              <a:rPr lang="en-US" sz="1003" b="0" smtClean="0">
                <a:solidFill>
                  <a:srgbClr val="959CA0"/>
                </a:solidFill>
              </a:rPr>
              <a:t>‹#›</a:t>
            </a:fld>
            <a:endParaRPr lang="en-US" sz="1003" b="0" dirty="0">
              <a:solidFill>
                <a:srgbClr val="959CA0"/>
              </a:solidFill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A8B63251-79DB-3544-890F-9DDA614A5D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970377" y="8169993"/>
            <a:ext cx="1428753" cy="269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63685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- IQV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2DEFF783-1996-4984-99EE-7B1AC1AE1A34}"/>
              </a:ext>
            </a:extLst>
          </p:cNvPr>
          <p:cNvSpPr txBox="1">
            <a:spLocks/>
          </p:cNvSpPr>
          <p:nvPr/>
        </p:nvSpPr>
        <p:spPr bwMode="white">
          <a:xfrm>
            <a:off x="14654077" y="8180935"/>
            <a:ext cx="441359" cy="22225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C5C7A9E-C6A9-4A9D-A8BC-E29E91AD59EE}" type="slidenum">
              <a:rPr lang="en-US" sz="1003" b="0" smtClean="0">
                <a:solidFill>
                  <a:srgbClr val="959CA0"/>
                </a:solidFill>
              </a:rPr>
              <a:t>‹#›</a:t>
            </a:fld>
            <a:endParaRPr lang="en-US" sz="1003" b="0" dirty="0">
              <a:solidFill>
                <a:srgbClr val="959C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231691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ble of Contents - IQVI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Rectangle 50">
            <a:extLst>
              <a:ext uri="{FF2B5EF4-FFF2-40B4-BE49-F238E27FC236}">
                <a16:creationId xmlns:a16="http://schemas.microsoft.com/office/drawing/2014/main" id="{38658025-8660-B74C-8ED5-6D1A405A1A70}"/>
              </a:ext>
            </a:extLst>
          </p:cNvPr>
          <p:cNvSpPr/>
          <p:nvPr/>
        </p:nvSpPr>
        <p:spPr bwMode="gray">
          <a:xfrm>
            <a:off x="441964" y="0"/>
            <a:ext cx="14356080" cy="85725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l"/>
            <a:endParaRPr lang="en-US" sz="2811" dirty="0"/>
          </a:p>
        </p:txBody>
      </p:sp>
      <p:sp>
        <p:nvSpPr>
          <p:cNvPr id="54" name="Content Placeholder 2">
            <a:extLst>
              <a:ext uri="{FF2B5EF4-FFF2-40B4-BE49-F238E27FC236}">
                <a16:creationId xmlns:a16="http://schemas.microsoft.com/office/drawing/2014/main" id="{FC9B35E8-F292-2B42-952E-06F2F248C60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453031" y="1952369"/>
            <a:ext cx="11454980" cy="5890781"/>
          </a:xfrm>
          <a:prstGeom prst="rect">
            <a:avLst/>
          </a:prstGeom>
        </p:spPr>
        <p:txBody>
          <a:bodyPr/>
          <a:lstStyle>
            <a:lvl1pPr marL="228647" indent="-228647">
              <a:lnSpc>
                <a:spcPct val="100000"/>
              </a:lnSpc>
              <a:spcBef>
                <a:spcPts val="2502"/>
              </a:spcBef>
              <a:buClr>
                <a:schemeClr val="accent1"/>
              </a:buClr>
              <a:buFont typeface="System Font Regular"/>
              <a:buChar char="+"/>
              <a:defRPr sz="2252">
                <a:solidFill>
                  <a:schemeClr val="tx1"/>
                </a:solidFill>
              </a:defRPr>
            </a:lvl1pPr>
            <a:lvl2pPr marL="457295" indent="-228647">
              <a:lnSpc>
                <a:spcPct val="100000"/>
              </a:lnSpc>
              <a:spcBef>
                <a:spcPts val="1003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2">
                <a:solidFill>
                  <a:schemeClr val="tx1"/>
                </a:solidFill>
              </a:defRPr>
            </a:lvl2pPr>
            <a:lvl3pPr marL="685941" indent="-228647">
              <a:lnSpc>
                <a:spcPct val="100000"/>
              </a:lnSpc>
              <a:spcBef>
                <a:spcPts val="1003"/>
              </a:spcBef>
              <a:buClrTx/>
              <a:buFont typeface="Arial" panose="020B0604020202020204" pitchFamily="34" charset="0"/>
              <a:buChar char="›"/>
              <a:defRPr sz="2002">
                <a:solidFill>
                  <a:schemeClr val="tx1"/>
                </a:solidFill>
              </a:defRPr>
            </a:lvl3pPr>
            <a:lvl4pPr marL="914584" indent="-228647">
              <a:lnSpc>
                <a:spcPct val="100000"/>
              </a:lnSpc>
              <a:spcBef>
                <a:spcPts val="1003"/>
              </a:spcBef>
              <a:buClrTx/>
              <a:buFont typeface="Arial" panose="020B0604020202020204" pitchFamily="34" charset="0"/>
              <a:buChar char="»"/>
              <a:defRPr sz="2002">
                <a:solidFill>
                  <a:schemeClr val="tx1"/>
                </a:solidFill>
              </a:defRPr>
            </a:lvl4pPr>
            <a:lvl5pPr marL="1143236" indent="-228647">
              <a:lnSpc>
                <a:spcPct val="100000"/>
              </a:lnSpc>
              <a:spcBef>
                <a:spcPts val="1003"/>
              </a:spcBef>
              <a:buClrTx/>
              <a:buSzPct val="75000"/>
              <a:buFont typeface="Wingdings" panose="05000000000000000000" pitchFamily="2" charset="2"/>
              <a:buChar char="§"/>
              <a:defRPr sz="2002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Arial 18pt bullet level 1</a:t>
            </a:r>
          </a:p>
          <a:p>
            <a:pPr lvl="1"/>
            <a:r>
              <a:rPr lang="en-US" dirty="0"/>
              <a:t>Arial 16pt bullet level 2</a:t>
            </a:r>
          </a:p>
          <a:p>
            <a:pPr lvl="2"/>
            <a:r>
              <a:rPr lang="en-US" dirty="0"/>
              <a:t>Arial 16pt bullet level 3</a:t>
            </a:r>
          </a:p>
          <a:p>
            <a:pPr lvl="3"/>
            <a:r>
              <a:rPr lang="en-US" dirty="0"/>
              <a:t>Arial 16pt bullet level 4</a:t>
            </a:r>
          </a:p>
          <a:p>
            <a:pPr lvl="4"/>
            <a:r>
              <a:rPr lang="en-US" dirty="0"/>
              <a:t>Arial 16pt bullet level 5</a:t>
            </a:r>
          </a:p>
          <a:p>
            <a:pPr lvl="0"/>
            <a:r>
              <a:rPr lang="en-US" dirty="0"/>
              <a:t>Arial 18pt bullet level 1</a:t>
            </a:r>
          </a:p>
          <a:p>
            <a:pPr lvl="1"/>
            <a:r>
              <a:rPr lang="en-US" dirty="0"/>
              <a:t>Arial 16pt bullet level 2</a:t>
            </a:r>
          </a:p>
          <a:p>
            <a:pPr lvl="2"/>
            <a:r>
              <a:rPr lang="en-US" dirty="0"/>
              <a:t>Arial 16pt bullet level 3</a:t>
            </a:r>
          </a:p>
          <a:p>
            <a:pPr lvl="3"/>
            <a:r>
              <a:rPr lang="en-US" dirty="0"/>
              <a:t>Arial 16pt bullet level 4</a:t>
            </a:r>
          </a:p>
          <a:p>
            <a:pPr lvl="4"/>
            <a:r>
              <a:rPr lang="en-US" dirty="0"/>
              <a:t>Arial 16pt bullet level 5</a:t>
            </a:r>
          </a:p>
        </p:txBody>
      </p:sp>
      <p:sp>
        <p:nvSpPr>
          <p:cNvPr id="57" name="Title 3">
            <a:extLst>
              <a:ext uri="{FF2B5EF4-FFF2-40B4-BE49-F238E27FC236}">
                <a16:creationId xmlns:a16="http://schemas.microsoft.com/office/drawing/2014/main" id="{7A9E8FF8-48AE-4B47-8CBF-17FB49CF53F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53031" y="1029251"/>
            <a:ext cx="11454980" cy="742950"/>
          </a:xfrm>
          <a:prstGeom prst="rect">
            <a:avLst/>
          </a:prstGeom>
        </p:spPr>
        <p:txBody>
          <a:bodyPr anchor="ctr"/>
          <a:lstStyle>
            <a:lvl1pPr>
              <a:defRPr sz="4000" b="1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Table of contents or Agenda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6A1CD0AD-A634-4EA6-AE67-C63B52CE7B06}"/>
              </a:ext>
            </a:extLst>
          </p:cNvPr>
          <p:cNvGrpSpPr/>
          <p:nvPr/>
        </p:nvGrpSpPr>
        <p:grpSpPr>
          <a:xfrm>
            <a:off x="0" y="325405"/>
            <a:ext cx="1562988" cy="1969776"/>
            <a:chOff x="-1" y="260324"/>
            <a:chExt cx="1250388" cy="1575820"/>
          </a:xfrm>
          <a:solidFill>
            <a:schemeClr val="accent1"/>
          </a:solidFill>
        </p:grpSpPr>
        <p:grpSp>
          <p:nvGrpSpPr>
            <p:cNvPr id="78" name="Group 77">
              <a:extLst>
                <a:ext uri="{FF2B5EF4-FFF2-40B4-BE49-F238E27FC236}">
                  <a16:creationId xmlns:a16="http://schemas.microsoft.com/office/drawing/2014/main" id="{B2E777F5-EFF3-457A-8259-AC8F3FAFC249}"/>
                </a:ext>
              </a:extLst>
            </p:cNvPr>
            <p:cNvGrpSpPr/>
            <p:nvPr/>
          </p:nvGrpSpPr>
          <p:grpSpPr>
            <a:xfrm>
              <a:off x="686264" y="1652391"/>
              <a:ext cx="564123" cy="183753"/>
              <a:chOff x="876236" y="5534957"/>
              <a:chExt cx="1674271" cy="545364"/>
            </a:xfrm>
            <a:grpFill/>
          </p:grpSpPr>
          <p:sp>
            <p:nvSpPr>
              <p:cNvPr id="96" name="Rectangle 95">
                <a:extLst>
                  <a:ext uri="{FF2B5EF4-FFF2-40B4-BE49-F238E27FC236}">
                    <a16:creationId xmlns:a16="http://schemas.microsoft.com/office/drawing/2014/main" id="{B117E7E6-D510-412B-8045-21F2179CDBFD}"/>
                  </a:ext>
                </a:extLst>
              </p:cNvPr>
              <p:cNvSpPr/>
              <p:nvPr/>
            </p:nvSpPr>
            <p:spPr>
              <a:xfrm>
                <a:off x="1154393" y="5534957"/>
                <a:ext cx="1117582" cy="545364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l"/>
                <a:endParaRPr lang="en-US" sz="2002" dirty="0"/>
              </a:p>
            </p:txBody>
          </p:sp>
          <p:sp>
            <p:nvSpPr>
              <p:cNvPr id="97" name="Oval 96">
                <a:extLst>
                  <a:ext uri="{FF2B5EF4-FFF2-40B4-BE49-F238E27FC236}">
                    <a16:creationId xmlns:a16="http://schemas.microsoft.com/office/drawing/2014/main" id="{79A544B5-B37E-40F9-A3D1-E4A00DF6E89F}"/>
                  </a:ext>
                </a:extLst>
              </p:cNvPr>
              <p:cNvSpPr/>
              <p:nvPr/>
            </p:nvSpPr>
            <p:spPr>
              <a:xfrm>
                <a:off x="2005143" y="5534957"/>
                <a:ext cx="545364" cy="545364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l"/>
                <a:endParaRPr lang="en-US" sz="2002" dirty="0"/>
              </a:p>
            </p:txBody>
          </p:sp>
          <p:sp>
            <p:nvSpPr>
              <p:cNvPr id="98" name="Oval 97">
                <a:extLst>
                  <a:ext uri="{FF2B5EF4-FFF2-40B4-BE49-F238E27FC236}">
                    <a16:creationId xmlns:a16="http://schemas.microsoft.com/office/drawing/2014/main" id="{EF1038BB-A4E9-41A9-B2F4-23E7F5CD6621}"/>
                  </a:ext>
                </a:extLst>
              </p:cNvPr>
              <p:cNvSpPr/>
              <p:nvPr/>
            </p:nvSpPr>
            <p:spPr>
              <a:xfrm>
                <a:off x="876236" y="5534957"/>
                <a:ext cx="545364" cy="545364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l"/>
                <a:endParaRPr lang="en-US" sz="2002" dirty="0"/>
              </a:p>
            </p:txBody>
          </p:sp>
        </p:grpSp>
        <p:grpSp>
          <p:nvGrpSpPr>
            <p:cNvPr id="79" name="Group 78">
              <a:extLst>
                <a:ext uri="{FF2B5EF4-FFF2-40B4-BE49-F238E27FC236}">
                  <a16:creationId xmlns:a16="http://schemas.microsoft.com/office/drawing/2014/main" id="{029BE464-4CCF-4D58-8077-7337778D29CA}"/>
                </a:ext>
              </a:extLst>
            </p:cNvPr>
            <p:cNvGrpSpPr/>
            <p:nvPr/>
          </p:nvGrpSpPr>
          <p:grpSpPr>
            <a:xfrm>
              <a:off x="864211" y="1304375"/>
              <a:ext cx="386176" cy="183753"/>
              <a:chOff x="1404367" y="4502072"/>
              <a:chExt cx="1146140" cy="545364"/>
            </a:xfrm>
            <a:grpFill/>
          </p:grpSpPr>
          <p:sp>
            <p:nvSpPr>
              <p:cNvPr id="93" name="Rectangle 92">
                <a:extLst>
                  <a:ext uri="{FF2B5EF4-FFF2-40B4-BE49-F238E27FC236}">
                    <a16:creationId xmlns:a16="http://schemas.microsoft.com/office/drawing/2014/main" id="{D0DC8CC7-4C81-439E-B602-330616AC3184}"/>
                  </a:ext>
                </a:extLst>
              </p:cNvPr>
              <p:cNvSpPr/>
              <p:nvPr/>
            </p:nvSpPr>
            <p:spPr>
              <a:xfrm>
                <a:off x="1682197" y="4502072"/>
                <a:ext cx="589775" cy="545364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l"/>
                <a:endParaRPr lang="en-US" sz="2002" dirty="0"/>
              </a:p>
            </p:txBody>
          </p:sp>
          <p:sp>
            <p:nvSpPr>
              <p:cNvPr id="94" name="Oval 93">
                <a:extLst>
                  <a:ext uri="{FF2B5EF4-FFF2-40B4-BE49-F238E27FC236}">
                    <a16:creationId xmlns:a16="http://schemas.microsoft.com/office/drawing/2014/main" id="{ECB59EFB-5B99-4637-9821-186308CA811D}"/>
                  </a:ext>
                </a:extLst>
              </p:cNvPr>
              <p:cNvSpPr/>
              <p:nvPr/>
            </p:nvSpPr>
            <p:spPr>
              <a:xfrm>
                <a:off x="2005143" y="4502072"/>
                <a:ext cx="545364" cy="545364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l"/>
                <a:endParaRPr lang="en-US" sz="2002" dirty="0"/>
              </a:p>
            </p:txBody>
          </p:sp>
          <p:sp>
            <p:nvSpPr>
              <p:cNvPr id="95" name="Oval 94">
                <a:extLst>
                  <a:ext uri="{FF2B5EF4-FFF2-40B4-BE49-F238E27FC236}">
                    <a16:creationId xmlns:a16="http://schemas.microsoft.com/office/drawing/2014/main" id="{7060CC02-8F6C-45AF-9DBE-33B4EAA77FAE}"/>
                  </a:ext>
                </a:extLst>
              </p:cNvPr>
              <p:cNvSpPr/>
              <p:nvPr/>
            </p:nvSpPr>
            <p:spPr>
              <a:xfrm>
                <a:off x="1404367" y="4502072"/>
                <a:ext cx="545364" cy="545364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l"/>
                <a:endParaRPr lang="en-US" sz="2002" dirty="0"/>
              </a:p>
            </p:txBody>
          </p:sp>
        </p:grpSp>
        <p:grpSp>
          <p:nvGrpSpPr>
            <p:cNvPr id="80" name="Group 79">
              <a:extLst>
                <a:ext uri="{FF2B5EF4-FFF2-40B4-BE49-F238E27FC236}">
                  <a16:creationId xmlns:a16="http://schemas.microsoft.com/office/drawing/2014/main" id="{EDBE8CF3-142D-438A-880B-7423D1E442C5}"/>
                </a:ext>
              </a:extLst>
            </p:cNvPr>
            <p:cNvGrpSpPr/>
            <p:nvPr/>
          </p:nvGrpSpPr>
          <p:grpSpPr>
            <a:xfrm>
              <a:off x="917753" y="956358"/>
              <a:ext cx="332634" cy="183753"/>
              <a:chOff x="1560101" y="3469185"/>
              <a:chExt cx="987231" cy="545364"/>
            </a:xfrm>
            <a:grpFill/>
          </p:grpSpPr>
          <p:sp>
            <p:nvSpPr>
              <p:cNvPr id="90" name="Oval 89">
                <a:extLst>
                  <a:ext uri="{FF2B5EF4-FFF2-40B4-BE49-F238E27FC236}">
                    <a16:creationId xmlns:a16="http://schemas.microsoft.com/office/drawing/2014/main" id="{61D9E7AA-5FDE-45C3-B7AC-F8C06B142069}"/>
                  </a:ext>
                </a:extLst>
              </p:cNvPr>
              <p:cNvSpPr/>
              <p:nvPr/>
            </p:nvSpPr>
            <p:spPr>
              <a:xfrm>
                <a:off x="1560101" y="3469185"/>
                <a:ext cx="545364" cy="545364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l"/>
                <a:endParaRPr lang="en-US" sz="2002" dirty="0"/>
              </a:p>
            </p:txBody>
          </p:sp>
          <p:sp>
            <p:nvSpPr>
              <p:cNvPr id="91" name="Rectangle 90">
                <a:extLst>
                  <a:ext uri="{FF2B5EF4-FFF2-40B4-BE49-F238E27FC236}">
                    <a16:creationId xmlns:a16="http://schemas.microsoft.com/office/drawing/2014/main" id="{13502E5E-1590-4501-977E-A406C72F35D0}"/>
                  </a:ext>
                </a:extLst>
              </p:cNvPr>
              <p:cNvSpPr/>
              <p:nvPr/>
            </p:nvSpPr>
            <p:spPr>
              <a:xfrm>
                <a:off x="1825936" y="3469185"/>
                <a:ext cx="446037" cy="545364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l"/>
                <a:endParaRPr lang="en-US" sz="2002" dirty="0"/>
              </a:p>
            </p:txBody>
          </p:sp>
          <p:sp>
            <p:nvSpPr>
              <p:cNvPr id="92" name="Oval 91">
                <a:extLst>
                  <a:ext uri="{FF2B5EF4-FFF2-40B4-BE49-F238E27FC236}">
                    <a16:creationId xmlns:a16="http://schemas.microsoft.com/office/drawing/2014/main" id="{9849375F-4430-4BAF-8CD8-BABE2895B0CD}"/>
                  </a:ext>
                </a:extLst>
              </p:cNvPr>
              <p:cNvSpPr/>
              <p:nvPr/>
            </p:nvSpPr>
            <p:spPr>
              <a:xfrm>
                <a:off x="2001968" y="3469185"/>
                <a:ext cx="545364" cy="545364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l"/>
                <a:endParaRPr lang="en-US" sz="2002" dirty="0"/>
              </a:p>
            </p:txBody>
          </p:sp>
        </p:grpSp>
        <p:grpSp>
          <p:nvGrpSpPr>
            <p:cNvPr id="81" name="Group 80">
              <a:extLst>
                <a:ext uri="{FF2B5EF4-FFF2-40B4-BE49-F238E27FC236}">
                  <a16:creationId xmlns:a16="http://schemas.microsoft.com/office/drawing/2014/main" id="{7C368109-07EC-4B00-B53E-7AA055EEDBEE}"/>
                </a:ext>
              </a:extLst>
            </p:cNvPr>
            <p:cNvGrpSpPr/>
            <p:nvPr/>
          </p:nvGrpSpPr>
          <p:grpSpPr>
            <a:xfrm>
              <a:off x="868078" y="608341"/>
              <a:ext cx="382309" cy="183753"/>
              <a:chOff x="1415887" y="2436300"/>
              <a:chExt cx="1134663" cy="545364"/>
            </a:xfrm>
            <a:grpFill/>
          </p:grpSpPr>
          <p:sp>
            <p:nvSpPr>
              <p:cNvPr id="87" name="Oval 86">
                <a:extLst>
                  <a:ext uri="{FF2B5EF4-FFF2-40B4-BE49-F238E27FC236}">
                    <a16:creationId xmlns:a16="http://schemas.microsoft.com/office/drawing/2014/main" id="{458E032A-AC8B-4235-848E-250F4190B814}"/>
                  </a:ext>
                </a:extLst>
              </p:cNvPr>
              <p:cNvSpPr/>
              <p:nvPr/>
            </p:nvSpPr>
            <p:spPr>
              <a:xfrm>
                <a:off x="2005186" y="2436300"/>
                <a:ext cx="545364" cy="545364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l"/>
                <a:endParaRPr lang="en-US" sz="2002" dirty="0"/>
              </a:p>
            </p:txBody>
          </p:sp>
          <p:sp>
            <p:nvSpPr>
              <p:cNvPr id="88" name="Oval 87">
                <a:extLst>
                  <a:ext uri="{FF2B5EF4-FFF2-40B4-BE49-F238E27FC236}">
                    <a16:creationId xmlns:a16="http://schemas.microsoft.com/office/drawing/2014/main" id="{6E7F926D-F5AA-4D9E-9C81-33784AC45D52}"/>
                  </a:ext>
                </a:extLst>
              </p:cNvPr>
              <p:cNvSpPr/>
              <p:nvPr/>
            </p:nvSpPr>
            <p:spPr>
              <a:xfrm>
                <a:off x="1415887" y="2436300"/>
                <a:ext cx="545364" cy="545364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l"/>
                <a:endParaRPr lang="en-US" sz="2002" dirty="0"/>
              </a:p>
            </p:txBody>
          </p:sp>
          <p:sp>
            <p:nvSpPr>
              <p:cNvPr id="89" name="Rectangle 88">
                <a:extLst>
                  <a:ext uri="{FF2B5EF4-FFF2-40B4-BE49-F238E27FC236}">
                    <a16:creationId xmlns:a16="http://schemas.microsoft.com/office/drawing/2014/main" id="{C1912F97-C2EB-4275-9791-4E9C64D9ACD9}"/>
                  </a:ext>
                </a:extLst>
              </p:cNvPr>
              <p:cNvSpPr/>
              <p:nvPr/>
            </p:nvSpPr>
            <p:spPr>
              <a:xfrm>
                <a:off x="1682240" y="2436300"/>
                <a:ext cx="589731" cy="545364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l"/>
                <a:endParaRPr lang="en-US" sz="2002" dirty="0"/>
              </a:p>
            </p:txBody>
          </p:sp>
        </p:grpSp>
        <p:grpSp>
          <p:nvGrpSpPr>
            <p:cNvPr id="82" name="Group 81">
              <a:extLst>
                <a:ext uri="{FF2B5EF4-FFF2-40B4-BE49-F238E27FC236}">
                  <a16:creationId xmlns:a16="http://schemas.microsoft.com/office/drawing/2014/main" id="{C16323A1-198A-411C-8014-263092240122}"/>
                </a:ext>
              </a:extLst>
            </p:cNvPr>
            <p:cNvGrpSpPr/>
            <p:nvPr/>
          </p:nvGrpSpPr>
          <p:grpSpPr>
            <a:xfrm>
              <a:off x="693506" y="260324"/>
              <a:ext cx="556881" cy="183753"/>
              <a:chOff x="898206" y="1403413"/>
              <a:chExt cx="1652778" cy="545364"/>
            </a:xfrm>
            <a:grpFill/>
          </p:grpSpPr>
          <p:sp>
            <p:nvSpPr>
              <p:cNvPr id="84" name="Oval 83">
                <a:extLst>
                  <a:ext uri="{FF2B5EF4-FFF2-40B4-BE49-F238E27FC236}">
                    <a16:creationId xmlns:a16="http://schemas.microsoft.com/office/drawing/2014/main" id="{EBCE0676-4E25-4F10-A07B-A47F92C7CF81}"/>
                  </a:ext>
                </a:extLst>
              </p:cNvPr>
              <p:cNvSpPr/>
              <p:nvPr/>
            </p:nvSpPr>
            <p:spPr>
              <a:xfrm>
                <a:off x="2005620" y="1403413"/>
                <a:ext cx="545364" cy="545364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l"/>
                <a:endParaRPr lang="en-US" sz="2002" dirty="0"/>
              </a:p>
            </p:txBody>
          </p:sp>
          <p:sp>
            <p:nvSpPr>
              <p:cNvPr id="85" name="Oval 84">
                <a:extLst>
                  <a:ext uri="{FF2B5EF4-FFF2-40B4-BE49-F238E27FC236}">
                    <a16:creationId xmlns:a16="http://schemas.microsoft.com/office/drawing/2014/main" id="{54E9DB86-0937-4D11-B319-669FF994439C}"/>
                  </a:ext>
                </a:extLst>
              </p:cNvPr>
              <p:cNvSpPr/>
              <p:nvPr/>
            </p:nvSpPr>
            <p:spPr>
              <a:xfrm>
                <a:off x="898206" y="1403413"/>
                <a:ext cx="545364" cy="545364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l"/>
                <a:endParaRPr lang="en-US" sz="2002" dirty="0"/>
              </a:p>
            </p:txBody>
          </p:sp>
          <p:sp>
            <p:nvSpPr>
              <p:cNvPr id="86" name="Rectangle 85">
                <a:extLst>
                  <a:ext uri="{FF2B5EF4-FFF2-40B4-BE49-F238E27FC236}">
                    <a16:creationId xmlns:a16="http://schemas.microsoft.com/office/drawing/2014/main" id="{3D6AB82A-C88A-4E42-B5CF-C687B3371284}"/>
                  </a:ext>
                </a:extLst>
              </p:cNvPr>
              <p:cNvSpPr/>
              <p:nvPr/>
            </p:nvSpPr>
            <p:spPr>
              <a:xfrm>
                <a:off x="1164538" y="1403413"/>
                <a:ext cx="1117581" cy="545364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l"/>
                <a:endParaRPr lang="en-US" sz="2002" dirty="0"/>
              </a:p>
            </p:txBody>
          </p:sp>
        </p:grp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754DFB64-FFE8-4762-8BD2-6D5B67A56394}"/>
                </a:ext>
              </a:extLst>
            </p:cNvPr>
            <p:cNvSpPr/>
            <p:nvPr/>
          </p:nvSpPr>
          <p:spPr>
            <a:xfrm>
              <a:off x="0" y="260324"/>
              <a:ext cx="550424" cy="183006"/>
            </a:xfrm>
            <a:custGeom>
              <a:avLst/>
              <a:gdLst>
                <a:gd name="connsiteX0" fmla="*/ 0 w 550424"/>
                <a:gd name="connsiteY0" fmla="*/ 0 h 183006"/>
                <a:gd name="connsiteX1" fmla="*/ 456956 w 550424"/>
                <a:gd name="connsiteY1" fmla="*/ 0 h 183006"/>
                <a:gd name="connsiteX2" fmla="*/ 456956 w 550424"/>
                <a:gd name="connsiteY2" fmla="*/ 397 h 183006"/>
                <a:gd name="connsiteX3" fmla="*/ 458921 w 550424"/>
                <a:gd name="connsiteY3" fmla="*/ 0 h 183006"/>
                <a:gd name="connsiteX4" fmla="*/ 550424 w 550424"/>
                <a:gd name="connsiteY4" fmla="*/ 91503 h 183006"/>
                <a:gd name="connsiteX5" fmla="*/ 458921 w 550424"/>
                <a:gd name="connsiteY5" fmla="*/ 183006 h 183006"/>
                <a:gd name="connsiteX6" fmla="*/ 456956 w 550424"/>
                <a:gd name="connsiteY6" fmla="*/ 182609 h 183006"/>
                <a:gd name="connsiteX7" fmla="*/ 456956 w 550424"/>
                <a:gd name="connsiteY7" fmla="*/ 183006 h 183006"/>
                <a:gd name="connsiteX8" fmla="*/ 0 w 550424"/>
                <a:gd name="connsiteY8" fmla="*/ 183006 h 183006"/>
                <a:gd name="connsiteX9" fmla="*/ 0 w 550424"/>
                <a:gd name="connsiteY9" fmla="*/ 0 h 183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50424" h="183006">
                  <a:moveTo>
                    <a:pt x="0" y="0"/>
                  </a:moveTo>
                  <a:lnTo>
                    <a:pt x="456956" y="0"/>
                  </a:lnTo>
                  <a:lnTo>
                    <a:pt x="456956" y="397"/>
                  </a:lnTo>
                  <a:lnTo>
                    <a:pt x="458921" y="0"/>
                  </a:lnTo>
                  <a:cubicBezTo>
                    <a:pt x="509457" y="0"/>
                    <a:pt x="550424" y="40967"/>
                    <a:pt x="550424" y="91503"/>
                  </a:cubicBezTo>
                  <a:cubicBezTo>
                    <a:pt x="550424" y="142039"/>
                    <a:pt x="509457" y="183006"/>
                    <a:pt x="458921" y="183006"/>
                  </a:cubicBezTo>
                  <a:lnTo>
                    <a:pt x="456956" y="182609"/>
                  </a:lnTo>
                  <a:lnTo>
                    <a:pt x="456956" y="183006"/>
                  </a:lnTo>
                  <a:lnTo>
                    <a:pt x="0" y="183006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l"/>
              <a:endParaRPr lang="en-US" sz="2002" dirty="0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82D6BF1B-7B4E-4715-B3AA-0137D5565B61}"/>
                </a:ext>
              </a:extLst>
            </p:cNvPr>
            <p:cNvSpPr/>
            <p:nvPr/>
          </p:nvSpPr>
          <p:spPr>
            <a:xfrm>
              <a:off x="-1" y="608341"/>
              <a:ext cx="733596" cy="182880"/>
            </a:xfrm>
            <a:custGeom>
              <a:avLst/>
              <a:gdLst>
                <a:gd name="connsiteX0" fmla="*/ 0 w 733596"/>
                <a:gd name="connsiteY0" fmla="*/ 0 h 182880"/>
                <a:gd name="connsiteX1" fmla="*/ 642156 w 733596"/>
                <a:gd name="connsiteY1" fmla="*/ 0 h 182880"/>
                <a:gd name="connsiteX2" fmla="*/ 733596 w 733596"/>
                <a:gd name="connsiteY2" fmla="*/ 91440 h 182880"/>
                <a:gd name="connsiteX3" fmla="*/ 642156 w 733596"/>
                <a:gd name="connsiteY3" fmla="*/ 182880 h 182880"/>
                <a:gd name="connsiteX4" fmla="*/ 0 w 733596"/>
                <a:gd name="connsiteY4" fmla="*/ 182880 h 182880"/>
                <a:gd name="connsiteX5" fmla="*/ 0 w 733596"/>
                <a:gd name="connsiteY5" fmla="*/ 0 h 1828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3596" h="182880">
                  <a:moveTo>
                    <a:pt x="0" y="0"/>
                  </a:moveTo>
                  <a:lnTo>
                    <a:pt x="642156" y="0"/>
                  </a:lnTo>
                  <a:cubicBezTo>
                    <a:pt x="692657" y="0"/>
                    <a:pt x="733596" y="40939"/>
                    <a:pt x="733596" y="91440"/>
                  </a:cubicBezTo>
                  <a:cubicBezTo>
                    <a:pt x="733596" y="141941"/>
                    <a:pt x="692657" y="182880"/>
                    <a:pt x="642156" y="182880"/>
                  </a:cubicBezTo>
                  <a:lnTo>
                    <a:pt x="0" y="18288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l"/>
              <a:endParaRPr lang="en-US" sz="2002" dirty="0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DFFECD78-AD3E-430A-825C-361F3F0A6DF1}"/>
                </a:ext>
              </a:extLst>
            </p:cNvPr>
            <p:cNvSpPr/>
            <p:nvPr/>
          </p:nvSpPr>
          <p:spPr>
            <a:xfrm>
              <a:off x="0" y="952508"/>
              <a:ext cx="786403" cy="183006"/>
            </a:xfrm>
            <a:custGeom>
              <a:avLst/>
              <a:gdLst>
                <a:gd name="connsiteX0" fmla="*/ 0 w 786403"/>
                <a:gd name="connsiteY0" fmla="*/ 0 h 183006"/>
                <a:gd name="connsiteX1" fmla="*/ 692936 w 786403"/>
                <a:gd name="connsiteY1" fmla="*/ 0 h 183006"/>
                <a:gd name="connsiteX2" fmla="*/ 692936 w 786403"/>
                <a:gd name="connsiteY2" fmla="*/ 397 h 183006"/>
                <a:gd name="connsiteX3" fmla="*/ 694900 w 786403"/>
                <a:gd name="connsiteY3" fmla="*/ 0 h 183006"/>
                <a:gd name="connsiteX4" fmla="*/ 786403 w 786403"/>
                <a:gd name="connsiteY4" fmla="*/ 91503 h 183006"/>
                <a:gd name="connsiteX5" fmla="*/ 694900 w 786403"/>
                <a:gd name="connsiteY5" fmla="*/ 183006 h 183006"/>
                <a:gd name="connsiteX6" fmla="*/ 692936 w 786403"/>
                <a:gd name="connsiteY6" fmla="*/ 182610 h 183006"/>
                <a:gd name="connsiteX7" fmla="*/ 692936 w 786403"/>
                <a:gd name="connsiteY7" fmla="*/ 183006 h 183006"/>
                <a:gd name="connsiteX8" fmla="*/ 0 w 786403"/>
                <a:gd name="connsiteY8" fmla="*/ 183006 h 183006"/>
                <a:gd name="connsiteX9" fmla="*/ 0 w 786403"/>
                <a:gd name="connsiteY9" fmla="*/ 0 h 183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86403" h="183006">
                  <a:moveTo>
                    <a:pt x="0" y="0"/>
                  </a:moveTo>
                  <a:lnTo>
                    <a:pt x="692936" y="0"/>
                  </a:lnTo>
                  <a:lnTo>
                    <a:pt x="692936" y="397"/>
                  </a:lnTo>
                  <a:lnTo>
                    <a:pt x="694900" y="0"/>
                  </a:lnTo>
                  <a:cubicBezTo>
                    <a:pt x="745436" y="0"/>
                    <a:pt x="786403" y="40967"/>
                    <a:pt x="786403" y="91503"/>
                  </a:cubicBezTo>
                  <a:cubicBezTo>
                    <a:pt x="786403" y="142039"/>
                    <a:pt x="745436" y="183006"/>
                    <a:pt x="694900" y="183006"/>
                  </a:cubicBezTo>
                  <a:lnTo>
                    <a:pt x="692936" y="182610"/>
                  </a:lnTo>
                  <a:lnTo>
                    <a:pt x="692936" y="183006"/>
                  </a:lnTo>
                  <a:lnTo>
                    <a:pt x="0" y="183006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l"/>
              <a:endParaRPr lang="en-US" sz="2002" dirty="0"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01864E2F-2224-4B8D-A54C-010E70A5006D}"/>
                </a:ext>
              </a:extLst>
            </p:cNvPr>
            <p:cNvSpPr/>
            <p:nvPr/>
          </p:nvSpPr>
          <p:spPr>
            <a:xfrm>
              <a:off x="-1" y="1304902"/>
              <a:ext cx="733596" cy="182880"/>
            </a:xfrm>
            <a:custGeom>
              <a:avLst/>
              <a:gdLst>
                <a:gd name="connsiteX0" fmla="*/ 0 w 733596"/>
                <a:gd name="connsiteY0" fmla="*/ 0 h 182880"/>
                <a:gd name="connsiteX1" fmla="*/ 642156 w 733596"/>
                <a:gd name="connsiteY1" fmla="*/ 0 h 182880"/>
                <a:gd name="connsiteX2" fmla="*/ 733596 w 733596"/>
                <a:gd name="connsiteY2" fmla="*/ 91440 h 182880"/>
                <a:gd name="connsiteX3" fmla="*/ 642156 w 733596"/>
                <a:gd name="connsiteY3" fmla="*/ 182880 h 182880"/>
                <a:gd name="connsiteX4" fmla="*/ 0 w 733596"/>
                <a:gd name="connsiteY4" fmla="*/ 182880 h 182880"/>
                <a:gd name="connsiteX5" fmla="*/ 0 w 733596"/>
                <a:gd name="connsiteY5" fmla="*/ 0 h 1828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3596" h="182880">
                  <a:moveTo>
                    <a:pt x="0" y="0"/>
                  </a:moveTo>
                  <a:lnTo>
                    <a:pt x="642156" y="0"/>
                  </a:lnTo>
                  <a:cubicBezTo>
                    <a:pt x="692657" y="0"/>
                    <a:pt x="733596" y="40939"/>
                    <a:pt x="733596" y="91440"/>
                  </a:cubicBezTo>
                  <a:cubicBezTo>
                    <a:pt x="733596" y="141941"/>
                    <a:pt x="692657" y="182880"/>
                    <a:pt x="642156" y="182880"/>
                  </a:cubicBezTo>
                  <a:lnTo>
                    <a:pt x="0" y="18288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l"/>
              <a:endParaRPr lang="en-US" sz="2002" dirty="0"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8652EA3D-B91A-4960-BC33-8380D943F8F9}"/>
                </a:ext>
              </a:extLst>
            </p:cNvPr>
            <p:cNvSpPr/>
            <p:nvPr/>
          </p:nvSpPr>
          <p:spPr>
            <a:xfrm>
              <a:off x="0" y="1649603"/>
              <a:ext cx="550424" cy="183006"/>
            </a:xfrm>
            <a:custGeom>
              <a:avLst/>
              <a:gdLst>
                <a:gd name="connsiteX0" fmla="*/ 0 w 550424"/>
                <a:gd name="connsiteY0" fmla="*/ 0 h 183006"/>
                <a:gd name="connsiteX1" fmla="*/ 456956 w 550424"/>
                <a:gd name="connsiteY1" fmla="*/ 0 h 183006"/>
                <a:gd name="connsiteX2" fmla="*/ 456956 w 550424"/>
                <a:gd name="connsiteY2" fmla="*/ 397 h 183006"/>
                <a:gd name="connsiteX3" fmla="*/ 458921 w 550424"/>
                <a:gd name="connsiteY3" fmla="*/ 0 h 183006"/>
                <a:gd name="connsiteX4" fmla="*/ 550424 w 550424"/>
                <a:gd name="connsiteY4" fmla="*/ 91503 h 183006"/>
                <a:gd name="connsiteX5" fmla="*/ 458921 w 550424"/>
                <a:gd name="connsiteY5" fmla="*/ 183006 h 183006"/>
                <a:gd name="connsiteX6" fmla="*/ 456956 w 550424"/>
                <a:gd name="connsiteY6" fmla="*/ 182609 h 183006"/>
                <a:gd name="connsiteX7" fmla="*/ 456956 w 550424"/>
                <a:gd name="connsiteY7" fmla="*/ 183006 h 183006"/>
                <a:gd name="connsiteX8" fmla="*/ 0 w 550424"/>
                <a:gd name="connsiteY8" fmla="*/ 183006 h 183006"/>
                <a:gd name="connsiteX9" fmla="*/ 0 w 550424"/>
                <a:gd name="connsiteY9" fmla="*/ 0 h 183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50424" h="183006">
                  <a:moveTo>
                    <a:pt x="0" y="0"/>
                  </a:moveTo>
                  <a:lnTo>
                    <a:pt x="456956" y="0"/>
                  </a:lnTo>
                  <a:lnTo>
                    <a:pt x="456956" y="397"/>
                  </a:lnTo>
                  <a:lnTo>
                    <a:pt x="458921" y="0"/>
                  </a:lnTo>
                  <a:cubicBezTo>
                    <a:pt x="509457" y="0"/>
                    <a:pt x="550424" y="40967"/>
                    <a:pt x="550424" y="91503"/>
                  </a:cubicBezTo>
                  <a:cubicBezTo>
                    <a:pt x="550424" y="142039"/>
                    <a:pt x="509457" y="183006"/>
                    <a:pt x="458921" y="183006"/>
                  </a:cubicBezTo>
                  <a:lnTo>
                    <a:pt x="456956" y="182609"/>
                  </a:lnTo>
                  <a:lnTo>
                    <a:pt x="456956" y="183006"/>
                  </a:lnTo>
                  <a:lnTo>
                    <a:pt x="0" y="183006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l"/>
              <a:endParaRPr lang="en-US" sz="2002" dirty="0"/>
            </a:p>
          </p:txBody>
        </p:sp>
      </p:grpSp>
      <p:sp>
        <p:nvSpPr>
          <p:cNvPr id="56" name="Slide Number Placeholder 5">
            <a:extLst>
              <a:ext uri="{FF2B5EF4-FFF2-40B4-BE49-F238E27FC236}">
                <a16:creationId xmlns:a16="http://schemas.microsoft.com/office/drawing/2014/main" id="{030699F5-6B57-4BC7-B774-B8F85B96214D}"/>
              </a:ext>
            </a:extLst>
          </p:cNvPr>
          <p:cNvSpPr txBox="1">
            <a:spLocks/>
          </p:cNvSpPr>
          <p:nvPr/>
        </p:nvSpPr>
        <p:spPr bwMode="white">
          <a:xfrm>
            <a:off x="14654077" y="8180935"/>
            <a:ext cx="441359" cy="22225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C5C7A9E-C6A9-4A9D-A8BC-E29E91AD59EE}" type="slidenum">
              <a:rPr lang="en-US" sz="1003" b="0" smtClean="0">
                <a:solidFill>
                  <a:srgbClr val="959CA0"/>
                </a:solidFill>
              </a:rPr>
              <a:t>‹#›</a:t>
            </a:fld>
            <a:endParaRPr lang="en-US" sz="1003" b="0" dirty="0">
              <a:solidFill>
                <a:srgbClr val="959CA0"/>
              </a:solidFill>
            </a:endParaRPr>
          </a:p>
        </p:txBody>
      </p:sp>
      <p:pic>
        <p:nvPicPr>
          <p:cNvPr id="34" name="Graphic 33">
            <a:extLst>
              <a:ext uri="{FF2B5EF4-FFF2-40B4-BE49-F238E27FC236}">
                <a16:creationId xmlns:a16="http://schemas.microsoft.com/office/drawing/2014/main" id="{18FC357D-3DB1-1B43-8FB6-6F70286F746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970377" y="8169993"/>
            <a:ext cx="1428753" cy="269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86844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ble of Contents_Two Column - IQVI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Rectangle 50">
            <a:extLst>
              <a:ext uri="{FF2B5EF4-FFF2-40B4-BE49-F238E27FC236}">
                <a16:creationId xmlns:a16="http://schemas.microsoft.com/office/drawing/2014/main" id="{38658025-8660-B74C-8ED5-6D1A405A1A70}"/>
              </a:ext>
            </a:extLst>
          </p:cNvPr>
          <p:cNvSpPr/>
          <p:nvPr/>
        </p:nvSpPr>
        <p:spPr bwMode="gray">
          <a:xfrm>
            <a:off x="441964" y="0"/>
            <a:ext cx="14356080" cy="85725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l"/>
            <a:endParaRPr lang="en-US" sz="2811" dirty="0"/>
          </a:p>
        </p:txBody>
      </p:sp>
      <p:sp>
        <p:nvSpPr>
          <p:cNvPr id="54" name="Content Placeholder 2">
            <a:extLst>
              <a:ext uri="{FF2B5EF4-FFF2-40B4-BE49-F238E27FC236}">
                <a16:creationId xmlns:a16="http://schemas.microsoft.com/office/drawing/2014/main" id="{FC9B35E8-F292-2B42-952E-06F2F248C60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453032" y="1952369"/>
            <a:ext cx="5553477" cy="5890781"/>
          </a:xfrm>
          <a:prstGeom prst="rect">
            <a:avLst/>
          </a:prstGeom>
        </p:spPr>
        <p:txBody>
          <a:bodyPr/>
          <a:lstStyle>
            <a:lvl1pPr marL="228647" indent="-228647">
              <a:lnSpc>
                <a:spcPct val="100000"/>
              </a:lnSpc>
              <a:spcBef>
                <a:spcPts val="2502"/>
              </a:spcBef>
              <a:buClr>
                <a:schemeClr val="accent1"/>
              </a:buClr>
              <a:buFont typeface="System Font Regular"/>
              <a:buChar char="+"/>
              <a:defRPr sz="2252">
                <a:solidFill>
                  <a:schemeClr val="tx1"/>
                </a:solidFill>
              </a:defRPr>
            </a:lvl1pPr>
            <a:lvl2pPr marL="457295" indent="-228647">
              <a:lnSpc>
                <a:spcPct val="100000"/>
              </a:lnSpc>
              <a:spcBef>
                <a:spcPts val="1003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2">
                <a:solidFill>
                  <a:schemeClr val="tx1"/>
                </a:solidFill>
              </a:defRPr>
            </a:lvl2pPr>
            <a:lvl3pPr marL="685941" indent="-228647">
              <a:lnSpc>
                <a:spcPct val="100000"/>
              </a:lnSpc>
              <a:spcBef>
                <a:spcPts val="1003"/>
              </a:spcBef>
              <a:buClrTx/>
              <a:buFont typeface="Arial" panose="020B0604020202020204" pitchFamily="34" charset="0"/>
              <a:buChar char="›"/>
              <a:defRPr sz="2002">
                <a:solidFill>
                  <a:schemeClr val="tx1"/>
                </a:solidFill>
              </a:defRPr>
            </a:lvl3pPr>
            <a:lvl4pPr marL="914584" indent="-228647">
              <a:lnSpc>
                <a:spcPct val="100000"/>
              </a:lnSpc>
              <a:spcBef>
                <a:spcPts val="1003"/>
              </a:spcBef>
              <a:buClrTx/>
              <a:buFont typeface="Arial" panose="020B0604020202020204" pitchFamily="34" charset="0"/>
              <a:buChar char="»"/>
              <a:defRPr sz="2002">
                <a:solidFill>
                  <a:schemeClr val="tx1"/>
                </a:solidFill>
              </a:defRPr>
            </a:lvl4pPr>
            <a:lvl5pPr marL="1143236" indent="-228647">
              <a:lnSpc>
                <a:spcPct val="100000"/>
              </a:lnSpc>
              <a:spcBef>
                <a:spcPts val="1003"/>
              </a:spcBef>
              <a:buClrTx/>
              <a:buSzPct val="75000"/>
              <a:buFont typeface="Wingdings" panose="05000000000000000000" pitchFamily="2" charset="2"/>
              <a:buChar char="§"/>
              <a:defRPr sz="2002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Arial 18pt bullet level 1</a:t>
            </a:r>
          </a:p>
          <a:p>
            <a:pPr lvl="1"/>
            <a:r>
              <a:rPr lang="en-US" dirty="0"/>
              <a:t>Arial 16pt bullet level 2</a:t>
            </a:r>
          </a:p>
          <a:p>
            <a:pPr lvl="2"/>
            <a:r>
              <a:rPr lang="en-US" dirty="0"/>
              <a:t>Arial 16pt bullet level 3</a:t>
            </a:r>
          </a:p>
          <a:p>
            <a:pPr lvl="3"/>
            <a:r>
              <a:rPr lang="en-US" dirty="0"/>
              <a:t>Arial 16pt bullet level 4</a:t>
            </a:r>
          </a:p>
          <a:p>
            <a:pPr lvl="4"/>
            <a:r>
              <a:rPr lang="en-US" dirty="0"/>
              <a:t>Arial 16pt bullet level 5</a:t>
            </a:r>
          </a:p>
          <a:p>
            <a:pPr lvl="0"/>
            <a:r>
              <a:rPr lang="en-US" dirty="0"/>
              <a:t>Arial 18pt bullet level 1</a:t>
            </a:r>
          </a:p>
          <a:p>
            <a:pPr lvl="1"/>
            <a:r>
              <a:rPr lang="en-US" dirty="0"/>
              <a:t>Arial 16pt bullet level 2</a:t>
            </a:r>
          </a:p>
          <a:p>
            <a:pPr lvl="2"/>
            <a:r>
              <a:rPr lang="en-US" dirty="0"/>
              <a:t>Arial 16pt bullet level 3</a:t>
            </a:r>
          </a:p>
          <a:p>
            <a:pPr lvl="3"/>
            <a:r>
              <a:rPr lang="en-US" dirty="0"/>
              <a:t>Arial 16pt bullet level 4</a:t>
            </a:r>
          </a:p>
          <a:p>
            <a:pPr lvl="4"/>
            <a:r>
              <a:rPr lang="en-US" dirty="0"/>
              <a:t>Arial 16pt bullet level 5</a:t>
            </a:r>
          </a:p>
        </p:txBody>
      </p:sp>
      <p:sp>
        <p:nvSpPr>
          <p:cNvPr id="57" name="Title 3">
            <a:extLst>
              <a:ext uri="{FF2B5EF4-FFF2-40B4-BE49-F238E27FC236}">
                <a16:creationId xmlns:a16="http://schemas.microsoft.com/office/drawing/2014/main" id="{7A9E8FF8-48AE-4B47-8CBF-17FB49CF53F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53031" y="1029251"/>
            <a:ext cx="11454980" cy="742950"/>
          </a:xfrm>
          <a:prstGeom prst="rect">
            <a:avLst/>
          </a:prstGeom>
        </p:spPr>
        <p:txBody>
          <a:bodyPr anchor="ctr"/>
          <a:lstStyle>
            <a:lvl1pPr>
              <a:defRPr sz="4000" b="1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Table of contents or Agenda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6A1CD0AD-A634-4EA6-AE67-C63B52CE7B06}"/>
              </a:ext>
            </a:extLst>
          </p:cNvPr>
          <p:cNvGrpSpPr/>
          <p:nvPr/>
        </p:nvGrpSpPr>
        <p:grpSpPr>
          <a:xfrm>
            <a:off x="0" y="325405"/>
            <a:ext cx="1562988" cy="1969776"/>
            <a:chOff x="-1" y="260324"/>
            <a:chExt cx="1250388" cy="1575820"/>
          </a:xfrm>
          <a:solidFill>
            <a:schemeClr val="accent1"/>
          </a:solidFill>
        </p:grpSpPr>
        <p:grpSp>
          <p:nvGrpSpPr>
            <p:cNvPr id="78" name="Group 77">
              <a:extLst>
                <a:ext uri="{FF2B5EF4-FFF2-40B4-BE49-F238E27FC236}">
                  <a16:creationId xmlns:a16="http://schemas.microsoft.com/office/drawing/2014/main" id="{B2E777F5-EFF3-457A-8259-AC8F3FAFC249}"/>
                </a:ext>
              </a:extLst>
            </p:cNvPr>
            <p:cNvGrpSpPr/>
            <p:nvPr/>
          </p:nvGrpSpPr>
          <p:grpSpPr>
            <a:xfrm>
              <a:off x="686264" y="1652391"/>
              <a:ext cx="564123" cy="183753"/>
              <a:chOff x="876236" y="5534957"/>
              <a:chExt cx="1674271" cy="545364"/>
            </a:xfrm>
            <a:grpFill/>
          </p:grpSpPr>
          <p:sp>
            <p:nvSpPr>
              <p:cNvPr id="96" name="Rectangle 95">
                <a:extLst>
                  <a:ext uri="{FF2B5EF4-FFF2-40B4-BE49-F238E27FC236}">
                    <a16:creationId xmlns:a16="http://schemas.microsoft.com/office/drawing/2014/main" id="{B117E7E6-D510-412B-8045-21F2179CDBFD}"/>
                  </a:ext>
                </a:extLst>
              </p:cNvPr>
              <p:cNvSpPr/>
              <p:nvPr/>
            </p:nvSpPr>
            <p:spPr>
              <a:xfrm>
                <a:off x="1154393" y="5534957"/>
                <a:ext cx="1117582" cy="545364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l"/>
                <a:endParaRPr lang="en-US" sz="2002" dirty="0"/>
              </a:p>
            </p:txBody>
          </p:sp>
          <p:sp>
            <p:nvSpPr>
              <p:cNvPr id="97" name="Oval 96">
                <a:extLst>
                  <a:ext uri="{FF2B5EF4-FFF2-40B4-BE49-F238E27FC236}">
                    <a16:creationId xmlns:a16="http://schemas.microsoft.com/office/drawing/2014/main" id="{79A544B5-B37E-40F9-A3D1-E4A00DF6E89F}"/>
                  </a:ext>
                </a:extLst>
              </p:cNvPr>
              <p:cNvSpPr/>
              <p:nvPr/>
            </p:nvSpPr>
            <p:spPr>
              <a:xfrm>
                <a:off x="2005143" y="5534957"/>
                <a:ext cx="545364" cy="545364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l"/>
                <a:endParaRPr lang="en-US" sz="2002" dirty="0"/>
              </a:p>
            </p:txBody>
          </p:sp>
          <p:sp>
            <p:nvSpPr>
              <p:cNvPr id="98" name="Oval 97">
                <a:extLst>
                  <a:ext uri="{FF2B5EF4-FFF2-40B4-BE49-F238E27FC236}">
                    <a16:creationId xmlns:a16="http://schemas.microsoft.com/office/drawing/2014/main" id="{EF1038BB-A4E9-41A9-B2F4-23E7F5CD6621}"/>
                  </a:ext>
                </a:extLst>
              </p:cNvPr>
              <p:cNvSpPr/>
              <p:nvPr/>
            </p:nvSpPr>
            <p:spPr>
              <a:xfrm>
                <a:off x="876236" y="5534957"/>
                <a:ext cx="545364" cy="545364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l"/>
                <a:endParaRPr lang="en-US" sz="2002" dirty="0"/>
              </a:p>
            </p:txBody>
          </p:sp>
        </p:grpSp>
        <p:grpSp>
          <p:nvGrpSpPr>
            <p:cNvPr id="79" name="Group 78">
              <a:extLst>
                <a:ext uri="{FF2B5EF4-FFF2-40B4-BE49-F238E27FC236}">
                  <a16:creationId xmlns:a16="http://schemas.microsoft.com/office/drawing/2014/main" id="{029BE464-4CCF-4D58-8077-7337778D29CA}"/>
                </a:ext>
              </a:extLst>
            </p:cNvPr>
            <p:cNvGrpSpPr/>
            <p:nvPr/>
          </p:nvGrpSpPr>
          <p:grpSpPr>
            <a:xfrm>
              <a:off x="864211" y="1304375"/>
              <a:ext cx="386176" cy="183753"/>
              <a:chOff x="1404367" y="4502072"/>
              <a:chExt cx="1146140" cy="545364"/>
            </a:xfrm>
            <a:grpFill/>
          </p:grpSpPr>
          <p:sp>
            <p:nvSpPr>
              <p:cNvPr id="93" name="Rectangle 92">
                <a:extLst>
                  <a:ext uri="{FF2B5EF4-FFF2-40B4-BE49-F238E27FC236}">
                    <a16:creationId xmlns:a16="http://schemas.microsoft.com/office/drawing/2014/main" id="{D0DC8CC7-4C81-439E-B602-330616AC3184}"/>
                  </a:ext>
                </a:extLst>
              </p:cNvPr>
              <p:cNvSpPr/>
              <p:nvPr/>
            </p:nvSpPr>
            <p:spPr>
              <a:xfrm>
                <a:off x="1682197" y="4502072"/>
                <a:ext cx="589775" cy="545364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l"/>
                <a:endParaRPr lang="en-US" sz="2002" dirty="0"/>
              </a:p>
            </p:txBody>
          </p:sp>
          <p:sp>
            <p:nvSpPr>
              <p:cNvPr id="94" name="Oval 93">
                <a:extLst>
                  <a:ext uri="{FF2B5EF4-FFF2-40B4-BE49-F238E27FC236}">
                    <a16:creationId xmlns:a16="http://schemas.microsoft.com/office/drawing/2014/main" id="{ECB59EFB-5B99-4637-9821-186308CA811D}"/>
                  </a:ext>
                </a:extLst>
              </p:cNvPr>
              <p:cNvSpPr/>
              <p:nvPr/>
            </p:nvSpPr>
            <p:spPr>
              <a:xfrm>
                <a:off x="2005143" y="4502072"/>
                <a:ext cx="545364" cy="545364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l"/>
                <a:endParaRPr lang="en-US" sz="2002" dirty="0"/>
              </a:p>
            </p:txBody>
          </p:sp>
          <p:sp>
            <p:nvSpPr>
              <p:cNvPr id="95" name="Oval 94">
                <a:extLst>
                  <a:ext uri="{FF2B5EF4-FFF2-40B4-BE49-F238E27FC236}">
                    <a16:creationId xmlns:a16="http://schemas.microsoft.com/office/drawing/2014/main" id="{7060CC02-8F6C-45AF-9DBE-33B4EAA77FAE}"/>
                  </a:ext>
                </a:extLst>
              </p:cNvPr>
              <p:cNvSpPr/>
              <p:nvPr/>
            </p:nvSpPr>
            <p:spPr>
              <a:xfrm>
                <a:off x="1404367" y="4502072"/>
                <a:ext cx="545364" cy="545364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l"/>
                <a:endParaRPr lang="en-US" sz="2002" dirty="0"/>
              </a:p>
            </p:txBody>
          </p:sp>
        </p:grpSp>
        <p:grpSp>
          <p:nvGrpSpPr>
            <p:cNvPr id="80" name="Group 79">
              <a:extLst>
                <a:ext uri="{FF2B5EF4-FFF2-40B4-BE49-F238E27FC236}">
                  <a16:creationId xmlns:a16="http://schemas.microsoft.com/office/drawing/2014/main" id="{EDBE8CF3-142D-438A-880B-7423D1E442C5}"/>
                </a:ext>
              </a:extLst>
            </p:cNvPr>
            <p:cNvGrpSpPr/>
            <p:nvPr/>
          </p:nvGrpSpPr>
          <p:grpSpPr>
            <a:xfrm>
              <a:off x="917753" y="956358"/>
              <a:ext cx="332634" cy="183753"/>
              <a:chOff x="1560101" y="3469185"/>
              <a:chExt cx="987231" cy="545364"/>
            </a:xfrm>
            <a:grpFill/>
          </p:grpSpPr>
          <p:sp>
            <p:nvSpPr>
              <p:cNvPr id="90" name="Oval 89">
                <a:extLst>
                  <a:ext uri="{FF2B5EF4-FFF2-40B4-BE49-F238E27FC236}">
                    <a16:creationId xmlns:a16="http://schemas.microsoft.com/office/drawing/2014/main" id="{61D9E7AA-5FDE-45C3-B7AC-F8C06B142069}"/>
                  </a:ext>
                </a:extLst>
              </p:cNvPr>
              <p:cNvSpPr/>
              <p:nvPr/>
            </p:nvSpPr>
            <p:spPr>
              <a:xfrm>
                <a:off x="1560101" y="3469185"/>
                <a:ext cx="545364" cy="545364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l"/>
                <a:endParaRPr lang="en-US" sz="2002" dirty="0"/>
              </a:p>
            </p:txBody>
          </p:sp>
          <p:sp>
            <p:nvSpPr>
              <p:cNvPr id="91" name="Rectangle 90">
                <a:extLst>
                  <a:ext uri="{FF2B5EF4-FFF2-40B4-BE49-F238E27FC236}">
                    <a16:creationId xmlns:a16="http://schemas.microsoft.com/office/drawing/2014/main" id="{13502E5E-1590-4501-977E-A406C72F35D0}"/>
                  </a:ext>
                </a:extLst>
              </p:cNvPr>
              <p:cNvSpPr/>
              <p:nvPr/>
            </p:nvSpPr>
            <p:spPr>
              <a:xfrm>
                <a:off x="1825936" y="3469185"/>
                <a:ext cx="446037" cy="545364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l"/>
                <a:endParaRPr lang="en-US" sz="2002" dirty="0"/>
              </a:p>
            </p:txBody>
          </p:sp>
          <p:sp>
            <p:nvSpPr>
              <p:cNvPr id="92" name="Oval 91">
                <a:extLst>
                  <a:ext uri="{FF2B5EF4-FFF2-40B4-BE49-F238E27FC236}">
                    <a16:creationId xmlns:a16="http://schemas.microsoft.com/office/drawing/2014/main" id="{9849375F-4430-4BAF-8CD8-BABE2895B0CD}"/>
                  </a:ext>
                </a:extLst>
              </p:cNvPr>
              <p:cNvSpPr/>
              <p:nvPr/>
            </p:nvSpPr>
            <p:spPr>
              <a:xfrm>
                <a:off x="2001968" y="3469185"/>
                <a:ext cx="545364" cy="545364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l"/>
                <a:endParaRPr lang="en-US" sz="2002" dirty="0"/>
              </a:p>
            </p:txBody>
          </p:sp>
        </p:grpSp>
        <p:grpSp>
          <p:nvGrpSpPr>
            <p:cNvPr id="81" name="Group 80">
              <a:extLst>
                <a:ext uri="{FF2B5EF4-FFF2-40B4-BE49-F238E27FC236}">
                  <a16:creationId xmlns:a16="http://schemas.microsoft.com/office/drawing/2014/main" id="{7C368109-07EC-4B00-B53E-7AA055EEDBEE}"/>
                </a:ext>
              </a:extLst>
            </p:cNvPr>
            <p:cNvGrpSpPr/>
            <p:nvPr/>
          </p:nvGrpSpPr>
          <p:grpSpPr>
            <a:xfrm>
              <a:off x="868078" y="608341"/>
              <a:ext cx="382309" cy="183753"/>
              <a:chOff x="1415887" y="2436300"/>
              <a:chExt cx="1134663" cy="545364"/>
            </a:xfrm>
            <a:grpFill/>
          </p:grpSpPr>
          <p:sp>
            <p:nvSpPr>
              <p:cNvPr id="87" name="Oval 86">
                <a:extLst>
                  <a:ext uri="{FF2B5EF4-FFF2-40B4-BE49-F238E27FC236}">
                    <a16:creationId xmlns:a16="http://schemas.microsoft.com/office/drawing/2014/main" id="{458E032A-AC8B-4235-848E-250F4190B814}"/>
                  </a:ext>
                </a:extLst>
              </p:cNvPr>
              <p:cNvSpPr/>
              <p:nvPr/>
            </p:nvSpPr>
            <p:spPr>
              <a:xfrm>
                <a:off x="2005186" y="2436300"/>
                <a:ext cx="545364" cy="545364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l"/>
                <a:endParaRPr lang="en-US" sz="2002" dirty="0"/>
              </a:p>
            </p:txBody>
          </p:sp>
          <p:sp>
            <p:nvSpPr>
              <p:cNvPr id="88" name="Oval 87">
                <a:extLst>
                  <a:ext uri="{FF2B5EF4-FFF2-40B4-BE49-F238E27FC236}">
                    <a16:creationId xmlns:a16="http://schemas.microsoft.com/office/drawing/2014/main" id="{6E7F926D-F5AA-4D9E-9C81-33784AC45D52}"/>
                  </a:ext>
                </a:extLst>
              </p:cNvPr>
              <p:cNvSpPr/>
              <p:nvPr/>
            </p:nvSpPr>
            <p:spPr>
              <a:xfrm>
                <a:off x="1415887" y="2436300"/>
                <a:ext cx="545364" cy="545364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l"/>
                <a:endParaRPr lang="en-US" sz="2002" dirty="0"/>
              </a:p>
            </p:txBody>
          </p:sp>
          <p:sp>
            <p:nvSpPr>
              <p:cNvPr id="89" name="Rectangle 88">
                <a:extLst>
                  <a:ext uri="{FF2B5EF4-FFF2-40B4-BE49-F238E27FC236}">
                    <a16:creationId xmlns:a16="http://schemas.microsoft.com/office/drawing/2014/main" id="{C1912F97-C2EB-4275-9791-4E9C64D9ACD9}"/>
                  </a:ext>
                </a:extLst>
              </p:cNvPr>
              <p:cNvSpPr/>
              <p:nvPr/>
            </p:nvSpPr>
            <p:spPr>
              <a:xfrm>
                <a:off x="1682240" y="2436300"/>
                <a:ext cx="589731" cy="545364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l"/>
                <a:endParaRPr lang="en-US" sz="2002" dirty="0"/>
              </a:p>
            </p:txBody>
          </p:sp>
        </p:grpSp>
        <p:grpSp>
          <p:nvGrpSpPr>
            <p:cNvPr id="82" name="Group 81">
              <a:extLst>
                <a:ext uri="{FF2B5EF4-FFF2-40B4-BE49-F238E27FC236}">
                  <a16:creationId xmlns:a16="http://schemas.microsoft.com/office/drawing/2014/main" id="{C16323A1-198A-411C-8014-263092240122}"/>
                </a:ext>
              </a:extLst>
            </p:cNvPr>
            <p:cNvGrpSpPr/>
            <p:nvPr/>
          </p:nvGrpSpPr>
          <p:grpSpPr>
            <a:xfrm>
              <a:off x="693506" y="260324"/>
              <a:ext cx="556881" cy="183753"/>
              <a:chOff x="898206" y="1403413"/>
              <a:chExt cx="1652778" cy="545364"/>
            </a:xfrm>
            <a:grpFill/>
          </p:grpSpPr>
          <p:sp>
            <p:nvSpPr>
              <p:cNvPr id="84" name="Oval 83">
                <a:extLst>
                  <a:ext uri="{FF2B5EF4-FFF2-40B4-BE49-F238E27FC236}">
                    <a16:creationId xmlns:a16="http://schemas.microsoft.com/office/drawing/2014/main" id="{EBCE0676-4E25-4F10-A07B-A47F92C7CF81}"/>
                  </a:ext>
                </a:extLst>
              </p:cNvPr>
              <p:cNvSpPr/>
              <p:nvPr/>
            </p:nvSpPr>
            <p:spPr>
              <a:xfrm>
                <a:off x="2005620" y="1403413"/>
                <a:ext cx="545364" cy="545364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l"/>
                <a:endParaRPr lang="en-US" sz="2002" dirty="0"/>
              </a:p>
            </p:txBody>
          </p:sp>
          <p:sp>
            <p:nvSpPr>
              <p:cNvPr id="85" name="Oval 84">
                <a:extLst>
                  <a:ext uri="{FF2B5EF4-FFF2-40B4-BE49-F238E27FC236}">
                    <a16:creationId xmlns:a16="http://schemas.microsoft.com/office/drawing/2014/main" id="{54E9DB86-0937-4D11-B319-669FF994439C}"/>
                  </a:ext>
                </a:extLst>
              </p:cNvPr>
              <p:cNvSpPr/>
              <p:nvPr/>
            </p:nvSpPr>
            <p:spPr>
              <a:xfrm>
                <a:off x="898206" y="1403413"/>
                <a:ext cx="545364" cy="545364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l"/>
                <a:endParaRPr lang="en-US" sz="2002" dirty="0"/>
              </a:p>
            </p:txBody>
          </p:sp>
          <p:sp>
            <p:nvSpPr>
              <p:cNvPr id="86" name="Rectangle 85">
                <a:extLst>
                  <a:ext uri="{FF2B5EF4-FFF2-40B4-BE49-F238E27FC236}">
                    <a16:creationId xmlns:a16="http://schemas.microsoft.com/office/drawing/2014/main" id="{3D6AB82A-C88A-4E42-B5CF-C687B3371284}"/>
                  </a:ext>
                </a:extLst>
              </p:cNvPr>
              <p:cNvSpPr/>
              <p:nvPr/>
            </p:nvSpPr>
            <p:spPr>
              <a:xfrm>
                <a:off x="1164538" y="1403413"/>
                <a:ext cx="1117581" cy="545364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l"/>
                <a:endParaRPr lang="en-US" sz="2002" dirty="0"/>
              </a:p>
            </p:txBody>
          </p:sp>
        </p:grp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754DFB64-FFE8-4762-8BD2-6D5B67A56394}"/>
                </a:ext>
              </a:extLst>
            </p:cNvPr>
            <p:cNvSpPr/>
            <p:nvPr/>
          </p:nvSpPr>
          <p:spPr>
            <a:xfrm>
              <a:off x="0" y="260324"/>
              <a:ext cx="550424" cy="183006"/>
            </a:xfrm>
            <a:custGeom>
              <a:avLst/>
              <a:gdLst>
                <a:gd name="connsiteX0" fmla="*/ 0 w 550424"/>
                <a:gd name="connsiteY0" fmla="*/ 0 h 183006"/>
                <a:gd name="connsiteX1" fmla="*/ 456956 w 550424"/>
                <a:gd name="connsiteY1" fmla="*/ 0 h 183006"/>
                <a:gd name="connsiteX2" fmla="*/ 456956 w 550424"/>
                <a:gd name="connsiteY2" fmla="*/ 397 h 183006"/>
                <a:gd name="connsiteX3" fmla="*/ 458921 w 550424"/>
                <a:gd name="connsiteY3" fmla="*/ 0 h 183006"/>
                <a:gd name="connsiteX4" fmla="*/ 550424 w 550424"/>
                <a:gd name="connsiteY4" fmla="*/ 91503 h 183006"/>
                <a:gd name="connsiteX5" fmla="*/ 458921 w 550424"/>
                <a:gd name="connsiteY5" fmla="*/ 183006 h 183006"/>
                <a:gd name="connsiteX6" fmla="*/ 456956 w 550424"/>
                <a:gd name="connsiteY6" fmla="*/ 182609 h 183006"/>
                <a:gd name="connsiteX7" fmla="*/ 456956 w 550424"/>
                <a:gd name="connsiteY7" fmla="*/ 183006 h 183006"/>
                <a:gd name="connsiteX8" fmla="*/ 0 w 550424"/>
                <a:gd name="connsiteY8" fmla="*/ 183006 h 183006"/>
                <a:gd name="connsiteX9" fmla="*/ 0 w 550424"/>
                <a:gd name="connsiteY9" fmla="*/ 0 h 183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50424" h="183006">
                  <a:moveTo>
                    <a:pt x="0" y="0"/>
                  </a:moveTo>
                  <a:lnTo>
                    <a:pt x="456956" y="0"/>
                  </a:lnTo>
                  <a:lnTo>
                    <a:pt x="456956" y="397"/>
                  </a:lnTo>
                  <a:lnTo>
                    <a:pt x="458921" y="0"/>
                  </a:lnTo>
                  <a:cubicBezTo>
                    <a:pt x="509457" y="0"/>
                    <a:pt x="550424" y="40967"/>
                    <a:pt x="550424" y="91503"/>
                  </a:cubicBezTo>
                  <a:cubicBezTo>
                    <a:pt x="550424" y="142039"/>
                    <a:pt x="509457" y="183006"/>
                    <a:pt x="458921" y="183006"/>
                  </a:cubicBezTo>
                  <a:lnTo>
                    <a:pt x="456956" y="182609"/>
                  </a:lnTo>
                  <a:lnTo>
                    <a:pt x="456956" y="183006"/>
                  </a:lnTo>
                  <a:lnTo>
                    <a:pt x="0" y="183006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l"/>
              <a:endParaRPr lang="en-US" sz="2002" dirty="0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82D6BF1B-7B4E-4715-B3AA-0137D5565B61}"/>
                </a:ext>
              </a:extLst>
            </p:cNvPr>
            <p:cNvSpPr/>
            <p:nvPr/>
          </p:nvSpPr>
          <p:spPr>
            <a:xfrm>
              <a:off x="-1" y="608341"/>
              <a:ext cx="733596" cy="182880"/>
            </a:xfrm>
            <a:custGeom>
              <a:avLst/>
              <a:gdLst>
                <a:gd name="connsiteX0" fmla="*/ 0 w 733596"/>
                <a:gd name="connsiteY0" fmla="*/ 0 h 182880"/>
                <a:gd name="connsiteX1" fmla="*/ 642156 w 733596"/>
                <a:gd name="connsiteY1" fmla="*/ 0 h 182880"/>
                <a:gd name="connsiteX2" fmla="*/ 733596 w 733596"/>
                <a:gd name="connsiteY2" fmla="*/ 91440 h 182880"/>
                <a:gd name="connsiteX3" fmla="*/ 642156 w 733596"/>
                <a:gd name="connsiteY3" fmla="*/ 182880 h 182880"/>
                <a:gd name="connsiteX4" fmla="*/ 0 w 733596"/>
                <a:gd name="connsiteY4" fmla="*/ 182880 h 182880"/>
                <a:gd name="connsiteX5" fmla="*/ 0 w 733596"/>
                <a:gd name="connsiteY5" fmla="*/ 0 h 1828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3596" h="182880">
                  <a:moveTo>
                    <a:pt x="0" y="0"/>
                  </a:moveTo>
                  <a:lnTo>
                    <a:pt x="642156" y="0"/>
                  </a:lnTo>
                  <a:cubicBezTo>
                    <a:pt x="692657" y="0"/>
                    <a:pt x="733596" y="40939"/>
                    <a:pt x="733596" y="91440"/>
                  </a:cubicBezTo>
                  <a:cubicBezTo>
                    <a:pt x="733596" y="141941"/>
                    <a:pt x="692657" y="182880"/>
                    <a:pt x="642156" y="182880"/>
                  </a:cubicBezTo>
                  <a:lnTo>
                    <a:pt x="0" y="18288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l"/>
              <a:endParaRPr lang="en-US" sz="2002" dirty="0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DFFECD78-AD3E-430A-825C-361F3F0A6DF1}"/>
                </a:ext>
              </a:extLst>
            </p:cNvPr>
            <p:cNvSpPr/>
            <p:nvPr/>
          </p:nvSpPr>
          <p:spPr>
            <a:xfrm>
              <a:off x="0" y="952508"/>
              <a:ext cx="786403" cy="183006"/>
            </a:xfrm>
            <a:custGeom>
              <a:avLst/>
              <a:gdLst>
                <a:gd name="connsiteX0" fmla="*/ 0 w 786403"/>
                <a:gd name="connsiteY0" fmla="*/ 0 h 183006"/>
                <a:gd name="connsiteX1" fmla="*/ 692936 w 786403"/>
                <a:gd name="connsiteY1" fmla="*/ 0 h 183006"/>
                <a:gd name="connsiteX2" fmla="*/ 692936 w 786403"/>
                <a:gd name="connsiteY2" fmla="*/ 397 h 183006"/>
                <a:gd name="connsiteX3" fmla="*/ 694900 w 786403"/>
                <a:gd name="connsiteY3" fmla="*/ 0 h 183006"/>
                <a:gd name="connsiteX4" fmla="*/ 786403 w 786403"/>
                <a:gd name="connsiteY4" fmla="*/ 91503 h 183006"/>
                <a:gd name="connsiteX5" fmla="*/ 694900 w 786403"/>
                <a:gd name="connsiteY5" fmla="*/ 183006 h 183006"/>
                <a:gd name="connsiteX6" fmla="*/ 692936 w 786403"/>
                <a:gd name="connsiteY6" fmla="*/ 182610 h 183006"/>
                <a:gd name="connsiteX7" fmla="*/ 692936 w 786403"/>
                <a:gd name="connsiteY7" fmla="*/ 183006 h 183006"/>
                <a:gd name="connsiteX8" fmla="*/ 0 w 786403"/>
                <a:gd name="connsiteY8" fmla="*/ 183006 h 183006"/>
                <a:gd name="connsiteX9" fmla="*/ 0 w 786403"/>
                <a:gd name="connsiteY9" fmla="*/ 0 h 183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86403" h="183006">
                  <a:moveTo>
                    <a:pt x="0" y="0"/>
                  </a:moveTo>
                  <a:lnTo>
                    <a:pt x="692936" y="0"/>
                  </a:lnTo>
                  <a:lnTo>
                    <a:pt x="692936" y="397"/>
                  </a:lnTo>
                  <a:lnTo>
                    <a:pt x="694900" y="0"/>
                  </a:lnTo>
                  <a:cubicBezTo>
                    <a:pt x="745436" y="0"/>
                    <a:pt x="786403" y="40967"/>
                    <a:pt x="786403" y="91503"/>
                  </a:cubicBezTo>
                  <a:cubicBezTo>
                    <a:pt x="786403" y="142039"/>
                    <a:pt x="745436" y="183006"/>
                    <a:pt x="694900" y="183006"/>
                  </a:cubicBezTo>
                  <a:lnTo>
                    <a:pt x="692936" y="182610"/>
                  </a:lnTo>
                  <a:lnTo>
                    <a:pt x="692936" y="183006"/>
                  </a:lnTo>
                  <a:lnTo>
                    <a:pt x="0" y="183006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l"/>
              <a:endParaRPr lang="en-US" sz="2002" dirty="0"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01864E2F-2224-4B8D-A54C-010E70A5006D}"/>
                </a:ext>
              </a:extLst>
            </p:cNvPr>
            <p:cNvSpPr/>
            <p:nvPr/>
          </p:nvSpPr>
          <p:spPr>
            <a:xfrm>
              <a:off x="-1" y="1304902"/>
              <a:ext cx="733596" cy="182880"/>
            </a:xfrm>
            <a:custGeom>
              <a:avLst/>
              <a:gdLst>
                <a:gd name="connsiteX0" fmla="*/ 0 w 733596"/>
                <a:gd name="connsiteY0" fmla="*/ 0 h 182880"/>
                <a:gd name="connsiteX1" fmla="*/ 642156 w 733596"/>
                <a:gd name="connsiteY1" fmla="*/ 0 h 182880"/>
                <a:gd name="connsiteX2" fmla="*/ 733596 w 733596"/>
                <a:gd name="connsiteY2" fmla="*/ 91440 h 182880"/>
                <a:gd name="connsiteX3" fmla="*/ 642156 w 733596"/>
                <a:gd name="connsiteY3" fmla="*/ 182880 h 182880"/>
                <a:gd name="connsiteX4" fmla="*/ 0 w 733596"/>
                <a:gd name="connsiteY4" fmla="*/ 182880 h 182880"/>
                <a:gd name="connsiteX5" fmla="*/ 0 w 733596"/>
                <a:gd name="connsiteY5" fmla="*/ 0 h 1828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3596" h="182880">
                  <a:moveTo>
                    <a:pt x="0" y="0"/>
                  </a:moveTo>
                  <a:lnTo>
                    <a:pt x="642156" y="0"/>
                  </a:lnTo>
                  <a:cubicBezTo>
                    <a:pt x="692657" y="0"/>
                    <a:pt x="733596" y="40939"/>
                    <a:pt x="733596" y="91440"/>
                  </a:cubicBezTo>
                  <a:cubicBezTo>
                    <a:pt x="733596" y="141941"/>
                    <a:pt x="692657" y="182880"/>
                    <a:pt x="642156" y="182880"/>
                  </a:cubicBezTo>
                  <a:lnTo>
                    <a:pt x="0" y="18288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l"/>
              <a:endParaRPr lang="en-US" sz="2002" dirty="0"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8652EA3D-B91A-4960-BC33-8380D943F8F9}"/>
                </a:ext>
              </a:extLst>
            </p:cNvPr>
            <p:cNvSpPr/>
            <p:nvPr/>
          </p:nvSpPr>
          <p:spPr>
            <a:xfrm>
              <a:off x="0" y="1649603"/>
              <a:ext cx="550424" cy="183006"/>
            </a:xfrm>
            <a:custGeom>
              <a:avLst/>
              <a:gdLst>
                <a:gd name="connsiteX0" fmla="*/ 0 w 550424"/>
                <a:gd name="connsiteY0" fmla="*/ 0 h 183006"/>
                <a:gd name="connsiteX1" fmla="*/ 456956 w 550424"/>
                <a:gd name="connsiteY1" fmla="*/ 0 h 183006"/>
                <a:gd name="connsiteX2" fmla="*/ 456956 w 550424"/>
                <a:gd name="connsiteY2" fmla="*/ 397 h 183006"/>
                <a:gd name="connsiteX3" fmla="*/ 458921 w 550424"/>
                <a:gd name="connsiteY3" fmla="*/ 0 h 183006"/>
                <a:gd name="connsiteX4" fmla="*/ 550424 w 550424"/>
                <a:gd name="connsiteY4" fmla="*/ 91503 h 183006"/>
                <a:gd name="connsiteX5" fmla="*/ 458921 w 550424"/>
                <a:gd name="connsiteY5" fmla="*/ 183006 h 183006"/>
                <a:gd name="connsiteX6" fmla="*/ 456956 w 550424"/>
                <a:gd name="connsiteY6" fmla="*/ 182609 h 183006"/>
                <a:gd name="connsiteX7" fmla="*/ 456956 w 550424"/>
                <a:gd name="connsiteY7" fmla="*/ 183006 h 183006"/>
                <a:gd name="connsiteX8" fmla="*/ 0 w 550424"/>
                <a:gd name="connsiteY8" fmla="*/ 183006 h 183006"/>
                <a:gd name="connsiteX9" fmla="*/ 0 w 550424"/>
                <a:gd name="connsiteY9" fmla="*/ 0 h 183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50424" h="183006">
                  <a:moveTo>
                    <a:pt x="0" y="0"/>
                  </a:moveTo>
                  <a:lnTo>
                    <a:pt x="456956" y="0"/>
                  </a:lnTo>
                  <a:lnTo>
                    <a:pt x="456956" y="397"/>
                  </a:lnTo>
                  <a:lnTo>
                    <a:pt x="458921" y="0"/>
                  </a:lnTo>
                  <a:cubicBezTo>
                    <a:pt x="509457" y="0"/>
                    <a:pt x="550424" y="40967"/>
                    <a:pt x="550424" y="91503"/>
                  </a:cubicBezTo>
                  <a:cubicBezTo>
                    <a:pt x="550424" y="142039"/>
                    <a:pt x="509457" y="183006"/>
                    <a:pt x="458921" y="183006"/>
                  </a:cubicBezTo>
                  <a:lnTo>
                    <a:pt x="456956" y="182609"/>
                  </a:lnTo>
                  <a:lnTo>
                    <a:pt x="456956" y="183006"/>
                  </a:lnTo>
                  <a:lnTo>
                    <a:pt x="0" y="183006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l"/>
              <a:endParaRPr lang="en-US" sz="2002" dirty="0"/>
            </a:p>
          </p:txBody>
        </p:sp>
      </p:grpSp>
      <p:sp>
        <p:nvSpPr>
          <p:cNvPr id="56" name="Slide Number Placeholder 5">
            <a:extLst>
              <a:ext uri="{FF2B5EF4-FFF2-40B4-BE49-F238E27FC236}">
                <a16:creationId xmlns:a16="http://schemas.microsoft.com/office/drawing/2014/main" id="{030699F5-6B57-4BC7-B774-B8F85B96214D}"/>
              </a:ext>
            </a:extLst>
          </p:cNvPr>
          <p:cNvSpPr txBox="1">
            <a:spLocks/>
          </p:cNvSpPr>
          <p:nvPr/>
        </p:nvSpPr>
        <p:spPr bwMode="white">
          <a:xfrm>
            <a:off x="14654077" y="8180935"/>
            <a:ext cx="441359" cy="22225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C5C7A9E-C6A9-4A9D-A8BC-E29E91AD59EE}" type="slidenum">
              <a:rPr lang="en-US" sz="1003" b="0" smtClean="0">
                <a:solidFill>
                  <a:srgbClr val="959CA0"/>
                </a:solidFill>
              </a:rPr>
              <a:t>‹#›</a:t>
            </a:fld>
            <a:endParaRPr lang="en-US" sz="1003" b="0" dirty="0">
              <a:solidFill>
                <a:srgbClr val="959CA0"/>
              </a:solidFill>
            </a:endParaRPr>
          </a:p>
        </p:txBody>
      </p:sp>
      <p:sp>
        <p:nvSpPr>
          <p:cNvPr id="34" name="Content Placeholder 2">
            <a:extLst>
              <a:ext uri="{FF2B5EF4-FFF2-40B4-BE49-F238E27FC236}">
                <a16:creationId xmlns:a16="http://schemas.microsoft.com/office/drawing/2014/main" id="{A38DDCEC-B402-6B40-82F9-F72F5C447EC7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8349408" y="1952369"/>
            <a:ext cx="5558599" cy="5890781"/>
          </a:xfrm>
          <a:prstGeom prst="rect">
            <a:avLst/>
          </a:prstGeom>
        </p:spPr>
        <p:txBody>
          <a:bodyPr/>
          <a:lstStyle>
            <a:lvl1pPr marL="228647" indent="-228647">
              <a:lnSpc>
                <a:spcPct val="100000"/>
              </a:lnSpc>
              <a:spcBef>
                <a:spcPts val="2502"/>
              </a:spcBef>
              <a:buClr>
                <a:schemeClr val="accent1"/>
              </a:buClr>
              <a:buFont typeface="System Font Regular"/>
              <a:buChar char="+"/>
              <a:defRPr sz="2252">
                <a:solidFill>
                  <a:schemeClr val="tx1"/>
                </a:solidFill>
              </a:defRPr>
            </a:lvl1pPr>
            <a:lvl2pPr marL="457295" indent="-228647">
              <a:lnSpc>
                <a:spcPct val="100000"/>
              </a:lnSpc>
              <a:spcBef>
                <a:spcPts val="1003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2">
                <a:solidFill>
                  <a:schemeClr val="tx1"/>
                </a:solidFill>
              </a:defRPr>
            </a:lvl2pPr>
            <a:lvl3pPr marL="685941" indent="-228647">
              <a:lnSpc>
                <a:spcPct val="100000"/>
              </a:lnSpc>
              <a:spcBef>
                <a:spcPts val="1003"/>
              </a:spcBef>
              <a:buClrTx/>
              <a:buFont typeface="Arial" panose="020B0604020202020204" pitchFamily="34" charset="0"/>
              <a:buChar char="›"/>
              <a:defRPr sz="2002">
                <a:solidFill>
                  <a:schemeClr val="tx1"/>
                </a:solidFill>
              </a:defRPr>
            </a:lvl3pPr>
            <a:lvl4pPr marL="914584" indent="-228647">
              <a:lnSpc>
                <a:spcPct val="100000"/>
              </a:lnSpc>
              <a:spcBef>
                <a:spcPts val="1003"/>
              </a:spcBef>
              <a:buClrTx/>
              <a:buFont typeface="Arial" panose="020B0604020202020204" pitchFamily="34" charset="0"/>
              <a:buChar char="»"/>
              <a:defRPr sz="2002">
                <a:solidFill>
                  <a:schemeClr val="tx1"/>
                </a:solidFill>
              </a:defRPr>
            </a:lvl4pPr>
            <a:lvl5pPr marL="1143236" indent="-228647">
              <a:lnSpc>
                <a:spcPct val="100000"/>
              </a:lnSpc>
              <a:spcBef>
                <a:spcPts val="1003"/>
              </a:spcBef>
              <a:buClrTx/>
              <a:buSzPct val="75000"/>
              <a:buFont typeface="Wingdings" panose="05000000000000000000" pitchFamily="2" charset="2"/>
              <a:buChar char="§"/>
              <a:defRPr sz="2002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Arial 18pt bullet level 1</a:t>
            </a:r>
          </a:p>
          <a:p>
            <a:pPr lvl="1"/>
            <a:r>
              <a:rPr lang="en-US" dirty="0"/>
              <a:t>Arial 16pt bullet level 2</a:t>
            </a:r>
          </a:p>
          <a:p>
            <a:pPr lvl="2"/>
            <a:r>
              <a:rPr lang="en-US" dirty="0"/>
              <a:t>Arial 16pt bullet level 3</a:t>
            </a:r>
          </a:p>
          <a:p>
            <a:pPr lvl="3"/>
            <a:r>
              <a:rPr lang="en-US" dirty="0"/>
              <a:t>Arial 16pt bullet level 4</a:t>
            </a:r>
          </a:p>
          <a:p>
            <a:pPr lvl="4"/>
            <a:r>
              <a:rPr lang="en-US" dirty="0"/>
              <a:t>Arial 16pt bullet level 5</a:t>
            </a:r>
          </a:p>
          <a:p>
            <a:pPr lvl="0"/>
            <a:r>
              <a:rPr lang="en-US" dirty="0"/>
              <a:t>Arial 18pt bullet level 1</a:t>
            </a:r>
          </a:p>
          <a:p>
            <a:pPr lvl="1"/>
            <a:r>
              <a:rPr lang="en-US" dirty="0"/>
              <a:t>Arial 16pt bullet level 2</a:t>
            </a:r>
          </a:p>
          <a:p>
            <a:pPr lvl="2"/>
            <a:r>
              <a:rPr lang="en-US" dirty="0"/>
              <a:t>Arial 16pt bullet level 3</a:t>
            </a:r>
          </a:p>
          <a:p>
            <a:pPr lvl="3"/>
            <a:r>
              <a:rPr lang="en-US" dirty="0"/>
              <a:t>Arial 16pt bullet level 4</a:t>
            </a:r>
          </a:p>
          <a:p>
            <a:pPr lvl="4"/>
            <a:r>
              <a:rPr lang="en-US" dirty="0"/>
              <a:t>Arial 16pt bullet level 5</a:t>
            </a:r>
          </a:p>
        </p:txBody>
      </p:sp>
      <p:pic>
        <p:nvPicPr>
          <p:cNvPr id="35" name="Graphic 34">
            <a:extLst>
              <a:ext uri="{FF2B5EF4-FFF2-40B4-BE49-F238E27FC236}">
                <a16:creationId xmlns:a16="http://schemas.microsoft.com/office/drawing/2014/main" id="{9C8C25AB-04B1-1747-A689-D16DAAB4CD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970377" y="8169993"/>
            <a:ext cx="1428753" cy="269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73320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alf Photo Left - IQV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07A7498E-6C5A-334A-934D-1310A399752F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7635242" cy="8572500"/>
          </a:xfrm>
          <a:prstGeom prst="rect">
            <a:avLst/>
          </a:prstGeom>
          <a:blipFill>
            <a:blip r:embed="rId2"/>
            <a:stretch>
              <a:fillRect l="1"/>
            </a:stretch>
          </a:blipFill>
          <a:effectLst/>
        </p:spPr>
        <p:txBody>
          <a:bodyPr anchor="ctr"/>
          <a:lstStyle>
            <a:lvl1pPr marL="0" marR="0" indent="0" algn="l" defTabSz="1143236" rtl="0" eaLnBrk="1" fontAlgn="auto" latinLnBrk="0" hangingPunct="1">
              <a:lnSpc>
                <a:spcPct val="90000"/>
              </a:lnSpc>
              <a:spcBef>
                <a:spcPts val="1249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7501" b="1">
                <a:solidFill>
                  <a:srgbClr val="DA291C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7" name="Content Placeholder 2">
            <a:extLst>
              <a:ext uri="{FF2B5EF4-FFF2-40B4-BE49-F238E27FC236}">
                <a16:creationId xmlns:a16="http://schemas.microsoft.com/office/drawing/2014/main" id="{BB33977D-340C-C244-98B1-44E8B03BE8F1}"/>
              </a:ext>
            </a:extLst>
          </p:cNvPr>
          <p:cNvSpPr>
            <a:spLocks noGrp="1"/>
          </p:cNvSpPr>
          <p:nvPr>
            <p:ph idx="19" hasCustomPrompt="1"/>
          </p:nvPr>
        </p:nvSpPr>
        <p:spPr>
          <a:xfrm>
            <a:off x="8129622" y="2599166"/>
            <a:ext cx="6524453" cy="5251443"/>
          </a:xfrm>
          <a:prstGeom prst="rect">
            <a:avLst/>
          </a:prstGeom>
        </p:spPr>
        <p:txBody>
          <a:bodyPr/>
          <a:lstStyle>
            <a:lvl1pPr marL="228647" indent="-228647">
              <a:lnSpc>
                <a:spcPct val="100000"/>
              </a:lnSpc>
              <a:spcBef>
                <a:spcPts val="1249"/>
              </a:spcBef>
              <a:defRPr sz="2002">
                <a:solidFill>
                  <a:schemeClr val="tx1"/>
                </a:solidFill>
              </a:defRPr>
            </a:lvl1pPr>
            <a:lvl2pPr marL="457295" indent="-228647">
              <a:lnSpc>
                <a:spcPct val="100000"/>
              </a:lnSpc>
              <a:spcBef>
                <a:spcPts val="1003"/>
              </a:spcBef>
              <a:buFont typeface="Arial" panose="020B0604020202020204" pitchFamily="34" charset="0"/>
              <a:buChar char="-"/>
              <a:defRPr sz="2002">
                <a:solidFill>
                  <a:schemeClr val="tx1"/>
                </a:solidFill>
              </a:defRPr>
            </a:lvl2pPr>
            <a:lvl3pPr marL="685941" indent="-228647">
              <a:lnSpc>
                <a:spcPct val="100000"/>
              </a:lnSpc>
              <a:spcBef>
                <a:spcPts val="1003"/>
              </a:spcBef>
              <a:buFont typeface="Arial" panose="020B0604020202020204" pitchFamily="34" charset="0"/>
              <a:buChar char="›"/>
              <a:defRPr sz="2002">
                <a:solidFill>
                  <a:schemeClr val="tx1"/>
                </a:solidFill>
              </a:defRPr>
            </a:lvl3pPr>
            <a:lvl4pPr marL="914584" indent="-228647">
              <a:lnSpc>
                <a:spcPct val="100000"/>
              </a:lnSpc>
              <a:spcBef>
                <a:spcPts val="1003"/>
              </a:spcBef>
              <a:buFont typeface="Arial" panose="020B0604020202020204" pitchFamily="34" charset="0"/>
              <a:buChar char="»"/>
              <a:defRPr sz="2002">
                <a:solidFill>
                  <a:schemeClr val="tx1"/>
                </a:solidFill>
              </a:defRPr>
            </a:lvl4pPr>
            <a:lvl5pPr marL="1143236" indent="-228647">
              <a:lnSpc>
                <a:spcPct val="100000"/>
              </a:lnSpc>
              <a:spcBef>
                <a:spcPts val="1003"/>
              </a:spcBef>
              <a:buSzPct val="75000"/>
              <a:buFont typeface="Wingdings" panose="05000000000000000000" pitchFamily="2" charset="2"/>
              <a:buChar char="§"/>
              <a:defRPr sz="2002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Arial 16pt bullet level 1</a:t>
            </a:r>
          </a:p>
          <a:p>
            <a:pPr lvl="1"/>
            <a:r>
              <a:rPr lang="en-US" dirty="0"/>
              <a:t>Arial 16pt bullet level 2</a:t>
            </a:r>
          </a:p>
          <a:p>
            <a:pPr lvl="2"/>
            <a:r>
              <a:rPr lang="en-US" dirty="0"/>
              <a:t>Arial 16pt bullet level 3</a:t>
            </a:r>
          </a:p>
          <a:p>
            <a:pPr lvl="3"/>
            <a:r>
              <a:rPr lang="en-US" dirty="0"/>
              <a:t>Arial 16pt bullet level 4</a:t>
            </a:r>
          </a:p>
          <a:p>
            <a:pPr lvl="4"/>
            <a:r>
              <a:rPr lang="en-US" dirty="0"/>
              <a:t>Arial 16pt bullet level 5</a:t>
            </a:r>
          </a:p>
        </p:txBody>
      </p:sp>
      <p:sp>
        <p:nvSpPr>
          <p:cNvPr id="14" name="Title 1"/>
          <p:cNvSpPr>
            <a:spLocks noGrp="1"/>
          </p:cNvSpPr>
          <p:nvPr>
            <p:ph type="title" hasCustomPrompt="1"/>
          </p:nvPr>
        </p:nvSpPr>
        <p:spPr>
          <a:xfrm>
            <a:off x="8107146" y="1349495"/>
            <a:ext cx="6546929" cy="960329"/>
          </a:xfrm>
          <a:prstGeom prst="rect">
            <a:avLst/>
          </a:prstGeom>
        </p:spPr>
        <p:txBody>
          <a:bodyPr anchor="b" anchorCtr="0"/>
          <a:lstStyle>
            <a:lvl1pPr>
              <a:defRPr sz="2502"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Headlines are 20pt Arial Bold sentence case</a:t>
            </a:r>
          </a:p>
        </p:txBody>
      </p:sp>
      <p:sp>
        <p:nvSpPr>
          <p:cNvPr id="59" name="Footer Placeholder 4">
            <a:extLst>
              <a:ext uri="{FF2B5EF4-FFF2-40B4-BE49-F238E27FC236}">
                <a16:creationId xmlns:a16="http://schemas.microsoft.com/office/drawing/2014/main" id="{7F2D66EE-4D77-E145-9576-4E9D03CE46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8107138" y="7984824"/>
            <a:ext cx="3980588" cy="422610"/>
          </a:xfrm>
          <a:prstGeom prst="rect">
            <a:avLst/>
          </a:prstGeom>
          <a:noFill/>
        </p:spPr>
        <p:txBody>
          <a:bodyPr vert="horz" lIns="91440" tIns="45720" rIns="91440" bIns="45720" rtlCol="0" anchor="b" anchorCtr="0"/>
          <a:lstStyle>
            <a:lvl1pPr algn="l">
              <a:defRPr sz="1003">
                <a:solidFill>
                  <a:schemeClr val="tx1"/>
                </a:solidFill>
                <a:latin typeface="Arial Narrow" panose="020B060602020203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54E4B32-E13F-4B83-8982-BF8073A1DC94}"/>
              </a:ext>
            </a:extLst>
          </p:cNvPr>
          <p:cNvSpPr txBox="1">
            <a:spLocks/>
          </p:cNvSpPr>
          <p:nvPr/>
        </p:nvSpPr>
        <p:spPr bwMode="white">
          <a:xfrm>
            <a:off x="14654077" y="8180935"/>
            <a:ext cx="441359" cy="22225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C5C7A9E-C6A9-4A9D-A8BC-E29E91AD59EE}" type="slidenum">
              <a:rPr lang="en-US" sz="1003" b="0" smtClean="0">
                <a:solidFill>
                  <a:srgbClr val="959CA0"/>
                </a:solidFill>
              </a:rPr>
              <a:t>‹#›</a:t>
            </a:fld>
            <a:endParaRPr lang="en-US" sz="1003" b="0" dirty="0">
              <a:solidFill>
                <a:srgbClr val="959CA0"/>
              </a:solidFill>
            </a:endParaRPr>
          </a:p>
        </p:txBody>
      </p:sp>
      <p:sp>
        <p:nvSpPr>
          <p:cNvPr id="11" name="Text Placeholder 21">
            <a:extLst>
              <a:ext uri="{FF2B5EF4-FFF2-40B4-BE49-F238E27FC236}">
                <a16:creationId xmlns:a16="http://schemas.microsoft.com/office/drawing/2014/main" id="{0A3F7CAF-2DCF-AE44-8B02-C3A9F59943C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" y="8712200"/>
            <a:ext cx="10021185" cy="378638"/>
          </a:xfrm>
          <a:prstGeom prst="rect">
            <a:avLst/>
          </a:prstGeom>
          <a:solidFill>
            <a:srgbClr val="DA291C"/>
          </a:solidFill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748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NOTE: All photos used in this layout must be cropped to 6.68” wide X 7.5” tall at 150dpi resolution</a:t>
            </a: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BB9E4976-132F-F449-8124-B504F37C987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970377" y="8169993"/>
            <a:ext cx="1428753" cy="269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73862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alf Photo Right - IQV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8">
            <a:extLst>
              <a:ext uri="{FF2B5EF4-FFF2-40B4-BE49-F238E27FC236}">
                <a16:creationId xmlns:a16="http://schemas.microsoft.com/office/drawing/2014/main" id="{08ABCCBF-3981-0241-8287-3903E624904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7604759" y="0"/>
            <a:ext cx="7635242" cy="8572500"/>
          </a:xfrm>
          <a:prstGeom prst="rect">
            <a:avLst/>
          </a:prstGeom>
          <a:blipFill>
            <a:blip r:embed="rId2"/>
            <a:stretch>
              <a:fillRect l="1"/>
            </a:stretch>
          </a:blipFill>
          <a:effectLst/>
        </p:spPr>
        <p:txBody>
          <a:bodyPr anchor="ctr"/>
          <a:lstStyle>
            <a:lvl1pPr marL="0" marR="0" indent="0" algn="l" defTabSz="1143236" rtl="0" eaLnBrk="1" fontAlgn="auto" latinLnBrk="0" hangingPunct="1">
              <a:lnSpc>
                <a:spcPct val="90000"/>
              </a:lnSpc>
              <a:spcBef>
                <a:spcPts val="1249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7501" b="1">
                <a:solidFill>
                  <a:srgbClr val="DA291C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54E4B32-E13F-4B83-8982-BF8073A1DC94}"/>
              </a:ext>
            </a:extLst>
          </p:cNvPr>
          <p:cNvSpPr txBox="1">
            <a:spLocks/>
          </p:cNvSpPr>
          <p:nvPr/>
        </p:nvSpPr>
        <p:spPr bwMode="white">
          <a:xfrm>
            <a:off x="14654077" y="8180935"/>
            <a:ext cx="441359" cy="22225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C5C7A9E-C6A9-4A9D-A8BC-E29E91AD59EE}" type="slidenum">
              <a:rPr lang="en-US" sz="1003" b="0" smtClean="0">
                <a:solidFill>
                  <a:schemeClr val="bg1"/>
                </a:solidFill>
              </a:rPr>
              <a:t>‹#›</a:t>
            </a:fld>
            <a:endParaRPr lang="en-US" sz="1003" b="0" dirty="0">
              <a:solidFill>
                <a:schemeClr val="bg1"/>
              </a:solidFill>
            </a:endParaRPr>
          </a:p>
        </p:txBody>
      </p:sp>
      <p:sp>
        <p:nvSpPr>
          <p:cNvPr id="11" name="Text Placeholder 21">
            <a:extLst>
              <a:ext uri="{FF2B5EF4-FFF2-40B4-BE49-F238E27FC236}">
                <a16:creationId xmlns:a16="http://schemas.microsoft.com/office/drawing/2014/main" id="{0A3F7CAF-2DCF-AE44-8B02-C3A9F59943C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" y="8712200"/>
            <a:ext cx="10021185" cy="378638"/>
          </a:xfrm>
          <a:prstGeom prst="rect">
            <a:avLst/>
          </a:prstGeom>
          <a:solidFill>
            <a:srgbClr val="DA291C"/>
          </a:solidFill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748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NOTE: All photos used in this layout must be cropped to 6.68” wide X 7.5” tall at 150dpi resolution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DB8F1DF2-27A3-8249-8796-6A002E0D8C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0873" y="1349495"/>
            <a:ext cx="6546929" cy="960329"/>
          </a:xfrm>
          <a:prstGeom prst="rect">
            <a:avLst/>
          </a:prstGeom>
        </p:spPr>
        <p:txBody>
          <a:bodyPr anchor="b" anchorCtr="0"/>
          <a:lstStyle>
            <a:lvl1pPr>
              <a:defRPr sz="2502"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Headlines are 20pt Arial Bold sentence case</a:t>
            </a: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9DD56D8B-7A45-7247-92A2-DECA0DA4B2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480873" y="7984824"/>
            <a:ext cx="6546929" cy="422610"/>
          </a:xfrm>
          <a:prstGeom prst="rect">
            <a:avLst/>
          </a:prstGeom>
          <a:noFill/>
        </p:spPr>
        <p:txBody>
          <a:bodyPr vert="horz" lIns="91440" tIns="45720" rIns="91440" bIns="45720" rtlCol="0" anchor="b" anchorCtr="0"/>
          <a:lstStyle>
            <a:lvl1pPr algn="l">
              <a:defRPr sz="1003">
                <a:solidFill>
                  <a:schemeClr val="tx1"/>
                </a:solidFill>
                <a:latin typeface="Arial Narrow" panose="020B060602020203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4B5D617-8638-9248-B078-99CA6D58FCAF}"/>
              </a:ext>
            </a:extLst>
          </p:cNvPr>
          <p:cNvSpPr>
            <a:spLocks noGrp="1"/>
          </p:cNvSpPr>
          <p:nvPr>
            <p:ph idx="19" hasCustomPrompt="1"/>
          </p:nvPr>
        </p:nvSpPr>
        <p:spPr>
          <a:xfrm>
            <a:off x="503348" y="2599166"/>
            <a:ext cx="6524453" cy="5251443"/>
          </a:xfrm>
          <a:prstGeom prst="rect">
            <a:avLst/>
          </a:prstGeom>
        </p:spPr>
        <p:txBody>
          <a:bodyPr/>
          <a:lstStyle>
            <a:lvl1pPr marL="228647" indent="-228647">
              <a:lnSpc>
                <a:spcPct val="100000"/>
              </a:lnSpc>
              <a:spcBef>
                <a:spcPts val="1249"/>
              </a:spcBef>
              <a:defRPr sz="2002">
                <a:solidFill>
                  <a:schemeClr val="tx1"/>
                </a:solidFill>
              </a:defRPr>
            </a:lvl1pPr>
            <a:lvl2pPr marL="457295" indent="-228647">
              <a:lnSpc>
                <a:spcPct val="100000"/>
              </a:lnSpc>
              <a:spcBef>
                <a:spcPts val="1003"/>
              </a:spcBef>
              <a:buFont typeface="Arial" panose="020B0604020202020204" pitchFamily="34" charset="0"/>
              <a:buChar char="-"/>
              <a:defRPr sz="2002">
                <a:solidFill>
                  <a:schemeClr val="tx1"/>
                </a:solidFill>
              </a:defRPr>
            </a:lvl2pPr>
            <a:lvl3pPr marL="685941" indent="-228647">
              <a:lnSpc>
                <a:spcPct val="100000"/>
              </a:lnSpc>
              <a:spcBef>
                <a:spcPts val="1003"/>
              </a:spcBef>
              <a:buFont typeface="Arial" panose="020B0604020202020204" pitchFamily="34" charset="0"/>
              <a:buChar char="›"/>
              <a:defRPr sz="2002">
                <a:solidFill>
                  <a:schemeClr val="tx1"/>
                </a:solidFill>
              </a:defRPr>
            </a:lvl3pPr>
            <a:lvl4pPr marL="914584" indent="-228647">
              <a:lnSpc>
                <a:spcPct val="100000"/>
              </a:lnSpc>
              <a:spcBef>
                <a:spcPts val="1003"/>
              </a:spcBef>
              <a:buFont typeface="Arial" panose="020B0604020202020204" pitchFamily="34" charset="0"/>
              <a:buChar char="»"/>
              <a:defRPr sz="2002">
                <a:solidFill>
                  <a:schemeClr val="tx1"/>
                </a:solidFill>
              </a:defRPr>
            </a:lvl4pPr>
            <a:lvl5pPr marL="1143236" indent="-228647">
              <a:lnSpc>
                <a:spcPct val="100000"/>
              </a:lnSpc>
              <a:spcBef>
                <a:spcPts val="1003"/>
              </a:spcBef>
              <a:buSzPct val="75000"/>
              <a:buFont typeface="Wingdings" panose="05000000000000000000" pitchFamily="2" charset="2"/>
              <a:buChar char="§"/>
              <a:defRPr sz="2002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Arial 16pt bullet level 1</a:t>
            </a:r>
          </a:p>
          <a:p>
            <a:pPr lvl="1"/>
            <a:r>
              <a:rPr lang="en-US" dirty="0"/>
              <a:t>Arial 16pt bullet level 2</a:t>
            </a:r>
          </a:p>
          <a:p>
            <a:pPr lvl="2"/>
            <a:r>
              <a:rPr lang="en-US" dirty="0"/>
              <a:t>Arial 16pt bullet level 3</a:t>
            </a:r>
          </a:p>
          <a:p>
            <a:pPr lvl="3"/>
            <a:r>
              <a:rPr lang="en-US" dirty="0"/>
              <a:t>Arial 16pt bullet level 4</a:t>
            </a:r>
          </a:p>
          <a:p>
            <a:pPr lvl="4"/>
            <a:r>
              <a:rPr lang="en-US" dirty="0"/>
              <a:t>Arial 16pt bullet level 5</a:t>
            </a:r>
          </a:p>
        </p:txBody>
      </p:sp>
    </p:spTree>
    <p:extLst>
      <p:ext uri="{BB962C8B-B14F-4D97-AF65-F5344CB8AC3E}">
        <p14:creationId xmlns:p14="http://schemas.microsoft.com/office/powerpoint/2010/main" val="21968080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Photo Left - IQVI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8">
            <a:extLst>
              <a:ext uri="{FF2B5EF4-FFF2-40B4-BE49-F238E27FC236}">
                <a16:creationId xmlns:a16="http://schemas.microsoft.com/office/drawing/2014/main" id="{1EBA7B86-AF66-5642-80C5-A8A4D9FEB9C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5240000" cy="8572500"/>
          </a:xfrm>
          <a:prstGeom prst="rect">
            <a:avLst/>
          </a:prstGeom>
          <a:blipFill dpi="0" rotWithShape="1">
            <a:blip r:embed="rId2"/>
            <a:srcRect/>
            <a:stretch>
              <a:fillRect/>
            </a:stretch>
          </a:blipFill>
          <a:effectLst/>
        </p:spPr>
        <p:txBody>
          <a:bodyPr anchor="ctr"/>
          <a:lstStyle>
            <a:lvl1pPr marL="0" marR="0" indent="0" algn="l" defTabSz="1143236" rtl="0" eaLnBrk="1" fontAlgn="auto" latinLnBrk="0" hangingPunct="1">
              <a:lnSpc>
                <a:spcPct val="90000"/>
              </a:lnSpc>
              <a:spcBef>
                <a:spcPts val="1249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7501" b="1">
                <a:solidFill>
                  <a:srgbClr val="DA291C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43B40F6B-0093-4E4E-93B6-688B272C108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white">
          <a:xfrm>
            <a:off x="1305139" y="1"/>
            <a:ext cx="5143501" cy="371475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lIns="274320" anchor="ctr" anchorCtr="0"/>
          <a:lstStyle>
            <a:lvl1pPr>
              <a:lnSpc>
                <a:spcPct val="100000"/>
              </a:lnSpc>
              <a:defRPr sz="4504" b="1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Photo dividers with text on left 36pt Arial Bold sentence case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7D62E9D9-E5C1-F84F-9915-F25709579CD2}"/>
              </a:ext>
            </a:extLst>
          </p:cNvPr>
          <p:cNvSpPr txBox="1">
            <a:spLocks/>
          </p:cNvSpPr>
          <p:nvPr/>
        </p:nvSpPr>
        <p:spPr bwMode="white">
          <a:xfrm>
            <a:off x="14635569" y="8185182"/>
            <a:ext cx="459860" cy="22225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C5C7A9E-C6A9-4A9D-A8BC-E29E91AD59EE}" type="slidenum">
              <a:rPr lang="en-US" sz="1003" b="0" smtClean="0">
                <a:solidFill>
                  <a:schemeClr val="bg1"/>
                </a:solidFill>
              </a:rPr>
              <a:t>‹#›</a:t>
            </a:fld>
            <a:endParaRPr lang="en-US" sz="1003" b="0" dirty="0">
              <a:solidFill>
                <a:schemeClr val="bg1"/>
              </a:solidFill>
            </a:endParaRPr>
          </a:p>
        </p:txBody>
      </p:sp>
      <p:sp>
        <p:nvSpPr>
          <p:cNvPr id="6" name="Text Placeholder 21">
            <a:extLst>
              <a:ext uri="{FF2B5EF4-FFF2-40B4-BE49-F238E27FC236}">
                <a16:creationId xmlns:a16="http://schemas.microsoft.com/office/drawing/2014/main" id="{72E2FA7F-1AB5-4252-BF66-00A17FC6F03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" y="8712200"/>
            <a:ext cx="10021185" cy="378638"/>
          </a:xfrm>
          <a:prstGeom prst="rect">
            <a:avLst/>
          </a:prstGeom>
          <a:solidFill>
            <a:srgbClr val="DA291C"/>
          </a:solidFill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748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NOTE: All photos used in this layout must be cropped to 13.33” wide X 7.5” tall at 150dpi resolution</a:t>
            </a:r>
          </a:p>
        </p:txBody>
      </p:sp>
    </p:spTree>
    <p:extLst>
      <p:ext uri="{BB962C8B-B14F-4D97-AF65-F5344CB8AC3E}">
        <p14:creationId xmlns:p14="http://schemas.microsoft.com/office/powerpoint/2010/main" val="16480396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Photo Right - IQV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D8C96C06-AFDA-BB43-A8AD-9713C5A7978C}"/>
              </a:ext>
            </a:extLst>
          </p:cNvPr>
          <p:cNvSpPr>
            <a:spLocks noGrp="1" noChangeAspect="1"/>
          </p:cNvSpPr>
          <p:nvPr>
            <p:ph type="pic" sz="quarter" idx="13"/>
          </p:nvPr>
        </p:nvSpPr>
        <p:spPr>
          <a:xfrm>
            <a:off x="0" y="0"/>
            <a:ext cx="15240000" cy="8572500"/>
          </a:xfrm>
          <a:prstGeom prst="rect">
            <a:avLst/>
          </a:prstGeom>
          <a:blipFill dpi="0" rotWithShape="1">
            <a:blip r:embed="rId2"/>
            <a:srcRect/>
            <a:stretch>
              <a:fillRect/>
            </a:stretch>
          </a:blipFill>
          <a:effectLst/>
        </p:spPr>
        <p:txBody>
          <a:bodyPr anchor="ctr"/>
          <a:lstStyle>
            <a:lvl1pPr marL="0" marR="0" indent="0" algn="l" defTabSz="1143236" rtl="0" eaLnBrk="1" fontAlgn="auto" latinLnBrk="0" hangingPunct="1">
              <a:lnSpc>
                <a:spcPct val="90000"/>
              </a:lnSpc>
              <a:spcBef>
                <a:spcPts val="1249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7501" b="1">
                <a:solidFill>
                  <a:srgbClr val="DA291C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EE2810-5A25-4006-AC1A-C7724FC47010}"/>
              </a:ext>
            </a:extLst>
          </p:cNvPr>
          <p:cNvSpPr txBox="1">
            <a:spLocks/>
          </p:cNvSpPr>
          <p:nvPr/>
        </p:nvSpPr>
        <p:spPr bwMode="white">
          <a:xfrm>
            <a:off x="14635569" y="8185182"/>
            <a:ext cx="459860" cy="22225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C5C7A9E-C6A9-4A9D-A8BC-E29E91AD59EE}" type="slidenum">
              <a:rPr lang="en-US" sz="1003" b="0" smtClean="0">
                <a:solidFill>
                  <a:schemeClr val="bg1"/>
                </a:solidFill>
              </a:rPr>
              <a:t>‹#›</a:t>
            </a:fld>
            <a:endParaRPr lang="en-US" sz="1003" b="0" dirty="0">
              <a:solidFill>
                <a:schemeClr val="bg1"/>
              </a:solidFill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0E374672-D2D3-4DCE-8649-950F3EAEDBB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white">
          <a:xfrm>
            <a:off x="8791366" y="1"/>
            <a:ext cx="5143501" cy="3714750"/>
          </a:xfrm>
          <a:prstGeom prst="rect">
            <a:avLst/>
          </a:prstGeom>
          <a:solidFill>
            <a:srgbClr val="F4F4F4"/>
          </a:solidFill>
        </p:spPr>
        <p:txBody>
          <a:bodyPr lIns="274320" anchor="ctr" anchorCtr="0"/>
          <a:lstStyle>
            <a:lvl1pPr>
              <a:lnSpc>
                <a:spcPct val="100000"/>
              </a:lnSpc>
              <a:defRPr sz="4504" b="1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Photo dividers with text on right 36pt Arial Bold sentence case</a:t>
            </a:r>
          </a:p>
        </p:txBody>
      </p:sp>
      <p:sp>
        <p:nvSpPr>
          <p:cNvPr id="7" name="Text Placeholder 21">
            <a:extLst>
              <a:ext uri="{FF2B5EF4-FFF2-40B4-BE49-F238E27FC236}">
                <a16:creationId xmlns:a16="http://schemas.microsoft.com/office/drawing/2014/main" id="{24BBE5E7-5805-45C0-A8D8-6F96062DEC2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" y="8712200"/>
            <a:ext cx="10021185" cy="378638"/>
          </a:xfrm>
          <a:prstGeom prst="rect">
            <a:avLst/>
          </a:prstGeom>
          <a:solidFill>
            <a:srgbClr val="DA291C"/>
          </a:solidFill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748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NOTE: All photos used in this layout must be cropped to 13.33” wide X 7.5” tall at 150dpi resolution</a:t>
            </a:r>
          </a:p>
        </p:txBody>
      </p:sp>
    </p:spTree>
    <p:extLst>
      <p:ext uri="{BB962C8B-B14F-4D97-AF65-F5344CB8AC3E}">
        <p14:creationId xmlns:p14="http://schemas.microsoft.com/office/powerpoint/2010/main" val="20885561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- IQVIA">
    <p:bg>
      <p:bgPr>
        <a:gradFill>
          <a:gsLst>
            <a:gs pos="20000">
              <a:schemeClr val="tx1"/>
            </a:gs>
            <a:gs pos="80000">
              <a:srgbClr val="606B71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Title 1">
            <a:extLst>
              <a:ext uri="{FF2B5EF4-FFF2-40B4-BE49-F238E27FC236}">
                <a16:creationId xmlns:a16="http://schemas.microsoft.com/office/drawing/2014/main" id="{B8567F05-315D-614C-B916-932362171A2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white">
          <a:xfrm>
            <a:off x="1296073" y="2244421"/>
            <a:ext cx="6986057" cy="5427419"/>
          </a:xfrm>
          <a:prstGeom prst="rect">
            <a:avLst/>
          </a:prstGeom>
        </p:spPr>
        <p:txBody>
          <a:bodyPr anchor="ctr" anchorCtr="0"/>
          <a:lstStyle>
            <a:lvl1pPr>
              <a:lnSpc>
                <a:spcPct val="100000"/>
              </a:lnSpc>
              <a:defRPr sz="4504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Dividers are 36pt Arial Bold sentence case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C58BFCDA-FC31-2A4E-97D4-B728D66FDDB6}"/>
              </a:ext>
            </a:extLst>
          </p:cNvPr>
          <p:cNvSpPr txBox="1">
            <a:spLocks/>
          </p:cNvSpPr>
          <p:nvPr/>
        </p:nvSpPr>
        <p:spPr bwMode="white">
          <a:xfrm>
            <a:off x="14635569" y="8185182"/>
            <a:ext cx="459860" cy="22225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C5C7A9E-C6A9-4A9D-A8BC-E29E91AD59EE}" type="slidenum">
              <a:rPr lang="en-US" sz="1003" b="0" smtClean="0">
                <a:solidFill>
                  <a:schemeClr val="bg1"/>
                </a:solidFill>
              </a:rPr>
              <a:t>‹#›</a:t>
            </a:fld>
            <a:endParaRPr lang="en-US" sz="1003" b="0" dirty="0">
              <a:solidFill>
                <a:schemeClr val="bg1"/>
              </a:solidFill>
            </a:endParaRPr>
          </a:p>
        </p:txBody>
      </p:sp>
      <p:grpSp>
        <p:nvGrpSpPr>
          <p:cNvPr id="57" name="Group 56">
            <a:extLst>
              <a:ext uri="{FF2B5EF4-FFF2-40B4-BE49-F238E27FC236}">
                <a16:creationId xmlns:a16="http://schemas.microsoft.com/office/drawing/2014/main" id="{4BAD41B1-1630-BD43-A04E-438392C529EA}"/>
              </a:ext>
            </a:extLst>
          </p:cNvPr>
          <p:cNvGrpSpPr/>
          <p:nvPr/>
        </p:nvGrpSpPr>
        <p:grpSpPr>
          <a:xfrm>
            <a:off x="8795309" y="3440023"/>
            <a:ext cx="6444694" cy="4629150"/>
            <a:chOff x="7036244" y="2752016"/>
            <a:chExt cx="5155756" cy="3703320"/>
          </a:xfrm>
          <a:solidFill>
            <a:schemeClr val="accent1"/>
          </a:solidFill>
        </p:grpSpPr>
        <p:sp>
          <p:nvSpPr>
            <p:cNvPr id="58" name="Freeform 57">
              <a:extLst>
                <a:ext uri="{FF2B5EF4-FFF2-40B4-BE49-F238E27FC236}">
                  <a16:creationId xmlns:a16="http://schemas.microsoft.com/office/drawing/2014/main" id="{E44435BD-EEDE-4C41-A1F2-ABC0999A168E}"/>
                </a:ext>
              </a:extLst>
            </p:cNvPr>
            <p:cNvSpPr/>
            <p:nvPr/>
          </p:nvSpPr>
          <p:spPr>
            <a:xfrm>
              <a:off x="9432234" y="2752016"/>
              <a:ext cx="2759766" cy="549150"/>
            </a:xfrm>
            <a:custGeom>
              <a:avLst/>
              <a:gdLst>
                <a:gd name="connsiteX0" fmla="*/ 274575 w 2759766"/>
                <a:gd name="connsiteY0" fmla="*/ 0 h 549150"/>
                <a:gd name="connsiteX1" fmla="*/ 276476 w 2759766"/>
                <a:gd name="connsiteY1" fmla="*/ 192 h 549150"/>
                <a:gd name="connsiteX2" fmla="*/ 276476 w 2759766"/>
                <a:gd name="connsiteY2" fmla="*/ 0 h 549150"/>
                <a:gd name="connsiteX3" fmla="*/ 1832666 w 2759766"/>
                <a:gd name="connsiteY3" fmla="*/ 0 h 549150"/>
                <a:gd name="connsiteX4" fmla="*/ 2706584 w 2759766"/>
                <a:gd name="connsiteY4" fmla="*/ 0 h 549150"/>
                <a:gd name="connsiteX5" fmla="*/ 2759766 w 2759766"/>
                <a:gd name="connsiteY5" fmla="*/ 0 h 549150"/>
                <a:gd name="connsiteX6" fmla="*/ 2759766 w 2759766"/>
                <a:gd name="connsiteY6" fmla="*/ 549150 h 549150"/>
                <a:gd name="connsiteX7" fmla="*/ 2706584 w 2759766"/>
                <a:gd name="connsiteY7" fmla="*/ 549150 h 549150"/>
                <a:gd name="connsiteX8" fmla="*/ 1832666 w 2759766"/>
                <a:gd name="connsiteY8" fmla="*/ 549150 h 549150"/>
                <a:gd name="connsiteX9" fmla="*/ 276476 w 2759766"/>
                <a:gd name="connsiteY9" fmla="*/ 549150 h 549150"/>
                <a:gd name="connsiteX10" fmla="*/ 276476 w 2759766"/>
                <a:gd name="connsiteY10" fmla="*/ 548958 h 549150"/>
                <a:gd name="connsiteX11" fmla="*/ 274575 w 2759766"/>
                <a:gd name="connsiteY11" fmla="*/ 549150 h 549150"/>
                <a:gd name="connsiteX12" fmla="*/ 0 w 2759766"/>
                <a:gd name="connsiteY12" fmla="*/ 274575 h 549150"/>
                <a:gd name="connsiteX13" fmla="*/ 274575 w 2759766"/>
                <a:gd name="connsiteY13" fmla="*/ 0 h 549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759766" h="549150">
                  <a:moveTo>
                    <a:pt x="274575" y="0"/>
                  </a:moveTo>
                  <a:lnTo>
                    <a:pt x="276476" y="192"/>
                  </a:lnTo>
                  <a:lnTo>
                    <a:pt x="276476" y="0"/>
                  </a:lnTo>
                  <a:lnTo>
                    <a:pt x="1832666" y="0"/>
                  </a:lnTo>
                  <a:lnTo>
                    <a:pt x="2706584" y="0"/>
                  </a:lnTo>
                  <a:lnTo>
                    <a:pt x="2759766" y="0"/>
                  </a:lnTo>
                  <a:lnTo>
                    <a:pt x="2759766" y="549150"/>
                  </a:lnTo>
                  <a:lnTo>
                    <a:pt x="2706584" y="549150"/>
                  </a:lnTo>
                  <a:lnTo>
                    <a:pt x="1832666" y="549150"/>
                  </a:lnTo>
                  <a:lnTo>
                    <a:pt x="276476" y="549150"/>
                  </a:lnTo>
                  <a:lnTo>
                    <a:pt x="276476" y="548958"/>
                  </a:lnTo>
                  <a:lnTo>
                    <a:pt x="274575" y="549150"/>
                  </a:lnTo>
                  <a:cubicBezTo>
                    <a:pt x="122931" y="549150"/>
                    <a:pt x="0" y="426219"/>
                    <a:pt x="0" y="274575"/>
                  </a:cubicBezTo>
                  <a:cubicBezTo>
                    <a:pt x="0" y="122932"/>
                    <a:pt x="122931" y="0"/>
                    <a:pt x="274575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t" anchorCtr="0">
              <a:noAutofit/>
            </a:bodyPr>
            <a:lstStyle/>
            <a:p>
              <a:pPr algn="l"/>
              <a:endParaRPr lang="en-US" sz="2002" dirty="0"/>
            </a:p>
          </p:txBody>
        </p:sp>
        <p:sp>
          <p:nvSpPr>
            <p:cNvPr id="59" name="Freeform 58">
              <a:extLst>
                <a:ext uri="{FF2B5EF4-FFF2-40B4-BE49-F238E27FC236}">
                  <a16:creationId xmlns:a16="http://schemas.microsoft.com/office/drawing/2014/main" id="{1C4729E5-C07B-2441-A6B5-D4DA9E028AEC}"/>
                </a:ext>
              </a:extLst>
            </p:cNvPr>
            <p:cNvSpPr/>
            <p:nvPr/>
          </p:nvSpPr>
          <p:spPr>
            <a:xfrm>
              <a:off x="7850557" y="5906186"/>
              <a:ext cx="4341443" cy="549150"/>
            </a:xfrm>
            <a:custGeom>
              <a:avLst/>
              <a:gdLst>
                <a:gd name="connsiteX0" fmla="*/ 274575 w 4341443"/>
                <a:gd name="connsiteY0" fmla="*/ 0 h 549150"/>
                <a:gd name="connsiteX1" fmla="*/ 276477 w 4341443"/>
                <a:gd name="connsiteY1" fmla="*/ 192 h 549150"/>
                <a:gd name="connsiteX2" fmla="*/ 276477 w 4341443"/>
                <a:gd name="connsiteY2" fmla="*/ 0 h 549150"/>
                <a:gd name="connsiteX3" fmla="*/ 3414343 w 4341443"/>
                <a:gd name="connsiteY3" fmla="*/ 0 h 549150"/>
                <a:gd name="connsiteX4" fmla="*/ 4288263 w 4341443"/>
                <a:gd name="connsiteY4" fmla="*/ 0 h 549150"/>
                <a:gd name="connsiteX5" fmla="*/ 4341443 w 4341443"/>
                <a:gd name="connsiteY5" fmla="*/ 0 h 549150"/>
                <a:gd name="connsiteX6" fmla="*/ 4341443 w 4341443"/>
                <a:gd name="connsiteY6" fmla="*/ 549150 h 549150"/>
                <a:gd name="connsiteX7" fmla="*/ 4288263 w 4341443"/>
                <a:gd name="connsiteY7" fmla="*/ 549150 h 549150"/>
                <a:gd name="connsiteX8" fmla="*/ 3414343 w 4341443"/>
                <a:gd name="connsiteY8" fmla="*/ 549150 h 549150"/>
                <a:gd name="connsiteX9" fmla="*/ 276477 w 4341443"/>
                <a:gd name="connsiteY9" fmla="*/ 549150 h 549150"/>
                <a:gd name="connsiteX10" fmla="*/ 276477 w 4341443"/>
                <a:gd name="connsiteY10" fmla="*/ 548959 h 549150"/>
                <a:gd name="connsiteX11" fmla="*/ 274575 w 4341443"/>
                <a:gd name="connsiteY11" fmla="*/ 549150 h 549150"/>
                <a:gd name="connsiteX12" fmla="*/ 0 w 4341443"/>
                <a:gd name="connsiteY12" fmla="*/ 274575 h 549150"/>
                <a:gd name="connsiteX13" fmla="*/ 274575 w 4341443"/>
                <a:gd name="connsiteY13" fmla="*/ 0 h 549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341443" h="549150">
                  <a:moveTo>
                    <a:pt x="274575" y="0"/>
                  </a:moveTo>
                  <a:lnTo>
                    <a:pt x="276477" y="192"/>
                  </a:lnTo>
                  <a:lnTo>
                    <a:pt x="276477" y="0"/>
                  </a:lnTo>
                  <a:lnTo>
                    <a:pt x="3414343" y="0"/>
                  </a:lnTo>
                  <a:lnTo>
                    <a:pt x="4288263" y="0"/>
                  </a:lnTo>
                  <a:lnTo>
                    <a:pt x="4341443" y="0"/>
                  </a:lnTo>
                  <a:lnTo>
                    <a:pt x="4341443" y="549150"/>
                  </a:lnTo>
                  <a:lnTo>
                    <a:pt x="4288263" y="549150"/>
                  </a:lnTo>
                  <a:lnTo>
                    <a:pt x="3414343" y="549150"/>
                  </a:lnTo>
                  <a:lnTo>
                    <a:pt x="276477" y="549150"/>
                  </a:lnTo>
                  <a:lnTo>
                    <a:pt x="276477" y="548959"/>
                  </a:lnTo>
                  <a:lnTo>
                    <a:pt x="274575" y="549150"/>
                  </a:lnTo>
                  <a:cubicBezTo>
                    <a:pt x="122932" y="549150"/>
                    <a:pt x="0" y="426219"/>
                    <a:pt x="0" y="274575"/>
                  </a:cubicBezTo>
                  <a:cubicBezTo>
                    <a:pt x="0" y="122932"/>
                    <a:pt x="122932" y="0"/>
                    <a:pt x="274575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t" anchorCtr="0">
              <a:noAutofit/>
            </a:bodyPr>
            <a:lstStyle/>
            <a:p>
              <a:pPr algn="l"/>
              <a:endParaRPr lang="en-US" sz="2002" dirty="0"/>
            </a:p>
          </p:txBody>
        </p:sp>
        <p:sp>
          <p:nvSpPr>
            <p:cNvPr id="68" name="Freeform 67">
              <a:extLst>
                <a:ext uri="{FF2B5EF4-FFF2-40B4-BE49-F238E27FC236}">
                  <a16:creationId xmlns:a16="http://schemas.microsoft.com/office/drawing/2014/main" id="{C3C7C95F-71E5-2D48-9ED1-A6A7A40FCE53}"/>
                </a:ext>
              </a:extLst>
            </p:cNvPr>
            <p:cNvSpPr/>
            <p:nvPr/>
          </p:nvSpPr>
          <p:spPr>
            <a:xfrm>
              <a:off x="7451067" y="3804028"/>
              <a:ext cx="4740933" cy="549150"/>
            </a:xfrm>
            <a:custGeom>
              <a:avLst/>
              <a:gdLst>
                <a:gd name="connsiteX0" fmla="*/ 274073 w 4740933"/>
                <a:gd name="connsiteY0" fmla="*/ 0 h 549150"/>
                <a:gd name="connsiteX1" fmla="*/ 278104 w 4740933"/>
                <a:gd name="connsiteY1" fmla="*/ 407 h 549150"/>
                <a:gd name="connsiteX2" fmla="*/ 278104 w 4740933"/>
                <a:gd name="connsiteY2" fmla="*/ 0 h 549150"/>
                <a:gd name="connsiteX3" fmla="*/ 3813833 w 4740933"/>
                <a:gd name="connsiteY3" fmla="*/ 0 h 549150"/>
                <a:gd name="connsiteX4" fmla="*/ 4687752 w 4740933"/>
                <a:gd name="connsiteY4" fmla="*/ 0 h 549150"/>
                <a:gd name="connsiteX5" fmla="*/ 4740933 w 4740933"/>
                <a:gd name="connsiteY5" fmla="*/ 0 h 549150"/>
                <a:gd name="connsiteX6" fmla="*/ 4740933 w 4740933"/>
                <a:gd name="connsiteY6" fmla="*/ 549150 h 549150"/>
                <a:gd name="connsiteX7" fmla="*/ 4687752 w 4740933"/>
                <a:gd name="connsiteY7" fmla="*/ 549150 h 549150"/>
                <a:gd name="connsiteX8" fmla="*/ 3813833 w 4740933"/>
                <a:gd name="connsiteY8" fmla="*/ 549150 h 549150"/>
                <a:gd name="connsiteX9" fmla="*/ 278104 w 4740933"/>
                <a:gd name="connsiteY9" fmla="*/ 549150 h 549150"/>
                <a:gd name="connsiteX10" fmla="*/ 278104 w 4740933"/>
                <a:gd name="connsiteY10" fmla="*/ 547742 h 549150"/>
                <a:gd name="connsiteX11" fmla="*/ 274073 w 4740933"/>
                <a:gd name="connsiteY11" fmla="*/ 548148 h 549150"/>
                <a:gd name="connsiteX12" fmla="*/ 0 w 4740933"/>
                <a:gd name="connsiteY12" fmla="*/ 274074 h 549150"/>
                <a:gd name="connsiteX13" fmla="*/ 274073 w 4740933"/>
                <a:gd name="connsiteY13" fmla="*/ 0 h 549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740933" h="549150">
                  <a:moveTo>
                    <a:pt x="274073" y="0"/>
                  </a:moveTo>
                  <a:lnTo>
                    <a:pt x="278104" y="407"/>
                  </a:lnTo>
                  <a:lnTo>
                    <a:pt x="278104" y="0"/>
                  </a:lnTo>
                  <a:lnTo>
                    <a:pt x="3813833" y="0"/>
                  </a:lnTo>
                  <a:lnTo>
                    <a:pt x="4687752" y="0"/>
                  </a:lnTo>
                  <a:lnTo>
                    <a:pt x="4740933" y="0"/>
                  </a:lnTo>
                  <a:lnTo>
                    <a:pt x="4740933" y="549150"/>
                  </a:lnTo>
                  <a:lnTo>
                    <a:pt x="4687752" y="549150"/>
                  </a:lnTo>
                  <a:lnTo>
                    <a:pt x="3813833" y="549150"/>
                  </a:lnTo>
                  <a:lnTo>
                    <a:pt x="278104" y="549150"/>
                  </a:lnTo>
                  <a:lnTo>
                    <a:pt x="278104" y="547742"/>
                  </a:lnTo>
                  <a:lnTo>
                    <a:pt x="274073" y="548148"/>
                  </a:lnTo>
                  <a:cubicBezTo>
                    <a:pt x="122707" y="548148"/>
                    <a:pt x="0" y="425441"/>
                    <a:pt x="0" y="274074"/>
                  </a:cubicBezTo>
                  <a:cubicBezTo>
                    <a:pt x="0" y="122707"/>
                    <a:pt x="122707" y="0"/>
                    <a:pt x="274073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l"/>
              <a:endParaRPr lang="en-US" sz="2002" dirty="0"/>
            </a:p>
          </p:txBody>
        </p:sp>
        <p:sp>
          <p:nvSpPr>
            <p:cNvPr id="69" name="Freeform 68">
              <a:extLst>
                <a:ext uri="{FF2B5EF4-FFF2-40B4-BE49-F238E27FC236}">
                  <a16:creationId xmlns:a16="http://schemas.microsoft.com/office/drawing/2014/main" id="{8D53D1E7-5120-0F4B-B38C-FAE533E99835}"/>
                </a:ext>
              </a:extLst>
            </p:cNvPr>
            <p:cNvSpPr/>
            <p:nvPr/>
          </p:nvSpPr>
          <p:spPr>
            <a:xfrm>
              <a:off x="7036244" y="4854606"/>
              <a:ext cx="5155756" cy="549150"/>
            </a:xfrm>
            <a:custGeom>
              <a:avLst/>
              <a:gdLst>
                <a:gd name="connsiteX0" fmla="*/ 299044 w 5155756"/>
                <a:gd name="connsiteY0" fmla="*/ 0 h 549150"/>
                <a:gd name="connsiteX1" fmla="*/ 300889 w 5155756"/>
                <a:gd name="connsiteY1" fmla="*/ 171 h 549150"/>
                <a:gd name="connsiteX2" fmla="*/ 300889 w 5155756"/>
                <a:gd name="connsiteY2" fmla="*/ 0 h 549150"/>
                <a:gd name="connsiteX3" fmla="*/ 4228656 w 5155756"/>
                <a:gd name="connsiteY3" fmla="*/ 0 h 549150"/>
                <a:gd name="connsiteX4" fmla="*/ 5103517 w 5155756"/>
                <a:gd name="connsiteY4" fmla="*/ 0 h 549150"/>
                <a:gd name="connsiteX5" fmla="*/ 5155756 w 5155756"/>
                <a:gd name="connsiteY5" fmla="*/ 0 h 549150"/>
                <a:gd name="connsiteX6" fmla="*/ 5155756 w 5155756"/>
                <a:gd name="connsiteY6" fmla="*/ 549150 h 549150"/>
                <a:gd name="connsiteX7" fmla="*/ 5103517 w 5155756"/>
                <a:gd name="connsiteY7" fmla="*/ 549150 h 549150"/>
                <a:gd name="connsiteX8" fmla="*/ 4228656 w 5155756"/>
                <a:gd name="connsiteY8" fmla="*/ 549150 h 549150"/>
                <a:gd name="connsiteX9" fmla="*/ 300889 w 5155756"/>
                <a:gd name="connsiteY9" fmla="*/ 549150 h 549150"/>
                <a:gd name="connsiteX10" fmla="*/ 300889 w 5155756"/>
                <a:gd name="connsiteY10" fmla="*/ 548980 h 549150"/>
                <a:gd name="connsiteX11" fmla="*/ 299044 w 5155756"/>
                <a:gd name="connsiteY11" fmla="*/ 549150 h 549150"/>
                <a:gd name="connsiteX12" fmla="*/ 0 w 5155756"/>
                <a:gd name="connsiteY12" fmla="*/ 274575 h 549150"/>
                <a:gd name="connsiteX13" fmla="*/ 299044 w 5155756"/>
                <a:gd name="connsiteY13" fmla="*/ 0 h 549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155756" h="549150">
                  <a:moveTo>
                    <a:pt x="299044" y="0"/>
                  </a:moveTo>
                  <a:lnTo>
                    <a:pt x="300889" y="171"/>
                  </a:lnTo>
                  <a:lnTo>
                    <a:pt x="300889" y="0"/>
                  </a:lnTo>
                  <a:lnTo>
                    <a:pt x="4228656" y="0"/>
                  </a:lnTo>
                  <a:lnTo>
                    <a:pt x="5103517" y="0"/>
                  </a:lnTo>
                  <a:lnTo>
                    <a:pt x="5155756" y="0"/>
                  </a:lnTo>
                  <a:lnTo>
                    <a:pt x="5155756" y="549150"/>
                  </a:lnTo>
                  <a:lnTo>
                    <a:pt x="5103517" y="549150"/>
                  </a:lnTo>
                  <a:lnTo>
                    <a:pt x="4228656" y="549150"/>
                  </a:lnTo>
                  <a:lnTo>
                    <a:pt x="300889" y="549150"/>
                  </a:lnTo>
                  <a:lnTo>
                    <a:pt x="300889" y="548980"/>
                  </a:lnTo>
                  <a:lnTo>
                    <a:pt x="299044" y="549150"/>
                  </a:lnTo>
                  <a:cubicBezTo>
                    <a:pt x="133887" y="549150"/>
                    <a:pt x="0" y="426219"/>
                    <a:pt x="0" y="274575"/>
                  </a:cubicBezTo>
                  <a:cubicBezTo>
                    <a:pt x="0" y="122932"/>
                    <a:pt x="133887" y="0"/>
                    <a:pt x="299044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l"/>
              <a:endParaRPr lang="en-US" sz="2002" dirty="0"/>
            </a:p>
          </p:txBody>
        </p:sp>
      </p:grpSp>
      <p:pic>
        <p:nvPicPr>
          <p:cNvPr id="12" name="Graphic 11">
            <a:extLst>
              <a:ext uri="{FF2B5EF4-FFF2-40B4-BE49-F238E27FC236}">
                <a16:creationId xmlns:a16="http://schemas.microsoft.com/office/drawing/2014/main" id="{B9A207CB-7D3D-2245-B4EB-AB96C5D60E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99897" y="919321"/>
            <a:ext cx="2809875" cy="50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5361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Light Grey - IQVIA"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raphic 13">
            <a:extLst>
              <a:ext uri="{FF2B5EF4-FFF2-40B4-BE49-F238E27FC236}">
                <a16:creationId xmlns:a16="http://schemas.microsoft.com/office/drawing/2014/main" id="{C0F63227-657D-4706-8FAB-F4C17696833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99897" y="919321"/>
            <a:ext cx="2809875" cy="508000"/>
          </a:xfrm>
          <a:prstGeom prst="rect">
            <a:avLst/>
          </a:prstGeom>
        </p:spPr>
      </p:pic>
      <p:sp>
        <p:nvSpPr>
          <p:cNvPr id="60" name="Title 1">
            <a:extLst>
              <a:ext uri="{FF2B5EF4-FFF2-40B4-BE49-F238E27FC236}">
                <a16:creationId xmlns:a16="http://schemas.microsoft.com/office/drawing/2014/main" id="{B8567F05-315D-614C-B916-932362171A2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white">
          <a:xfrm>
            <a:off x="1296073" y="2244421"/>
            <a:ext cx="6986057" cy="5427419"/>
          </a:xfrm>
          <a:prstGeom prst="rect">
            <a:avLst/>
          </a:prstGeom>
        </p:spPr>
        <p:txBody>
          <a:bodyPr anchor="ctr" anchorCtr="0"/>
          <a:lstStyle>
            <a:lvl1pPr>
              <a:lnSpc>
                <a:spcPct val="100000"/>
              </a:lnSpc>
              <a:defRPr sz="4504" b="1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Dividers are 36pt Arial Bold sentence case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C58BFCDA-FC31-2A4E-97D4-B728D66FDDB6}"/>
              </a:ext>
            </a:extLst>
          </p:cNvPr>
          <p:cNvSpPr txBox="1">
            <a:spLocks/>
          </p:cNvSpPr>
          <p:nvPr/>
        </p:nvSpPr>
        <p:spPr bwMode="white">
          <a:xfrm>
            <a:off x="14635569" y="8185182"/>
            <a:ext cx="459860" cy="22225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C5C7A9E-C6A9-4A9D-A8BC-E29E91AD59EE}" type="slidenum">
              <a:rPr lang="en-US" sz="1003" b="0" smtClean="0">
                <a:solidFill>
                  <a:schemeClr val="bg1"/>
                </a:solidFill>
              </a:rPr>
              <a:t>‹#›</a:t>
            </a:fld>
            <a:endParaRPr lang="en-US" sz="1003" b="0" dirty="0">
              <a:solidFill>
                <a:schemeClr val="bg1"/>
              </a:solidFill>
            </a:endParaRPr>
          </a:p>
        </p:txBody>
      </p:sp>
      <p:grpSp>
        <p:nvGrpSpPr>
          <p:cNvPr id="57" name="Group 56">
            <a:extLst>
              <a:ext uri="{FF2B5EF4-FFF2-40B4-BE49-F238E27FC236}">
                <a16:creationId xmlns:a16="http://schemas.microsoft.com/office/drawing/2014/main" id="{4BAD41B1-1630-BD43-A04E-438392C529EA}"/>
              </a:ext>
            </a:extLst>
          </p:cNvPr>
          <p:cNvGrpSpPr/>
          <p:nvPr/>
        </p:nvGrpSpPr>
        <p:grpSpPr>
          <a:xfrm>
            <a:off x="8795309" y="3440023"/>
            <a:ext cx="6444694" cy="4629150"/>
            <a:chOff x="7036244" y="2752016"/>
            <a:chExt cx="5155756" cy="3703320"/>
          </a:xfrm>
          <a:solidFill>
            <a:schemeClr val="accent1"/>
          </a:solidFill>
        </p:grpSpPr>
        <p:sp>
          <p:nvSpPr>
            <p:cNvPr id="58" name="Freeform 57">
              <a:extLst>
                <a:ext uri="{FF2B5EF4-FFF2-40B4-BE49-F238E27FC236}">
                  <a16:creationId xmlns:a16="http://schemas.microsoft.com/office/drawing/2014/main" id="{E44435BD-EEDE-4C41-A1F2-ABC0999A168E}"/>
                </a:ext>
              </a:extLst>
            </p:cNvPr>
            <p:cNvSpPr/>
            <p:nvPr/>
          </p:nvSpPr>
          <p:spPr>
            <a:xfrm>
              <a:off x="9432234" y="2752016"/>
              <a:ext cx="2759766" cy="549150"/>
            </a:xfrm>
            <a:custGeom>
              <a:avLst/>
              <a:gdLst>
                <a:gd name="connsiteX0" fmla="*/ 274575 w 2759766"/>
                <a:gd name="connsiteY0" fmla="*/ 0 h 549150"/>
                <a:gd name="connsiteX1" fmla="*/ 276476 w 2759766"/>
                <a:gd name="connsiteY1" fmla="*/ 192 h 549150"/>
                <a:gd name="connsiteX2" fmla="*/ 276476 w 2759766"/>
                <a:gd name="connsiteY2" fmla="*/ 0 h 549150"/>
                <a:gd name="connsiteX3" fmla="*/ 1832666 w 2759766"/>
                <a:gd name="connsiteY3" fmla="*/ 0 h 549150"/>
                <a:gd name="connsiteX4" fmla="*/ 2706584 w 2759766"/>
                <a:gd name="connsiteY4" fmla="*/ 0 h 549150"/>
                <a:gd name="connsiteX5" fmla="*/ 2759766 w 2759766"/>
                <a:gd name="connsiteY5" fmla="*/ 0 h 549150"/>
                <a:gd name="connsiteX6" fmla="*/ 2759766 w 2759766"/>
                <a:gd name="connsiteY6" fmla="*/ 549150 h 549150"/>
                <a:gd name="connsiteX7" fmla="*/ 2706584 w 2759766"/>
                <a:gd name="connsiteY7" fmla="*/ 549150 h 549150"/>
                <a:gd name="connsiteX8" fmla="*/ 1832666 w 2759766"/>
                <a:gd name="connsiteY8" fmla="*/ 549150 h 549150"/>
                <a:gd name="connsiteX9" fmla="*/ 276476 w 2759766"/>
                <a:gd name="connsiteY9" fmla="*/ 549150 h 549150"/>
                <a:gd name="connsiteX10" fmla="*/ 276476 w 2759766"/>
                <a:gd name="connsiteY10" fmla="*/ 548958 h 549150"/>
                <a:gd name="connsiteX11" fmla="*/ 274575 w 2759766"/>
                <a:gd name="connsiteY11" fmla="*/ 549150 h 549150"/>
                <a:gd name="connsiteX12" fmla="*/ 0 w 2759766"/>
                <a:gd name="connsiteY12" fmla="*/ 274575 h 549150"/>
                <a:gd name="connsiteX13" fmla="*/ 274575 w 2759766"/>
                <a:gd name="connsiteY13" fmla="*/ 0 h 549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759766" h="549150">
                  <a:moveTo>
                    <a:pt x="274575" y="0"/>
                  </a:moveTo>
                  <a:lnTo>
                    <a:pt x="276476" y="192"/>
                  </a:lnTo>
                  <a:lnTo>
                    <a:pt x="276476" y="0"/>
                  </a:lnTo>
                  <a:lnTo>
                    <a:pt x="1832666" y="0"/>
                  </a:lnTo>
                  <a:lnTo>
                    <a:pt x="2706584" y="0"/>
                  </a:lnTo>
                  <a:lnTo>
                    <a:pt x="2759766" y="0"/>
                  </a:lnTo>
                  <a:lnTo>
                    <a:pt x="2759766" y="549150"/>
                  </a:lnTo>
                  <a:lnTo>
                    <a:pt x="2706584" y="549150"/>
                  </a:lnTo>
                  <a:lnTo>
                    <a:pt x="1832666" y="549150"/>
                  </a:lnTo>
                  <a:lnTo>
                    <a:pt x="276476" y="549150"/>
                  </a:lnTo>
                  <a:lnTo>
                    <a:pt x="276476" y="548958"/>
                  </a:lnTo>
                  <a:lnTo>
                    <a:pt x="274575" y="549150"/>
                  </a:lnTo>
                  <a:cubicBezTo>
                    <a:pt x="122931" y="549150"/>
                    <a:pt x="0" y="426219"/>
                    <a:pt x="0" y="274575"/>
                  </a:cubicBezTo>
                  <a:cubicBezTo>
                    <a:pt x="0" y="122932"/>
                    <a:pt x="122931" y="0"/>
                    <a:pt x="274575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t" anchorCtr="0">
              <a:noAutofit/>
            </a:bodyPr>
            <a:lstStyle/>
            <a:p>
              <a:pPr algn="l"/>
              <a:endParaRPr lang="en-US" sz="2002" dirty="0"/>
            </a:p>
          </p:txBody>
        </p:sp>
        <p:sp>
          <p:nvSpPr>
            <p:cNvPr id="59" name="Freeform 58">
              <a:extLst>
                <a:ext uri="{FF2B5EF4-FFF2-40B4-BE49-F238E27FC236}">
                  <a16:creationId xmlns:a16="http://schemas.microsoft.com/office/drawing/2014/main" id="{1C4729E5-C07B-2441-A6B5-D4DA9E028AEC}"/>
                </a:ext>
              </a:extLst>
            </p:cNvPr>
            <p:cNvSpPr/>
            <p:nvPr/>
          </p:nvSpPr>
          <p:spPr>
            <a:xfrm>
              <a:off x="7850557" y="5906186"/>
              <a:ext cx="4341443" cy="549150"/>
            </a:xfrm>
            <a:custGeom>
              <a:avLst/>
              <a:gdLst>
                <a:gd name="connsiteX0" fmla="*/ 274575 w 4341443"/>
                <a:gd name="connsiteY0" fmla="*/ 0 h 549150"/>
                <a:gd name="connsiteX1" fmla="*/ 276477 w 4341443"/>
                <a:gd name="connsiteY1" fmla="*/ 192 h 549150"/>
                <a:gd name="connsiteX2" fmla="*/ 276477 w 4341443"/>
                <a:gd name="connsiteY2" fmla="*/ 0 h 549150"/>
                <a:gd name="connsiteX3" fmla="*/ 3414343 w 4341443"/>
                <a:gd name="connsiteY3" fmla="*/ 0 h 549150"/>
                <a:gd name="connsiteX4" fmla="*/ 4288263 w 4341443"/>
                <a:gd name="connsiteY4" fmla="*/ 0 h 549150"/>
                <a:gd name="connsiteX5" fmla="*/ 4341443 w 4341443"/>
                <a:gd name="connsiteY5" fmla="*/ 0 h 549150"/>
                <a:gd name="connsiteX6" fmla="*/ 4341443 w 4341443"/>
                <a:gd name="connsiteY6" fmla="*/ 549150 h 549150"/>
                <a:gd name="connsiteX7" fmla="*/ 4288263 w 4341443"/>
                <a:gd name="connsiteY7" fmla="*/ 549150 h 549150"/>
                <a:gd name="connsiteX8" fmla="*/ 3414343 w 4341443"/>
                <a:gd name="connsiteY8" fmla="*/ 549150 h 549150"/>
                <a:gd name="connsiteX9" fmla="*/ 276477 w 4341443"/>
                <a:gd name="connsiteY9" fmla="*/ 549150 h 549150"/>
                <a:gd name="connsiteX10" fmla="*/ 276477 w 4341443"/>
                <a:gd name="connsiteY10" fmla="*/ 548959 h 549150"/>
                <a:gd name="connsiteX11" fmla="*/ 274575 w 4341443"/>
                <a:gd name="connsiteY11" fmla="*/ 549150 h 549150"/>
                <a:gd name="connsiteX12" fmla="*/ 0 w 4341443"/>
                <a:gd name="connsiteY12" fmla="*/ 274575 h 549150"/>
                <a:gd name="connsiteX13" fmla="*/ 274575 w 4341443"/>
                <a:gd name="connsiteY13" fmla="*/ 0 h 549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341443" h="549150">
                  <a:moveTo>
                    <a:pt x="274575" y="0"/>
                  </a:moveTo>
                  <a:lnTo>
                    <a:pt x="276477" y="192"/>
                  </a:lnTo>
                  <a:lnTo>
                    <a:pt x="276477" y="0"/>
                  </a:lnTo>
                  <a:lnTo>
                    <a:pt x="3414343" y="0"/>
                  </a:lnTo>
                  <a:lnTo>
                    <a:pt x="4288263" y="0"/>
                  </a:lnTo>
                  <a:lnTo>
                    <a:pt x="4341443" y="0"/>
                  </a:lnTo>
                  <a:lnTo>
                    <a:pt x="4341443" y="549150"/>
                  </a:lnTo>
                  <a:lnTo>
                    <a:pt x="4288263" y="549150"/>
                  </a:lnTo>
                  <a:lnTo>
                    <a:pt x="3414343" y="549150"/>
                  </a:lnTo>
                  <a:lnTo>
                    <a:pt x="276477" y="549150"/>
                  </a:lnTo>
                  <a:lnTo>
                    <a:pt x="276477" y="548959"/>
                  </a:lnTo>
                  <a:lnTo>
                    <a:pt x="274575" y="549150"/>
                  </a:lnTo>
                  <a:cubicBezTo>
                    <a:pt x="122932" y="549150"/>
                    <a:pt x="0" y="426219"/>
                    <a:pt x="0" y="274575"/>
                  </a:cubicBezTo>
                  <a:cubicBezTo>
                    <a:pt x="0" y="122932"/>
                    <a:pt x="122932" y="0"/>
                    <a:pt x="274575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t" anchorCtr="0">
              <a:noAutofit/>
            </a:bodyPr>
            <a:lstStyle/>
            <a:p>
              <a:pPr algn="l"/>
              <a:endParaRPr lang="en-US" sz="2002" dirty="0"/>
            </a:p>
          </p:txBody>
        </p:sp>
        <p:sp>
          <p:nvSpPr>
            <p:cNvPr id="68" name="Freeform 67">
              <a:extLst>
                <a:ext uri="{FF2B5EF4-FFF2-40B4-BE49-F238E27FC236}">
                  <a16:creationId xmlns:a16="http://schemas.microsoft.com/office/drawing/2014/main" id="{C3C7C95F-71E5-2D48-9ED1-A6A7A40FCE53}"/>
                </a:ext>
              </a:extLst>
            </p:cNvPr>
            <p:cNvSpPr/>
            <p:nvPr/>
          </p:nvSpPr>
          <p:spPr>
            <a:xfrm>
              <a:off x="7451067" y="3804028"/>
              <a:ext cx="4740933" cy="549150"/>
            </a:xfrm>
            <a:custGeom>
              <a:avLst/>
              <a:gdLst>
                <a:gd name="connsiteX0" fmla="*/ 274073 w 4740933"/>
                <a:gd name="connsiteY0" fmla="*/ 0 h 549150"/>
                <a:gd name="connsiteX1" fmla="*/ 278104 w 4740933"/>
                <a:gd name="connsiteY1" fmla="*/ 407 h 549150"/>
                <a:gd name="connsiteX2" fmla="*/ 278104 w 4740933"/>
                <a:gd name="connsiteY2" fmla="*/ 0 h 549150"/>
                <a:gd name="connsiteX3" fmla="*/ 3813833 w 4740933"/>
                <a:gd name="connsiteY3" fmla="*/ 0 h 549150"/>
                <a:gd name="connsiteX4" fmla="*/ 4687752 w 4740933"/>
                <a:gd name="connsiteY4" fmla="*/ 0 h 549150"/>
                <a:gd name="connsiteX5" fmla="*/ 4740933 w 4740933"/>
                <a:gd name="connsiteY5" fmla="*/ 0 h 549150"/>
                <a:gd name="connsiteX6" fmla="*/ 4740933 w 4740933"/>
                <a:gd name="connsiteY6" fmla="*/ 549150 h 549150"/>
                <a:gd name="connsiteX7" fmla="*/ 4687752 w 4740933"/>
                <a:gd name="connsiteY7" fmla="*/ 549150 h 549150"/>
                <a:gd name="connsiteX8" fmla="*/ 3813833 w 4740933"/>
                <a:gd name="connsiteY8" fmla="*/ 549150 h 549150"/>
                <a:gd name="connsiteX9" fmla="*/ 278104 w 4740933"/>
                <a:gd name="connsiteY9" fmla="*/ 549150 h 549150"/>
                <a:gd name="connsiteX10" fmla="*/ 278104 w 4740933"/>
                <a:gd name="connsiteY10" fmla="*/ 547742 h 549150"/>
                <a:gd name="connsiteX11" fmla="*/ 274073 w 4740933"/>
                <a:gd name="connsiteY11" fmla="*/ 548148 h 549150"/>
                <a:gd name="connsiteX12" fmla="*/ 0 w 4740933"/>
                <a:gd name="connsiteY12" fmla="*/ 274074 h 549150"/>
                <a:gd name="connsiteX13" fmla="*/ 274073 w 4740933"/>
                <a:gd name="connsiteY13" fmla="*/ 0 h 549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740933" h="549150">
                  <a:moveTo>
                    <a:pt x="274073" y="0"/>
                  </a:moveTo>
                  <a:lnTo>
                    <a:pt x="278104" y="407"/>
                  </a:lnTo>
                  <a:lnTo>
                    <a:pt x="278104" y="0"/>
                  </a:lnTo>
                  <a:lnTo>
                    <a:pt x="3813833" y="0"/>
                  </a:lnTo>
                  <a:lnTo>
                    <a:pt x="4687752" y="0"/>
                  </a:lnTo>
                  <a:lnTo>
                    <a:pt x="4740933" y="0"/>
                  </a:lnTo>
                  <a:lnTo>
                    <a:pt x="4740933" y="549150"/>
                  </a:lnTo>
                  <a:lnTo>
                    <a:pt x="4687752" y="549150"/>
                  </a:lnTo>
                  <a:lnTo>
                    <a:pt x="3813833" y="549150"/>
                  </a:lnTo>
                  <a:lnTo>
                    <a:pt x="278104" y="549150"/>
                  </a:lnTo>
                  <a:lnTo>
                    <a:pt x="278104" y="547742"/>
                  </a:lnTo>
                  <a:lnTo>
                    <a:pt x="274073" y="548148"/>
                  </a:lnTo>
                  <a:cubicBezTo>
                    <a:pt x="122707" y="548148"/>
                    <a:pt x="0" y="425441"/>
                    <a:pt x="0" y="274074"/>
                  </a:cubicBezTo>
                  <a:cubicBezTo>
                    <a:pt x="0" y="122707"/>
                    <a:pt x="122707" y="0"/>
                    <a:pt x="274073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l"/>
              <a:endParaRPr lang="en-US" sz="2002" dirty="0"/>
            </a:p>
          </p:txBody>
        </p:sp>
        <p:sp>
          <p:nvSpPr>
            <p:cNvPr id="69" name="Freeform 68">
              <a:extLst>
                <a:ext uri="{FF2B5EF4-FFF2-40B4-BE49-F238E27FC236}">
                  <a16:creationId xmlns:a16="http://schemas.microsoft.com/office/drawing/2014/main" id="{8D53D1E7-5120-0F4B-B38C-FAE533E99835}"/>
                </a:ext>
              </a:extLst>
            </p:cNvPr>
            <p:cNvSpPr/>
            <p:nvPr/>
          </p:nvSpPr>
          <p:spPr>
            <a:xfrm>
              <a:off x="7036244" y="4854606"/>
              <a:ext cx="5155756" cy="549150"/>
            </a:xfrm>
            <a:custGeom>
              <a:avLst/>
              <a:gdLst>
                <a:gd name="connsiteX0" fmla="*/ 299044 w 5155756"/>
                <a:gd name="connsiteY0" fmla="*/ 0 h 549150"/>
                <a:gd name="connsiteX1" fmla="*/ 300889 w 5155756"/>
                <a:gd name="connsiteY1" fmla="*/ 171 h 549150"/>
                <a:gd name="connsiteX2" fmla="*/ 300889 w 5155756"/>
                <a:gd name="connsiteY2" fmla="*/ 0 h 549150"/>
                <a:gd name="connsiteX3" fmla="*/ 4228656 w 5155756"/>
                <a:gd name="connsiteY3" fmla="*/ 0 h 549150"/>
                <a:gd name="connsiteX4" fmla="*/ 5103517 w 5155756"/>
                <a:gd name="connsiteY4" fmla="*/ 0 h 549150"/>
                <a:gd name="connsiteX5" fmla="*/ 5155756 w 5155756"/>
                <a:gd name="connsiteY5" fmla="*/ 0 h 549150"/>
                <a:gd name="connsiteX6" fmla="*/ 5155756 w 5155756"/>
                <a:gd name="connsiteY6" fmla="*/ 549150 h 549150"/>
                <a:gd name="connsiteX7" fmla="*/ 5103517 w 5155756"/>
                <a:gd name="connsiteY7" fmla="*/ 549150 h 549150"/>
                <a:gd name="connsiteX8" fmla="*/ 4228656 w 5155756"/>
                <a:gd name="connsiteY8" fmla="*/ 549150 h 549150"/>
                <a:gd name="connsiteX9" fmla="*/ 300889 w 5155756"/>
                <a:gd name="connsiteY9" fmla="*/ 549150 h 549150"/>
                <a:gd name="connsiteX10" fmla="*/ 300889 w 5155756"/>
                <a:gd name="connsiteY10" fmla="*/ 548980 h 549150"/>
                <a:gd name="connsiteX11" fmla="*/ 299044 w 5155756"/>
                <a:gd name="connsiteY11" fmla="*/ 549150 h 549150"/>
                <a:gd name="connsiteX12" fmla="*/ 0 w 5155756"/>
                <a:gd name="connsiteY12" fmla="*/ 274575 h 549150"/>
                <a:gd name="connsiteX13" fmla="*/ 299044 w 5155756"/>
                <a:gd name="connsiteY13" fmla="*/ 0 h 549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155756" h="549150">
                  <a:moveTo>
                    <a:pt x="299044" y="0"/>
                  </a:moveTo>
                  <a:lnTo>
                    <a:pt x="300889" y="171"/>
                  </a:lnTo>
                  <a:lnTo>
                    <a:pt x="300889" y="0"/>
                  </a:lnTo>
                  <a:lnTo>
                    <a:pt x="4228656" y="0"/>
                  </a:lnTo>
                  <a:lnTo>
                    <a:pt x="5103517" y="0"/>
                  </a:lnTo>
                  <a:lnTo>
                    <a:pt x="5155756" y="0"/>
                  </a:lnTo>
                  <a:lnTo>
                    <a:pt x="5155756" y="549150"/>
                  </a:lnTo>
                  <a:lnTo>
                    <a:pt x="5103517" y="549150"/>
                  </a:lnTo>
                  <a:lnTo>
                    <a:pt x="4228656" y="549150"/>
                  </a:lnTo>
                  <a:lnTo>
                    <a:pt x="300889" y="549150"/>
                  </a:lnTo>
                  <a:lnTo>
                    <a:pt x="300889" y="548980"/>
                  </a:lnTo>
                  <a:lnTo>
                    <a:pt x="299044" y="549150"/>
                  </a:lnTo>
                  <a:cubicBezTo>
                    <a:pt x="133887" y="549150"/>
                    <a:pt x="0" y="426219"/>
                    <a:pt x="0" y="274575"/>
                  </a:cubicBezTo>
                  <a:cubicBezTo>
                    <a:pt x="0" y="122932"/>
                    <a:pt x="133887" y="0"/>
                    <a:pt x="299044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l"/>
              <a:endParaRPr lang="en-US" sz="2002" dirty="0"/>
            </a:p>
          </p:txBody>
        </p:sp>
      </p:grpSp>
    </p:spTree>
    <p:extLst>
      <p:ext uri="{BB962C8B-B14F-4D97-AF65-F5344CB8AC3E}">
        <p14:creationId xmlns:p14="http://schemas.microsoft.com/office/powerpoint/2010/main" val="1648207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- IQV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Rectangle 67">
            <a:extLst>
              <a:ext uri="{FF2B5EF4-FFF2-40B4-BE49-F238E27FC236}">
                <a16:creationId xmlns:a16="http://schemas.microsoft.com/office/drawing/2014/main" id="{4E85BE28-1C3E-4A79-9B84-3BC2D0438DD8}"/>
              </a:ext>
            </a:extLst>
          </p:cNvPr>
          <p:cNvSpPr/>
          <p:nvPr/>
        </p:nvSpPr>
        <p:spPr bwMode="gray">
          <a:xfrm>
            <a:off x="442351" y="0"/>
            <a:ext cx="14355306" cy="85725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l"/>
            <a:endParaRPr lang="en-US" sz="2002" dirty="0"/>
          </a:p>
        </p:txBody>
      </p:sp>
      <p:grpSp>
        <p:nvGrpSpPr>
          <p:cNvPr id="84" name="Group 83">
            <a:extLst>
              <a:ext uri="{FF2B5EF4-FFF2-40B4-BE49-F238E27FC236}">
                <a16:creationId xmlns:a16="http://schemas.microsoft.com/office/drawing/2014/main" id="{B2BC05FF-F7B1-2643-B9FF-FE7362631CA8}"/>
              </a:ext>
            </a:extLst>
          </p:cNvPr>
          <p:cNvGrpSpPr/>
          <p:nvPr/>
        </p:nvGrpSpPr>
        <p:grpSpPr>
          <a:xfrm>
            <a:off x="8795309" y="3440023"/>
            <a:ext cx="6444694" cy="4629150"/>
            <a:chOff x="7036244" y="2752016"/>
            <a:chExt cx="5155756" cy="3703320"/>
          </a:xfrm>
          <a:solidFill>
            <a:schemeClr val="accent1"/>
          </a:solidFill>
        </p:grpSpPr>
        <p:sp>
          <p:nvSpPr>
            <p:cNvPr id="85" name="Freeform 84">
              <a:extLst>
                <a:ext uri="{FF2B5EF4-FFF2-40B4-BE49-F238E27FC236}">
                  <a16:creationId xmlns:a16="http://schemas.microsoft.com/office/drawing/2014/main" id="{54AF320E-9B8F-3143-935B-C21387DC95B0}"/>
                </a:ext>
              </a:extLst>
            </p:cNvPr>
            <p:cNvSpPr/>
            <p:nvPr/>
          </p:nvSpPr>
          <p:spPr>
            <a:xfrm>
              <a:off x="9432234" y="2752016"/>
              <a:ext cx="2759766" cy="549150"/>
            </a:xfrm>
            <a:custGeom>
              <a:avLst/>
              <a:gdLst>
                <a:gd name="connsiteX0" fmla="*/ 274575 w 2759766"/>
                <a:gd name="connsiteY0" fmla="*/ 0 h 549150"/>
                <a:gd name="connsiteX1" fmla="*/ 276476 w 2759766"/>
                <a:gd name="connsiteY1" fmla="*/ 192 h 549150"/>
                <a:gd name="connsiteX2" fmla="*/ 276476 w 2759766"/>
                <a:gd name="connsiteY2" fmla="*/ 0 h 549150"/>
                <a:gd name="connsiteX3" fmla="*/ 1832666 w 2759766"/>
                <a:gd name="connsiteY3" fmla="*/ 0 h 549150"/>
                <a:gd name="connsiteX4" fmla="*/ 2706584 w 2759766"/>
                <a:gd name="connsiteY4" fmla="*/ 0 h 549150"/>
                <a:gd name="connsiteX5" fmla="*/ 2759766 w 2759766"/>
                <a:gd name="connsiteY5" fmla="*/ 0 h 549150"/>
                <a:gd name="connsiteX6" fmla="*/ 2759766 w 2759766"/>
                <a:gd name="connsiteY6" fmla="*/ 549150 h 549150"/>
                <a:gd name="connsiteX7" fmla="*/ 2706584 w 2759766"/>
                <a:gd name="connsiteY7" fmla="*/ 549150 h 549150"/>
                <a:gd name="connsiteX8" fmla="*/ 1832666 w 2759766"/>
                <a:gd name="connsiteY8" fmla="*/ 549150 h 549150"/>
                <a:gd name="connsiteX9" fmla="*/ 276476 w 2759766"/>
                <a:gd name="connsiteY9" fmla="*/ 549150 h 549150"/>
                <a:gd name="connsiteX10" fmla="*/ 276476 w 2759766"/>
                <a:gd name="connsiteY10" fmla="*/ 548958 h 549150"/>
                <a:gd name="connsiteX11" fmla="*/ 274575 w 2759766"/>
                <a:gd name="connsiteY11" fmla="*/ 549150 h 549150"/>
                <a:gd name="connsiteX12" fmla="*/ 0 w 2759766"/>
                <a:gd name="connsiteY12" fmla="*/ 274575 h 549150"/>
                <a:gd name="connsiteX13" fmla="*/ 274575 w 2759766"/>
                <a:gd name="connsiteY13" fmla="*/ 0 h 549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759766" h="549150">
                  <a:moveTo>
                    <a:pt x="274575" y="0"/>
                  </a:moveTo>
                  <a:lnTo>
                    <a:pt x="276476" y="192"/>
                  </a:lnTo>
                  <a:lnTo>
                    <a:pt x="276476" y="0"/>
                  </a:lnTo>
                  <a:lnTo>
                    <a:pt x="1832666" y="0"/>
                  </a:lnTo>
                  <a:lnTo>
                    <a:pt x="2706584" y="0"/>
                  </a:lnTo>
                  <a:lnTo>
                    <a:pt x="2759766" y="0"/>
                  </a:lnTo>
                  <a:lnTo>
                    <a:pt x="2759766" y="549150"/>
                  </a:lnTo>
                  <a:lnTo>
                    <a:pt x="2706584" y="549150"/>
                  </a:lnTo>
                  <a:lnTo>
                    <a:pt x="1832666" y="549150"/>
                  </a:lnTo>
                  <a:lnTo>
                    <a:pt x="276476" y="549150"/>
                  </a:lnTo>
                  <a:lnTo>
                    <a:pt x="276476" y="548958"/>
                  </a:lnTo>
                  <a:lnTo>
                    <a:pt x="274575" y="549150"/>
                  </a:lnTo>
                  <a:cubicBezTo>
                    <a:pt x="122931" y="549150"/>
                    <a:pt x="0" y="426219"/>
                    <a:pt x="0" y="274575"/>
                  </a:cubicBezTo>
                  <a:cubicBezTo>
                    <a:pt x="0" y="122932"/>
                    <a:pt x="122931" y="0"/>
                    <a:pt x="274575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t" anchorCtr="0">
              <a:noAutofit/>
            </a:bodyPr>
            <a:lstStyle/>
            <a:p>
              <a:pPr algn="l"/>
              <a:endParaRPr lang="en-US" sz="2002" dirty="0"/>
            </a:p>
          </p:txBody>
        </p:sp>
        <p:sp>
          <p:nvSpPr>
            <p:cNvPr id="86" name="Freeform 85">
              <a:extLst>
                <a:ext uri="{FF2B5EF4-FFF2-40B4-BE49-F238E27FC236}">
                  <a16:creationId xmlns:a16="http://schemas.microsoft.com/office/drawing/2014/main" id="{4B250C1E-384C-5A4D-B493-4F16109AFBFE}"/>
                </a:ext>
              </a:extLst>
            </p:cNvPr>
            <p:cNvSpPr/>
            <p:nvPr/>
          </p:nvSpPr>
          <p:spPr>
            <a:xfrm>
              <a:off x="7850557" y="5906186"/>
              <a:ext cx="4341443" cy="549150"/>
            </a:xfrm>
            <a:custGeom>
              <a:avLst/>
              <a:gdLst>
                <a:gd name="connsiteX0" fmla="*/ 274575 w 4341443"/>
                <a:gd name="connsiteY0" fmla="*/ 0 h 549150"/>
                <a:gd name="connsiteX1" fmla="*/ 276477 w 4341443"/>
                <a:gd name="connsiteY1" fmla="*/ 192 h 549150"/>
                <a:gd name="connsiteX2" fmla="*/ 276477 w 4341443"/>
                <a:gd name="connsiteY2" fmla="*/ 0 h 549150"/>
                <a:gd name="connsiteX3" fmla="*/ 3414343 w 4341443"/>
                <a:gd name="connsiteY3" fmla="*/ 0 h 549150"/>
                <a:gd name="connsiteX4" fmla="*/ 4288263 w 4341443"/>
                <a:gd name="connsiteY4" fmla="*/ 0 h 549150"/>
                <a:gd name="connsiteX5" fmla="*/ 4341443 w 4341443"/>
                <a:gd name="connsiteY5" fmla="*/ 0 h 549150"/>
                <a:gd name="connsiteX6" fmla="*/ 4341443 w 4341443"/>
                <a:gd name="connsiteY6" fmla="*/ 549150 h 549150"/>
                <a:gd name="connsiteX7" fmla="*/ 4288263 w 4341443"/>
                <a:gd name="connsiteY7" fmla="*/ 549150 h 549150"/>
                <a:gd name="connsiteX8" fmla="*/ 3414343 w 4341443"/>
                <a:gd name="connsiteY8" fmla="*/ 549150 h 549150"/>
                <a:gd name="connsiteX9" fmla="*/ 276477 w 4341443"/>
                <a:gd name="connsiteY9" fmla="*/ 549150 h 549150"/>
                <a:gd name="connsiteX10" fmla="*/ 276477 w 4341443"/>
                <a:gd name="connsiteY10" fmla="*/ 548959 h 549150"/>
                <a:gd name="connsiteX11" fmla="*/ 274575 w 4341443"/>
                <a:gd name="connsiteY11" fmla="*/ 549150 h 549150"/>
                <a:gd name="connsiteX12" fmla="*/ 0 w 4341443"/>
                <a:gd name="connsiteY12" fmla="*/ 274575 h 549150"/>
                <a:gd name="connsiteX13" fmla="*/ 274575 w 4341443"/>
                <a:gd name="connsiteY13" fmla="*/ 0 h 549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341443" h="549150">
                  <a:moveTo>
                    <a:pt x="274575" y="0"/>
                  </a:moveTo>
                  <a:lnTo>
                    <a:pt x="276477" y="192"/>
                  </a:lnTo>
                  <a:lnTo>
                    <a:pt x="276477" y="0"/>
                  </a:lnTo>
                  <a:lnTo>
                    <a:pt x="3414343" y="0"/>
                  </a:lnTo>
                  <a:lnTo>
                    <a:pt x="4288263" y="0"/>
                  </a:lnTo>
                  <a:lnTo>
                    <a:pt x="4341443" y="0"/>
                  </a:lnTo>
                  <a:lnTo>
                    <a:pt x="4341443" y="549150"/>
                  </a:lnTo>
                  <a:lnTo>
                    <a:pt x="4288263" y="549150"/>
                  </a:lnTo>
                  <a:lnTo>
                    <a:pt x="3414343" y="549150"/>
                  </a:lnTo>
                  <a:lnTo>
                    <a:pt x="276477" y="549150"/>
                  </a:lnTo>
                  <a:lnTo>
                    <a:pt x="276477" y="548959"/>
                  </a:lnTo>
                  <a:lnTo>
                    <a:pt x="274575" y="549150"/>
                  </a:lnTo>
                  <a:cubicBezTo>
                    <a:pt x="122932" y="549150"/>
                    <a:pt x="0" y="426219"/>
                    <a:pt x="0" y="274575"/>
                  </a:cubicBezTo>
                  <a:cubicBezTo>
                    <a:pt x="0" y="122932"/>
                    <a:pt x="122932" y="0"/>
                    <a:pt x="274575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t" anchorCtr="0">
              <a:noAutofit/>
            </a:bodyPr>
            <a:lstStyle/>
            <a:p>
              <a:pPr algn="l"/>
              <a:endParaRPr lang="en-US" sz="2002" dirty="0"/>
            </a:p>
          </p:txBody>
        </p:sp>
        <p:sp>
          <p:nvSpPr>
            <p:cNvPr id="87" name="Freeform 86">
              <a:extLst>
                <a:ext uri="{FF2B5EF4-FFF2-40B4-BE49-F238E27FC236}">
                  <a16:creationId xmlns:a16="http://schemas.microsoft.com/office/drawing/2014/main" id="{5A2F5A00-A48E-1A46-9393-ED80FF031B14}"/>
                </a:ext>
              </a:extLst>
            </p:cNvPr>
            <p:cNvSpPr/>
            <p:nvPr/>
          </p:nvSpPr>
          <p:spPr>
            <a:xfrm>
              <a:off x="7451067" y="3804028"/>
              <a:ext cx="4740933" cy="549150"/>
            </a:xfrm>
            <a:custGeom>
              <a:avLst/>
              <a:gdLst>
                <a:gd name="connsiteX0" fmla="*/ 274073 w 4740933"/>
                <a:gd name="connsiteY0" fmla="*/ 0 h 549150"/>
                <a:gd name="connsiteX1" fmla="*/ 278104 w 4740933"/>
                <a:gd name="connsiteY1" fmla="*/ 407 h 549150"/>
                <a:gd name="connsiteX2" fmla="*/ 278104 w 4740933"/>
                <a:gd name="connsiteY2" fmla="*/ 0 h 549150"/>
                <a:gd name="connsiteX3" fmla="*/ 3813833 w 4740933"/>
                <a:gd name="connsiteY3" fmla="*/ 0 h 549150"/>
                <a:gd name="connsiteX4" fmla="*/ 4687752 w 4740933"/>
                <a:gd name="connsiteY4" fmla="*/ 0 h 549150"/>
                <a:gd name="connsiteX5" fmla="*/ 4740933 w 4740933"/>
                <a:gd name="connsiteY5" fmla="*/ 0 h 549150"/>
                <a:gd name="connsiteX6" fmla="*/ 4740933 w 4740933"/>
                <a:gd name="connsiteY6" fmla="*/ 549150 h 549150"/>
                <a:gd name="connsiteX7" fmla="*/ 4687752 w 4740933"/>
                <a:gd name="connsiteY7" fmla="*/ 549150 h 549150"/>
                <a:gd name="connsiteX8" fmla="*/ 3813833 w 4740933"/>
                <a:gd name="connsiteY8" fmla="*/ 549150 h 549150"/>
                <a:gd name="connsiteX9" fmla="*/ 278104 w 4740933"/>
                <a:gd name="connsiteY9" fmla="*/ 549150 h 549150"/>
                <a:gd name="connsiteX10" fmla="*/ 278104 w 4740933"/>
                <a:gd name="connsiteY10" fmla="*/ 547742 h 549150"/>
                <a:gd name="connsiteX11" fmla="*/ 274073 w 4740933"/>
                <a:gd name="connsiteY11" fmla="*/ 548148 h 549150"/>
                <a:gd name="connsiteX12" fmla="*/ 0 w 4740933"/>
                <a:gd name="connsiteY12" fmla="*/ 274074 h 549150"/>
                <a:gd name="connsiteX13" fmla="*/ 274073 w 4740933"/>
                <a:gd name="connsiteY13" fmla="*/ 0 h 549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740933" h="549150">
                  <a:moveTo>
                    <a:pt x="274073" y="0"/>
                  </a:moveTo>
                  <a:lnTo>
                    <a:pt x="278104" y="407"/>
                  </a:lnTo>
                  <a:lnTo>
                    <a:pt x="278104" y="0"/>
                  </a:lnTo>
                  <a:lnTo>
                    <a:pt x="3813833" y="0"/>
                  </a:lnTo>
                  <a:lnTo>
                    <a:pt x="4687752" y="0"/>
                  </a:lnTo>
                  <a:lnTo>
                    <a:pt x="4740933" y="0"/>
                  </a:lnTo>
                  <a:lnTo>
                    <a:pt x="4740933" y="549150"/>
                  </a:lnTo>
                  <a:lnTo>
                    <a:pt x="4687752" y="549150"/>
                  </a:lnTo>
                  <a:lnTo>
                    <a:pt x="3813833" y="549150"/>
                  </a:lnTo>
                  <a:lnTo>
                    <a:pt x="278104" y="549150"/>
                  </a:lnTo>
                  <a:lnTo>
                    <a:pt x="278104" y="547742"/>
                  </a:lnTo>
                  <a:lnTo>
                    <a:pt x="274073" y="548148"/>
                  </a:lnTo>
                  <a:cubicBezTo>
                    <a:pt x="122707" y="548148"/>
                    <a:pt x="0" y="425441"/>
                    <a:pt x="0" y="274074"/>
                  </a:cubicBezTo>
                  <a:cubicBezTo>
                    <a:pt x="0" y="122707"/>
                    <a:pt x="122707" y="0"/>
                    <a:pt x="274073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l"/>
              <a:endParaRPr lang="en-US" sz="2002" dirty="0"/>
            </a:p>
          </p:txBody>
        </p:sp>
        <p:sp>
          <p:nvSpPr>
            <p:cNvPr id="88" name="Freeform 87">
              <a:extLst>
                <a:ext uri="{FF2B5EF4-FFF2-40B4-BE49-F238E27FC236}">
                  <a16:creationId xmlns:a16="http://schemas.microsoft.com/office/drawing/2014/main" id="{796862EF-B16A-7B49-B5EF-1F789A62F17C}"/>
                </a:ext>
              </a:extLst>
            </p:cNvPr>
            <p:cNvSpPr/>
            <p:nvPr/>
          </p:nvSpPr>
          <p:spPr>
            <a:xfrm>
              <a:off x="7036244" y="4854606"/>
              <a:ext cx="5155756" cy="549150"/>
            </a:xfrm>
            <a:custGeom>
              <a:avLst/>
              <a:gdLst>
                <a:gd name="connsiteX0" fmla="*/ 299044 w 5155756"/>
                <a:gd name="connsiteY0" fmla="*/ 0 h 549150"/>
                <a:gd name="connsiteX1" fmla="*/ 300889 w 5155756"/>
                <a:gd name="connsiteY1" fmla="*/ 171 h 549150"/>
                <a:gd name="connsiteX2" fmla="*/ 300889 w 5155756"/>
                <a:gd name="connsiteY2" fmla="*/ 0 h 549150"/>
                <a:gd name="connsiteX3" fmla="*/ 4228656 w 5155756"/>
                <a:gd name="connsiteY3" fmla="*/ 0 h 549150"/>
                <a:gd name="connsiteX4" fmla="*/ 5103517 w 5155756"/>
                <a:gd name="connsiteY4" fmla="*/ 0 h 549150"/>
                <a:gd name="connsiteX5" fmla="*/ 5155756 w 5155756"/>
                <a:gd name="connsiteY5" fmla="*/ 0 h 549150"/>
                <a:gd name="connsiteX6" fmla="*/ 5155756 w 5155756"/>
                <a:gd name="connsiteY6" fmla="*/ 549150 h 549150"/>
                <a:gd name="connsiteX7" fmla="*/ 5103517 w 5155756"/>
                <a:gd name="connsiteY7" fmla="*/ 549150 h 549150"/>
                <a:gd name="connsiteX8" fmla="*/ 4228656 w 5155756"/>
                <a:gd name="connsiteY8" fmla="*/ 549150 h 549150"/>
                <a:gd name="connsiteX9" fmla="*/ 300889 w 5155756"/>
                <a:gd name="connsiteY9" fmla="*/ 549150 h 549150"/>
                <a:gd name="connsiteX10" fmla="*/ 300889 w 5155756"/>
                <a:gd name="connsiteY10" fmla="*/ 548980 h 549150"/>
                <a:gd name="connsiteX11" fmla="*/ 299044 w 5155756"/>
                <a:gd name="connsiteY11" fmla="*/ 549150 h 549150"/>
                <a:gd name="connsiteX12" fmla="*/ 0 w 5155756"/>
                <a:gd name="connsiteY12" fmla="*/ 274575 h 549150"/>
                <a:gd name="connsiteX13" fmla="*/ 299044 w 5155756"/>
                <a:gd name="connsiteY13" fmla="*/ 0 h 549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155756" h="549150">
                  <a:moveTo>
                    <a:pt x="299044" y="0"/>
                  </a:moveTo>
                  <a:lnTo>
                    <a:pt x="300889" y="171"/>
                  </a:lnTo>
                  <a:lnTo>
                    <a:pt x="300889" y="0"/>
                  </a:lnTo>
                  <a:lnTo>
                    <a:pt x="4228656" y="0"/>
                  </a:lnTo>
                  <a:lnTo>
                    <a:pt x="5103517" y="0"/>
                  </a:lnTo>
                  <a:lnTo>
                    <a:pt x="5155756" y="0"/>
                  </a:lnTo>
                  <a:lnTo>
                    <a:pt x="5155756" y="549150"/>
                  </a:lnTo>
                  <a:lnTo>
                    <a:pt x="5103517" y="549150"/>
                  </a:lnTo>
                  <a:lnTo>
                    <a:pt x="4228656" y="549150"/>
                  </a:lnTo>
                  <a:lnTo>
                    <a:pt x="300889" y="549150"/>
                  </a:lnTo>
                  <a:lnTo>
                    <a:pt x="300889" y="548980"/>
                  </a:lnTo>
                  <a:lnTo>
                    <a:pt x="299044" y="549150"/>
                  </a:lnTo>
                  <a:cubicBezTo>
                    <a:pt x="133887" y="549150"/>
                    <a:pt x="0" y="426219"/>
                    <a:pt x="0" y="274575"/>
                  </a:cubicBezTo>
                  <a:cubicBezTo>
                    <a:pt x="0" y="122932"/>
                    <a:pt x="133887" y="0"/>
                    <a:pt x="299044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l"/>
              <a:endParaRPr lang="en-US" sz="2002" dirty="0"/>
            </a:p>
          </p:txBody>
        </p:sp>
      </p:grpSp>
      <p:sp>
        <p:nvSpPr>
          <p:cNvPr id="82" name="Text Placeholder 3">
            <a:extLst>
              <a:ext uri="{FF2B5EF4-FFF2-40B4-BE49-F238E27FC236}">
                <a16:creationId xmlns:a16="http://schemas.microsoft.com/office/drawing/2014/main" id="{43B517CD-81B5-1241-9C7C-2B8168938CD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352771" y="6235660"/>
            <a:ext cx="6727111" cy="457200"/>
          </a:xfrm>
          <a:prstGeom prst="rect">
            <a:avLst/>
          </a:prstGeom>
        </p:spPr>
        <p:txBody>
          <a:bodyPr/>
          <a:lstStyle>
            <a:lvl1pPr marL="0" indent="0" algn="r">
              <a:lnSpc>
                <a:spcPct val="100000"/>
              </a:lnSpc>
              <a:buNone/>
              <a:defRPr sz="2252" b="0" i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— Attribution Line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352769" y="2261750"/>
            <a:ext cx="7232038" cy="3713124"/>
          </a:xfrm>
          <a:prstGeom prst="rect">
            <a:avLst/>
          </a:prstGeom>
        </p:spPr>
        <p:txBody>
          <a:bodyPr anchor="t" anchorCtr="0"/>
          <a:lstStyle>
            <a:lvl1pPr marL="0" marR="0" indent="0" algn="l" defTabSz="1143236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000" b="0" i="0" baseline="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Place quote here in 32pt Arial sentence case with quote attribution. Up to 6 lines of text can be used.”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6A04865E-13FE-4711-97A9-D413EE17A679}"/>
              </a:ext>
            </a:extLst>
          </p:cNvPr>
          <p:cNvSpPr txBox="1"/>
          <p:nvPr/>
        </p:nvSpPr>
        <p:spPr>
          <a:xfrm>
            <a:off x="473933" y="1770129"/>
            <a:ext cx="1171551" cy="1939634"/>
          </a:xfrm>
          <a:custGeom>
            <a:avLst/>
            <a:gdLst>
              <a:gd name="connsiteX0" fmla="*/ 0 w 937240"/>
              <a:gd name="connsiteY0" fmla="*/ 0 h 1862048"/>
              <a:gd name="connsiteX1" fmla="*/ 937240 w 937240"/>
              <a:gd name="connsiteY1" fmla="*/ 0 h 1862048"/>
              <a:gd name="connsiteX2" fmla="*/ 937240 w 937240"/>
              <a:gd name="connsiteY2" fmla="*/ 1862048 h 1862048"/>
              <a:gd name="connsiteX3" fmla="*/ 0 w 937240"/>
              <a:gd name="connsiteY3" fmla="*/ 1862048 h 1862048"/>
              <a:gd name="connsiteX4" fmla="*/ 0 w 937240"/>
              <a:gd name="connsiteY4" fmla="*/ 0 h 1862048"/>
              <a:gd name="connsiteX0" fmla="*/ 0 w 937240"/>
              <a:gd name="connsiteY0" fmla="*/ 0 h 1862048"/>
              <a:gd name="connsiteX1" fmla="*/ 937240 w 937240"/>
              <a:gd name="connsiteY1" fmla="*/ 0 h 1862048"/>
              <a:gd name="connsiteX2" fmla="*/ 698700 w 937240"/>
              <a:gd name="connsiteY2" fmla="*/ 1225944 h 1862048"/>
              <a:gd name="connsiteX3" fmla="*/ 0 w 937240"/>
              <a:gd name="connsiteY3" fmla="*/ 1862048 h 1862048"/>
              <a:gd name="connsiteX4" fmla="*/ 0 w 937240"/>
              <a:gd name="connsiteY4" fmla="*/ 0 h 1862048"/>
              <a:gd name="connsiteX0" fmla="*/ 0 w 937240"/>
              <a:gd name="connsiteY0" fmla="*/ 0 h 1225944"/>
              <a:gd name="connsiteX1" fmla="*/ 937240 w 937240"/>
              <a:gd name="connsiteY1" fmla="*/ 0 h 1225944"/>
              <a:gd name="connsiteX2" fmla="*/ 698700 w 937240"/>
              <a:gd name="connsiteY2" fmla="*/ 1225944 h 1225944"/>
              <a:gd name="connsiteX3" fmla="*/ 53009 w 937240"/>
              <a:gd name="connsiteY3" fmla="*/ 960901 h 1225944"/>
              <a:gd name="connsiteX4" fmla="*/ 0 w 937240"/>
              <a:gd name="connsiteY4" fmla="*/ 0 h 12259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37240" h="1225944">
                <a:moveTo>
                  <a:pt x="0" y="0"/>
                </a:moveTo>
                <a:lnTo>
                  <a:pt x="937240" y="0"/>
                </a:lnTo>
                <a:lnTo>
                  <a:pt x="698700" y="1225944"/>
                </a:lnTo>
                <a:lnTo>
                  <a:pt x="53009" y="960901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 wrap="square" rtlCol="0">
            <a:spAutoFit/>
          </a:bodyPr>
          <a:lstStyle/>
          <a:p>
            <a:r>
              <a:rPr lang="en-US" sz="12004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“</a:t>
            </a:r>
          </a:p>
        </p:txBody>
      </p:sp>
      <p:sp>
        <p:nvSpPr>
          <p:cNvPr id="65" name="Footer Placeholder 4">
            <a:extLst>
              <a:ext uri="{FF2B5EF4-FFF2-40B4-BE49-F238E27FC236}">
                <a16:creationId xmlns:a16="http://schemas.microsoft.com/office/drawing/2014/main" id="{2B5EAC86-5955-6C44-B473-E9638CE45B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1352767" y="7984824"/>
            <a:ext cx="10734959" cy="422610"/>
          </a:xfrm>
          <a:prstGeom prst="rect">
            <a:avLst/>
          </a:prstGeom>
          <a:noFill/>
        </p:spPr>
        <p:txBody>
          <a:bodyPr vert="horz" lIns="91440" tIns="45720" rIns="91440" bIns="45720" rtlCol="0" anchor="b" anchorCtr="0"/>
          <a:lstStyle>
            <a:lvl1pPr algn="l">
              <a:defRPr sz="1003">
                <a:solidFill>
                  <a:schemeClr val="tx1"/>
                </a:solidFill>
                <a:latin typeface="Arial Narrow" panose="020B060602020203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6" name="Slide Number Placeholder 5">
            <a:extLst>
              <a:ext uri="{FF2B5EF4-FFF2-40B4-BE49-F238E27FC236}">
                <a16:creationId xmlns:a16="http://schemas.microsoft.com/office/drawing/2014/main" id="{0B8041C5-D44C-8F4A-BD08-5435D5173B91}"/>
              </a:ext>
            </a:extLst>
          </p:cNvPr>
          <p:cNvSpPr txBox="1">
            <a:spLocks/>
          </p:cNvSpPr>
          <p:nvPr/>
        </p:nvSpPr>
        <p:spPr bwMode="white">
          <a:xfrm>
            <a:off x="14635569" y="8185182"/>
            <a:ext cx="459860" cy="22225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C5C7A9E-C6A9-4A9D-A8BC-E29E91AD59EE}" type="slidenum">
              <a:rPr lang="en-US" sz="1003" b="0" smtClean="0">
                <a:solidFill>
                  <a:srgbClr val="7F7F7F"/>
                </a:solidFill>
              </a:rPr>
              <a:t>‹#›</a:t>
            </a:fld>
            <a:endParaRPr lang="en-US" sz="1003" b="0" dirty="0">
              <a:solidFill>
                <a:srgbClr val="7F7F7F"/>
              </a:solidFill>
            </a:endParaRPr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5676FBE2-B43F-5C47-8389-AD3C99D975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99897" y="919321"/>
            <a:ext cx="2809875" cy="50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52782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ought Slide - IQVIA">
    <p:bg>
      <p:bgPr>
        <a:gradFill>
          <a:gsLst>
            <a:gs pos="20000">
              <a:schemeClr val="accent2"/>
            </a:gs>
            <a:gs pos="80000">
              <a:schemeClr val="accent1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CE54A23A-653F-044A-872E-96D84FA8FBB7}"/>
              </a:ext>
            </a:extLst>
          </p:cNvPr>
          <p:cNvGrpSpPr/>
          <p:nvPr/>
        </p:nvGrpSpPr>
        <p:grpSpPr>
          <a:xfrm>
            <a:off x="5" y="1825706"/>
            <a:ext cx="3188732" cy="5846136"/>
            <a:chOff x="0" y="1403413"/>
            <a:chExt cx="2550984" cy="4676908"/>
          </a:xfrm>
          <a:solidFill>
            <a:schemeClr val="accent1"/>
          </a:solidFill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844260B0-4CB4-D64E-9C92-5124265DA7A3}"/>
                </a:ext>
              </a:extLst>
            </p:cNvPr>
            <p:cNvGrpSpPr/>
            <p:nvPr/>
          </p:nvGrpSpPr>
          <p:grpSpPr>
            <a:xfrm>
              <a:off x="1" y="4502072"/>
              <a:ext cx="1013573" cy="545364"/>
              <a:chOff x="1" y="4502072"/>
              <a:chExt cx="1013573" cy="545364"/>
            </a:xfrm>
            <a:grpFill/>
          </p:grpSpPr>
          <p:sp>
            <p:nvSpPr>
              <p:cNvPr id="64" name="Rectangle 63">
                <a:extLst>
                  <a:ext uri="{FF2B5EF4-FFF2-40B4-BE49-F238E27FC236}">
                    <a16:creationId xmlns:a16="http://schemas.microsoft.com/office/drawing/2014/main" id="{AFE54BDC-92F7-FF47-96F4-48A8CED3C760}"/>
                  </a:ext>
                </a:extLst>
              </p:cNvPr>
              <p:cNvSpPr/>
              <p:nvPr/>
            </p:nvSpPr>
            <p:spPr>
              <a:xfrm>
                <a:off x="1" y="4502072"/>
                <a:ext cx="735042" cy="545364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l"/>
                <a:endParaRPr lang="en-US" sz="2002" dirty="0"/>
              </a:p>
            </p:txBody>
          </p:sp>
          <p:sp>
            <p:nvSpPr>
              <p:cNvPr id="65" name="Oval 64">
                <a:extLst>
                  <a:ext uri="{FF2B5EF4-FFF2-40B4-BE49-F238E27FC236}">
                    <a16:creationId xmlns:a16="http://schemas.microsoft.com/office/drawing/2014/main" id="{BBC52103-9224-6C4C-89DA-F8113C00854E}"/>
                  </a:ext>
                </a:extLst>
              </p:cNvPr>
              <p:cNvSpPr/>
              <p:nvPr/>
            </p:nvSpPr>
            <p:spPr>
              <a:xfrm>
                <a:off x="468210" y="4502072"/>
                <a:ext cx="545364" cy="545364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l"/>
                <a:endParaRPr lang="en-US" sz="2002" dirty="0"/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A0C066D0-213A-4E42-B2BA-FB39C744A96E}"/>
                </a:ext>
              </a:extLst>
            </p:cNvPr>
            <p:cNvGrpSpPr/>
            <p:nvPr/>
          </p:nvGrpSpPr>
          <p:grpSpPr>
            <a:xfrm>
              <a:off x="0" y="3469185"/>
              <a:ext cx="1162174" cy="545364"/>
              <a:chOff x="0" y="3469185"/>
              <a:chExt cx="1162174" cy="545364"/>
            </a:xfrm>
            <a:grpFill/>
          </p:grpSpPr>
          <p:sp>
            <p:nvSpPr>
              <p:cNvPr id="66" name="Rectangle 65">
                <a:extLst>
                  <a:ext uri="{FF2B5EF4-FFF2-40B4-BE49-F238E27FC236}">
                    <a16:creationId xmlns:a16="http://schemas.microsoft.com/office/drawing/2014/main" id="{DA67A407-7D4D-3749-9A23-617DCB2CC42B}"/>
                  </a:ext>
                </a:extLst>
              </p:cNvPr>
              <p:cNvSpPr/>
              <p:nvPr/>
            </p:nvSpPr>
            <p:spPr>
              <a:xfrm>
                <a:off x="0" y="3469185"/>
                <a:ext cx="883637" cy="545364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l"/>
                <a:endParaRPr lang="en-US" sz="2002" dirty="0"/>
              </a:p>
            </p:txBody>
          </p:sp>
          <p:sp>
            <p:nvSpPr>
              <p:cNvPr id="67" name="Oval 66">
                <a:extLst>
                  <a:ext uri="{FF2B5EF4-FFF2-40B4-BE49-F238E27FC236}">
                    <a16:creationId xmlns:a16="http://schemas.microsoft.com/office/drawing/2014/main" id="{35FFBBA7-854B-B748-B093-1CE3952BB1BD}"/>
                  </a:ext>
                </a:extLst>
              </p:cNvPr>
              <p:cNvSpPr/>
              <p:nvPr/>
            </p:nvSpPr>
            <p:spPr>
              <a:xfrm>
                <a:off x="616810" y="3469185"/>
                <a:ext cx="545364" cy="545364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l"/>
                <a:endParaRPr lang="en-US" sz="2002" dirty="0"/>
              </a:p>
            </p:txBody>
          </p: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30143330-49E8-4D4D-A683-BA5AC4536F35}"/>
                </a:ext>
              </a:extLst>
            </p:cNvPr>
            <p:cNvGrpSpPr/>
            <p:nvPr/>
          </p:nvGrpSpPr>
          <p:grpSpPr>
            <a:xfrm>
              <a:off x="0" y="2436300"/>
              <a:ext cx="1023436" cy="545364"/>
              <a:chOff x="0" y="2440184"/>
              <a:chExt cx="1023436" cy="545364"/>
            </a:xfrm>
            <a:grpFill/>
          </p:grpSpPr>
          <p:sp>
            <p:nvSpPr>
              <p:cNvPr id="68" name="Rectangle 67">
                <a:extLst>
                  <a:ext uri="{FF2B5EF4-FFF2-40B4-BE49-F238E27FC236}">
                    <a16:creationId xmlns:a16="http://schemas.microsoft.com/office/drawing/2014/main" id="{8036A379-1707-5D4E-AAD8-4CD10718D475}"/>
                  </a:ext>
                </a:extLst>
              </p:cNvPr>
              <p:cNvSpPr/>
              <p:nvPr/>
            </p:nvSpPr>
            <p:spPr>
              <a:xfrm>
                <a:off x="0" y="2440184"/>
                <a:ext cx="744067" cy="545364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l"/>
                <a:endParaRPr lang="en-US" sz="2002" dirty="0"/>
              </a:p>
            </p:txBody>
          </p:sp>
          <p:sp>
            <p:nvSpPr>
              <p:cNvPr id="69" name="Oval 68">
                <a:extLst>
                  <a:ext uri="{FF2B5EF4-FFF2-40B4-BE49-F238E27FC236}">
                    <a16:creationId xmlns:a16="http://schemas.microsoft.com/office/drawing/2014/main" id="{EB1666CD-BEF0-4D4B-BA70-902CCBD452A2}"/>
                  </a:ext>
                </a:extLst>
              </p:cNvPr>
              <p:cNvSpPr/>
              <p:nvPr/>
            </p:nvSpPr>
            <p:spPr>
              <a:xfrm>
                <a:off x="478072" y="2440184"/>
                <a:ext cx="545364" cy="545364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l"/>
                <a:endParaRPr lang="en-US" sz="2002" dirty="0"/>
              </a:p>
            </p:txBody>
          </p: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C6437A27-019B-564D-B996-C91C1F5CC2C9}"/>
                </a:ext>
              </a:extLst>
            </p:cNvPr>
            <p:cNvGrpSpPr/>
            <p:nvPr/>
          </p:nvGrpSpPr>
          <p:grpSpPr>
            <a:xfrm>
              <a:off x="876713" y="5534957"/>
              <a:ext cx="1674271" cy="545364"/>
              <a:chOff x="876236" y="5534957"/>
              <a:chExt cx="1674271" cy="545364"/>
            </a:xfrm>
            <a:grpFill/>
          </p:grpSpPr>
          <p:sp>
            <p:nvSpPr>
              <p:cNvPr id="70" name="Rectangle 69">
                <a:extLst>
                  <a:ext uri="{FF2B5EF4-FFF2-40B4-BE49-F238E27FC236}">
                    <a16:creationId xmlns:a16="http://schemas.microsoft.com/office/drawing/2014/main" id="{AA63EA5C-5E6E-BC4A-9E7A-94DE3B6280E8}"/>
                  </a:ext>
                </a:extLst>
              </p:cNvPr>
              <p:cNvSpPr/>
              <p:nvPr/>
            </p:nvSpPr>
            <p:spPr>
              <a:xfrm>
                <a:off x="1154393" y="5534957"/>
                <a:ext cx="1117582" cy="545364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l"/>
                <a:endParaRPr lang="en-US" sz="2002" dirty="0"/>
              </a:p>
            </p:txBody>
          </p:sp>
          <p:sp>
            <p:nvSpPr>
              <p:cNvPr id="71" name="Oval 70">
                <a:extLst>
                  <a:ext uri="{FF2B5EF4-FFF2-40B4-BE49-F238E27FC236}">
                    <a16:creationId xmlns:a16="http://schemas.microsoft.com/office/drawing/2014/main" id="{7A0BB5E6-BAD7-3F49-A359-BE26A2F6BE4C}"/>
                  </a:ext>
                </a:extLst>
              </p:cNvPr>
              <p:cNvSpPr/>
              <p:nvPr/>
            </p:nvSpPr>
            <p:spPr>
              <a:xfrm>
                <a:off x="2005143" y="5534957"/>
                <a:ext cx="545364" cy="545364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l"/>
                <a:endParaRPr lang="en-US" sz="2002" dirty="0"/>
              </a:p>
            </p:txBody>
          </p:sp>
          <p:sp>
            <p:nvSpPr>
              <p:cNvPr id="72" name="Oval 71">
                <a:extLst>
                  <a:ext uri="{FF2B5EF4-FFF2-40B4-BE49-F238E27FC236}">
                    <a16:creationId xmlns:a16="http://schemas.microsoft.com/office/drawing/2014/main" id="{1C16252C-42E7-844C-86B3-C65D63364C8F}"/>
                  </a:ext>
                </a:extLst>
              </p:cNvPr>
              <p:cNvSpPr/>
              <p:nvPr/>
            </p:nvSpPr>
            <p:spPr>
              <a:xfrm>
                <a:off x="876236" y="5534957"/>
                <a:ext cx="545364" cy="545364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l"/>
                <a:endParaRPr lang="en-US" sz="2002" dirty="0"/>
              </a:p>
            </p:txBody>
          </p:sp>
        </p:grp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ADF5CA18-ACA9-2A42-A4F3-CA7027AC1183}"/>
                </a:ext>
              </a:extLst>
            </p:cNvPr>
            <p:cNvGrpSpPr/>
            <p:nvPr/>
          </p:nvGrpSpPr>
          <p:grpSpPr>
            <a:xfrm>
              <a:off x="1404844" y="4502072"/>
              <a:ext cx="1146140" cy="545364"/>
              <a:chOff x="1404367" y="4502072"/>
              <a:chExt cx="1146140" cy="545364"/>
            </a:xfrm>
            <a:grpFill/>
          </p:grpSpPr>
          <p:sp>
            <p:nvSpPr>
              <p:cNvPr id="73" name="Rectangle 72">
                <a:extLst>
                  <a:ext uri="{FF2B5EF4-FFF2-40B4-BE49-F238E27FC236}">
                    <a16:creationId xmlns:a16="http://schemas.microsoft.com/office/drawing/2014/main" id="{EF9009F8-F40E-4142-9FD4-5F82D827183E}"/>
                  </a:ext>
                </a:extLst>
              </p:cNvPr>
              <p:cNvSpPr/>
              <p:nvPr/>
            </p:nvSpPr>
            <p:spPr>
              <a:xfrm>
                <a:off x="1682197" y="4502072"/>
                <a:ext cx="589775" cy="545364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l"/>
                <a:endParaRPr lang="en-US" sz="2002" dirty="0"/>
              </a:p>
            </p:txBody>
          </p:sp>
          <p:sp>
            <p:nvSpPr>
              <p:cNvPr id="74" name="Oval 73">
                <a:extLst>
                  <a:ext uri="{FF2B5EF4-FFF2-40B4-BE49-F238E27FC236}">
                    <a16:creationId xmlns:a16="http://schemas.microsoft.com/office/drawing/2014/main" id="{F656972E-4EE4-B440-BF3B-7C50C2F4AFD2}"/>
                  </a:ext>
                </a:extLst>
              </p:cNvPr>
              <p:cNvSpPr/>
              <p:nvPr/>
            </p:nvSpPr>
            <p:spPr>
              <a:xfrm>
                <a:off x="2005143" y="4502072"/>
                <a:ext cx="545364" cy="545364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l"/>
                <a:endParaRPr lang="en-US" sz="2002" dirty="0"/>
              </a:p>
            </p:txBody>
          </p:sp>
          <p:sp>
            <p:nvSpPr>
              <p:cNvPr id="75" name="Oval 74">
                <a:extLst>
                  <a:ext uri="{FF2B5EF4-FFF2-40B4-BE49-F238E27FC236}">
                    <a16:creationId xmlns:a16="http://schemas.microsoft.com/office/drawing/2014/main" id="{856FC643-92EC-5446-B635-5272B44ABBC4}"/>
                  </a:ext>
                </a:extLst>
              </p:cNvPr>
              <p:cNvSpPr/>
              <p:nvPr/>
            </p:nvSpPr>
            <p:spPr>
              <a:xfrm>
                <a:off x="1404367" y="4502072"/>
                <a:ext cx="545364" cy="545364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l"/>
                <a:endParaRPr lang="en-US" sz="2002" dirty="0"/>
              </a:p>
            </p:txBody>
          </p:sp>
        </p:grp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57F13C1C-5A0B-E349-81D8-289CF597EFF6}"/>
                </a:ext>
              </a:extLst>
            </p:cNvPr>
            <p:cNvGrpSpPr/>
            <p:nvPr/>
          </p:nvGrpSpPr>
          <p:grpSpPr>
            <a:xfrm>
              <a:off x="1563753" y="3469185"/>
              <a:ext cx="987231" cy="545364"/>
              <a:chOff x="1560101" y="3469185"/>
              <a:chExt cx="987231" cy="545364"/>
            </a:xfrm>
            <a:grpFill/>
          </p:grpSpPr>
          <p:sp>
            <p:nvSpPr>
              <p:cNvPr id="76" name="Oval 75">
                <a:extLst>
                  <a:ext uri="{FF2B5EF4-FFF2-40B4-BE49-F238E27FC236}">
                    <a16:creationId xmlns:a16="http://schemas.microsoft.com/office/drawing/2014/main" id="{B4037E36-7ECF-7242-B733-14F93EF6E7A7}"/>
                  </a:ext>
                </a:extLst>
              </p:cNvPr>
              <p:cNvSpPr/>
              <p:nvPr/>
            </p:nvSpPr>
            <p:spPr>
              <a:xfrm>
                <a:off x="1560101" y="3469185"/>
                <a:ext cx="545364" cy="545364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l"/>
                <a:endParaRPr lang="en-US" sz="2002" dirty="0"/>
              </a:p>
            </p:txBody>
          </p:sp>
          <p:sp>
            <p:nvSpPr>
              <p:cNvPr id="77" name="Rectangle 76">
                <a:extLst>
                  <a:ext uri="{FF2B5EF4-FFF2-40B4-BE49-F238E27FC236}">
                    <a16:creationId xmlns:a16="http://schemas.microsoft.com/office/drawing/2014/main" id="{13A075E0-B627-254E-A4FB-378B4E95EDE4}"/>
                  </a:ext>
                </a:extLst>
              </p:cNvPr>
              <p:cNvSpPr/>
              <p:nvPr/>
            </p:nvSpPr>
            <p:spPr>
              <a:xfrm>
                <a:off x="1825936" y="3469185"/>
                <a:ext cx="446037" cy="545364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l"/>
                <a:endParaRPr lang="en-US" sz="2002" dirty="0"/>
              </a:p>
            </p:txBody>
          </p:sp>
          <p:sp>
            <p:nvSpPr>
              <p:cNvPr id="78" name="Oval 77">
                <a:extLst>
                  <a:ext uri="{FF2B5EF4-FFF2-40B4-BE49-F238E27FC236}">
                    <a16:creationId xmlns:a16="http://schemas.microsoft.com/office/drawing/2014/main" id="{B2AE0DCE-94BE-7947-8768-92F78F9D7213}"/>
                  </a:ext>
                </a:extLst>
              </p:cNvPr>
              <p:cNvSpPr/>
              <p:nvPr/>
            </p:nvSpPr>
            <p:spPr>
              <a:xfrm>
                <a:off x="2001968" y="3469185"/>
                <a:ext cx="545364" cy="545364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l"/>
                <a:endParaRPr lang="en-US" sz="2002" dirty="0"/>
              </a:p>
            </p:txBody>
          </p:sp>
        </p:grpSp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16D361C0-AC3B-D84D-9A88-5FC411D00470}"/>
                </a:ext>
              </a:extLst>
            </p:cNvPr>
            <p:cNvGrpSpPr/>
            <p:nvPr/>
          </p:nvGrpSpPr>
          <p:grpSpPr>
            <a:xfrm>
              <a:off x="1416321" y="2436300"/>
              <a:ext cx="1134663" cy="545364"/>
              <a:chOff x="1415887" y="2436300"/>
              <a:chExt cx="1134663" cy="545364"/>
            </a:xfrm>
            <a:grpFill/>
          </p:grpSpPr>
          <p:sp>
            <p:nvSpPr>
              <p:cNvPr id="79" name="Oval 78">
                <a:extLst>
                  <a:ext uri="{FF2B5EF4-FFF2-40B4-BE49-F238E27FC236}">
                    <a16:creationId xmlns:a16="http://schemas.microsoft.com/office/drawing/2014/main" id="{1603488A-FE35-DC44-B59F-D73A4174124C}"/>
                  </a:ext>
                </a:extLst>
              </p:cNvPr>
              <p:cNvSpPr/>
              <p:nvPr/>
            </p:nvSpPr>
            <p:spPr>
              <a:xfrm>
                <a:off x="2005186" y="2436300"/>
                <a:ext cx="545364" cy="545364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l"/>
                <a:endParaRPr lang="en-US" sz="2002" dirty="0"/>
              </a:p>
            </p:txBody>
          </p:sp>
          <p:sp>
            <p:nvSpPr>
              <p:cNvPr id="80" name="Oval 79">
                <a:extLst>
                  <a:ext uri="{FF2B5EF4-FFF2-40B4-BE49-F238E27FC236}">
                    <a16:creationId xmlns:a16="http://schemas.microsoft.com/office/drawing/2014/main" id="{F562BC2A-8E8F-8F4A-AF64-D93514A83DE2}"/>
                  </a:ext>
                </a:extLst>
              </p:cNvPr>
              <p:cNvSpPr/>
              <p:nvPr/>
            </p:nvSpPr>
            <p:spPr>
              <a:xfrm>
                <a:off x="1415887" y="2436300"/>
                <a:ext cx="545364" cy="545364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l"/>
                <a:endParaRPr lang="en-US" sz="2002" dirty="0"/>
              </a:p>
            </p:txBody>
          </p:sp>
          <p:sp>
            <p:nvSpPr>
              <p:cNvPr id="81" name="Rectangle 80">
                <a:extLst>
                  <a:ext uri="{FF2B5EF4-FFF2-40B4-BE49-F238E27FC236}">
                    <a16:creationId xmlns:a16="http://schemas.microsoft.com/office/drawing/2014/main" id="{45DA935B-E728-D449-B962-9C993F9194C3}"/>
                  </a:ext>
                </a:extLst>
              </p:cNvPr>
              <p:cNvSpPr/>
              <p:nvPr/>
            </p:nvSpPr>
            <p:spPr>
              <a:xfrm>
                <a:off x="1682240" y="2436300"/>
                <a:ext cx="589731" cy="545364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l"/>
                <a:endParaRPr lang="en-US" sz="2002" dirty="0"/>
              </a:p>
            </p:txBody>
          </p:sp>
        </p:grpSp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37C5B5FC-28F8-6A43-9D03-F89AA5DADC09}"/>
                </a:ext>
              </a:extLst>
            </p:cNvPr>
            <p:cNvGrpSpPr/>
            <p:nvPr/>
          </p:nvGrpSpPr>
          <p:grpSpPr>
            <a:xfrm>
              <a:off x="898206" y="1403413"/>
              <a:ext cx="1652778" cy="545364"/>
              <a:chOff x="898206" y="1403413"/>
              <a:chExt cx="1652778" cy="545364"/>
            </a:xfrm>
            <a:grpFill/>
          </p:grpSpPr>
          <p:sp>
            <p:nvSpPr>
              <p:cNvPr id="82" name="Oval 81">
                <a:extLst>
                  <a:ext uri="{FF2B5EF4-FFF2-40B4-BE49-F238E27FC236}">
                    <a16:creationId xmlns:a16="http://schemas.microsoft.com/office/drawing/2014/main" id="{B34D7784-E348-154F-80D9-BA83F6D4D68E}"/>
                  </a:ext>
                </a:extLst>
              </p:cNvPr>
              <p:cNvSpPr/>
              <p:nvPr/>
            </p:nvSpPr>
            <p:spPr>
              <a:xfrm>
                <a:off x="2005620" y="1403413"/>
                <a:ext cx="545364" cy="545364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l"/>
                <a:endParaRPr lang="en-US" sz="2002" dirty="0"/>
              </a:p>
            </p:txBody>
          </p:sp>
          <p:sp>
            <p:nvSpPr>
              <p:cNvPr id="83" name="Oval 82">
                <a:extLst>
                  <a:ext uri="{FF2B5EF4-FFF2-40B4-BE49-F238E27FC236}">
                    <a16:creationId xmlns:a16="http://schemas.microsoft.com/office/drawing/2014/main" id="{2849EC6B-F9A7-F742-813C-BBB1639B37A5}"/>
                  </a:ext>
                </a:extLst>
              </p:cNvPr>
              <p:cNvSpPr/>
              <p:nvPr/>
            </p:nvSpPr>
            <p:spPr>
              <a:xfrm>
                <a:off x="898206" y="1403413"/>
                <a:ext cx="545364" cy="545364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l"/>
                <a:endParaRPr lang="en-US" sz="2002" dirty="0"/>
              </a:p>
            </p:txBody>
          </p:sp>
          <p:sp>
            <p:nvSpPr>
              <p:cNvPr id="84" name="Rectangle 83">
                <a:extLst>
                  <a:ext uri="{FF2B5EF4-FFF2-40B4-BE49-F238E27FC236}">
                    <a16:creationId xmlns:a16="http://schemas.microsoft.com/office/drawing/2014/main" id="{81DB5796-D137-AF40-AB92-A11E96841BD6}"/>
                  </a:ext>
                </a:extLst>
              </p:cNvPr>
              <p:cNvSpPr/>
              <p:nvPr/>
            </p:nvSpPr>
            <p:spPr>
              <a:xfrm>
                <a:off x="1164538" y="1403413"/>
                <a:ext cx="1117581" cy="545364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l"/>
                <a:endParaRPr lang="en-US" sz="2002" dirty="0"/>
              </a:p>
            </p:txBody>
          </p:sp>
        </p:grpSp>
        <p:sp>
          <p:nvSpPr>
            <p:cNvPr id="85" name="Freeform 84">
              <a:extLst>
                <a:ext uri="{FF2B5EF4-FFF2-40B4-BE49-F238E27FC236}">
                  <a16:creationId xmlns:a16="http://schemas.microsoft.com/office/drawing/2014/main" id="{2606B288-B2E5-CB4F-9CD4-6304B4259D84}"/>
                </a:ext>
              </a:extLst>
            </p:cNvPr>
            <p:cNvSpPr/>
            <p:nvPr/>
          </p:nvSpPr>
          <p:spPr>
            <a:xfrm>
              <a:off x="1945" y="5534957"/>
              <a:ext cx="476127" cy="545364"/>
            </a:xfrm>
            <a:custGeom>
              <a:avLst/>
              <a:gdLst>
                <a:gd name="connsiteX0" fmla="*/ 0 w 476127"/>
                <a:gd name="connsiteY0" fmla="*/ 0 h 545364"/>
                <a:gd name="connsiteX1" fmla="*/ 197590 w 476127"/>
                <a:gd name="connsiteY1" fmla="*/ 0 h 545364"/>
                <a:gd name="connsiteX2" fmla="*/ 197590 w 476127"/>
                <a:gd name="connsiteY2" fmla="*/ 590 h 545364"/>
                <a:gd name="connsiteX3" fmla="*/ 203445 w 476127"/>
                <a:gd name="connsiteY3" fmla="*/ 0 h 545364"/>
                <a:gd name="connsiteX4" fmla="*/ 476127 w 476127"/>
                <a:gd name="connsiteY4" fmla="*/ 272682 h 545364"/>
                <a:gd name="connsiteX5" fmla="*/ 203445 w 476127"/>
                <a:gd name="connsiteY5" fmla="*/ 545364 h 545364"/>
                <a:gd name="connsiteX6" fmla="*/ 197590 w 476127"/>
                <a:gd name="connsiteY6" fmla="*/ 544774 h 545364"/>
                <a:gd name="connsiteX7" fmla="*/ 197590 w 476127"/>
                <a:gd name="connsiteY7" fmla="*/ 545364 h 545364"/>
                <a:gd name="connsiteX8" fmla="*/ 0 w 476127"/>
                <a:gd name="connsiteY8" fmla="*/ 545364 h 545364"/>
                <a:gd name="connsiteX9" fmla="*/ 0 w 476127"/>
                <a:gd name="connsiteY9" fmla="*/ 452614 h 545364"/>
                <a:gd name="connsiteX10" fmla="*/ 0 w 476127"/>
                <a:gd name="connsiteY10" fmla="*/ 92750 h 545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76127" h="545364">
                  <a:moveTo>
                    <a:pt x="0" y="0"/>
                  </a:moveTo>
                  <a:lnTo>
                    <a:pt x="197590" y="0"/>
                  </a:lnTo>
                  <a:lnTo>
                    <a:pt x="197590" y="590"/>
                  </a:lnTo>
                  <a:lnTo>
                    <a:pt x="203445" y="0"/>
                  </a:lnTo>
                  <a:cubicBezTo>
                    <a:pt x="354043" y="0"/>
                    <a:pt x="476127" y="122084"/>
                    <a:pt x="476127" y="272682"/>
                  </a:cubicBezTo>
                  <a:cubicBezTo>
                    <a:pt x="476127" y="423280"/>
                    <a:pt x="354043" y="545364"/>
                    <a:pt x="203445" y="545364"/>
                  </a:cubicBezTo>
                  <a:lnTo>
                    <a:pt x="197590" y="544774"/>
                  </a:lnTo>
                  <a:lnTo>
                    <a:pt x="197590" y="545364"/>
                  </a:lnTo>
                  <a:lnTo>
                    <a:pt x="0" y="545364"/>
                  </a:lnTo>
                  <a:lnTo>
                    <a:pt x="0" y="452614"/>
                  </a:lnTo>
                  <a:lnTo>
                    <a:pt x="0" y="9275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l"/>
              <a:endParaRPr lang="en-US" sz="2002" dirty="0"/>
            </a:p>
          </p:txBody>
        </p:sp>
        <p:sp>
          <p:nvSpPr>
            <p:cNvPr id="86" name="Freeform 85">
              <a:extLst>
                <a:ext uri="{FF2B5EF4-FFF2-40B4-BE49-F238E27FC236}">
                  <a16:creationId xmlns:a16="http://schemas.microsoft.com/office/drawing/2014/main" id="{18324F76-739D-5A41-8026-F96B96947F97}"/>
                </a:ext>
              </a:extLst>
            </p:cNvPr>
            <p:cNvSpPr/>
            <p:nvPr/>
          </p:nvSpPr>
          <p:spPr>
            <a:xfrm>
              <a:off x="0" y="1403413"/>
              <a:ext cx="501699" cy="545364"/>
            </a:xfrm>
            <a:custGeom>
              <a:avLst/>
              <a:gdLst>
                <a:gd name="connsiteX0" fmla="*/ 1 w 501699"/>
                <a:gd name="connsiteY0" fmla="*/ 0 h 545364"/>
                <a:gd name="connsiteX1" fmla="*/ 223169 w 501699"/>
                <a:gd name="connsiteY1" fmla="*/ 0 h 545364"/>
                <a:gd name="connsiteX2" fmla="*/ 223169 w 501699"/>
                <a:gd name="connsiteY2" fmla="*/ 590 h 545364"/>
                <a:gd name="connsiteX3" fmla="*/ 229017 w 501699"/>
                <a:gd name="connsiteY3" fmla="*/ 0 h 545364"/>
                <a:gd name="connsiteX4" fmla="*/ 501699 w 501699"/>
                <a:gd name="connsiteY4" fmla="*/ 272682 h 545364"/>
                <a:gd name="connsiteX5" fmla="*/ 229017 w 501699"/>
                <a:gd name="connsiteY5" fmla="*/ 545364 h 545364"/>
                <a:gd name="connsiteX6" fmla="*/ 223169 w 501699"/>
                <a:gd name="connsiteY6" fmla="*/ 544775 h 545364"/>
                <a:gd name="connsiteX7" fmla="*/ 223169 w 501699"/>
                <a:gd name="connsiteY7" fmla="*/ 545364 h 545364"/>
                <a:gd name="connsiteX8" fmla="*/ 1 w 501699"/>
                <a:gd name="connsiteY8" fmla="*/ 545364 h 545364"/>
                <a:gd name="connsiteX9" fmla="*/ 1 w 501699"/>
                <a:gd name="connsiteY9" fmla="*/ 419791 h 545364"/>
                <a:gd name="connsiteX10" fmla="*/ 0 w 501699"/>
                <a:gd name="connsiteY10" fmla="*/ 419789 h 545364"/>
                <a:gd name="connsiteX11" fmla="*/ 0 w 501699"/>
                <a:gd name="connsiteY11" fmla="*/ 125575 h 545364"/>
                <a:gd name="connsiteX12" fmla="*/ 1 w 501699"/>
                <a:gd name="connsiteY12" fmla="*/ 125573 h 545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01699" h="545364">
                  <a:moveTo>
                    <a:pt x="1" y="0"/>
                  </a:moveTo>
                  <a:lnTo>
                    <a:pt x="223169" y="0"/>
                  </a:lnTo>
                  <a:lnTo>
                    <a:pt x="223169" y="590"/>
                  </a:lnTo>
                  <a:lnTo>
                    <a:pt x="229017" y="0"/>
                  </a:lnTo>
                  <a:cubicBezTo>
                    <a:pt x="379615" y="0"/>
                    <a:pt x="501699" y="122084"/>
                    <a:pt x="501699" y="272682"/>
                  </a:cubicBezTo>
                  <a:cubicBezTo>
                    <a:pt x="501699" y="423280"/>
                    <a:pt x="379615" y="545364"/>
                    <a:pt x="229017" y="545364"/>
                  </a:cubicBezTo>
                  <a:lnTo>
                    <a:pt x="223169" y="544775"/>
                  </a:lnTo>
                  <a:lnTo>
                    <a:pt x="223169" y="545364"/>
                  </a:lnTo>
                  <a:lnTo>
                    <a:pt x="1" y="545364"/>
                  </a:lnTo>
                  <a:lnTo>
                    <a:pt x="1" y="419791"/>
                  </a:lnTo>
                  <a:lnTo>
                    <a:pt x="0" y="419789"/>
                  </a:lnTo>
                  <a:lnTo>
                    <a:pt x="0" y="125575"/>
                  </a:lnTo>
                  <a:lnTo>
                    <a:pt x="1" y="125573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l"/>
              <a:endParaRPr lang="en-US" sz="2002" dirty="0"/>
            </a:p>
          </p:txBody>
        </p:sp>
      </p:grpSp>
      <p:sp>
        <p:nvSpPr>
          <p:cNvPr id="60" name="Title 1">
            <a:extLst>
              <a:ext uri="{FF2B5EF4-FFF2-40B4-BE49-F238E27FC236}">
                <a16:creationId xmlns:a16="http://schemas.microsoft.com/office/drawing/2014/main" id="{99B32E9C-8531-8F42-88AC-648425B4B1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white">
          <a:xfrm>
            <a:off x="4241710" y="1825706"/>
            <a:ext cx="9985634" cy="5846136"/>
          </a:xfrm>
          <a:prstGeom prst="rect">
            <a:avLst/>
          </a:prstGeom>
        </p:spPr>
        <p:txBody>
          <a:bodyPr anchor="ctr" anchorCtr="0"/>
          <a:lstStyle>
            <a:lvl1pPr marL="0" marR="0" indent="0" algn="l" defTabSz="1143236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504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Thought slides are 36pt </a:t>
            </a:r>
            <a:br>
              <a:rPr lang="en-US" dirty="0"/>
            </a:br>
            <a:r>
              <a:rPr lang="en-US" dirty="0"/>
              <a:t>Arial Bold sentence case</a:t>
            </a:r>
          </a:p>
        </p:txBody>
      </p: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DBE3E6C0-8C36-8B43-957E-48824B0A0BBC}"/>
              </a:ext>
            </a:extLst>
          </p:cNvPr>
          <p:cNvSpPr txBox="1">
            <a:spLocks/>
          </p:cNvSpPr>
          <p:nvPr/>
        </p:nvSpPr>
        <p:spPr bwMode="white">
          <a:xfrm>
            <a:off x="14635569" y="8185182"/>
            <a:ext cx="459860" cy="22225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C5C7A9E-C6A9-4A9D-A8BC-E29E91AD59EE}" type="slidenum">
              <a:rPr lang="en-US" sz="1003" b="0" smtClean="0">
                <a:solidFill>
                  <a:schemeClr val="bg1"/>
                </a:solidFill>
              </a:rPr>
              <a:t>‹#›</a:t>
            </a:fld>
            <a:endParaRPr lang="en-US" sz="1003" b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191671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 - IQVIA">
    <p:bg>
      <p:bgPr>
        <a:gradFill>
          <a:gsLst>
            <a:gs pos="20000">
              <a:schemeClr val="tx1"/>
            </a:gs>
            <a:gs pos="80000">
              <a:srgbClr val="606B71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Content Placeholder 2">
            <a:extLst>
              <a:ext uri="{FF2B5EF4-FFF2-40B4-BE49-F238E27FC236}">
                <a16:creationId xmlns:a16="http://schemas.microsoft.com/office/drawing/2014/main" id="{117F4479-AB2F-544F-914C-7C68ABE310F0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1296077" y="4010189"/>
            <a:ext cx="6986057" cy="3661655"/>
          </a:xfrm>
          <a:prstGeom prst="rect">
            <a:avLst/>
          </a:prstGeom>
        </p:spPr>
        <p:txBody>
          <a:bodyPr/>
          <a:lstStyle>
            <a:lvl1pPr marL="342971" indent="-342971">
              <a:lnSpc>
                <a:spcPct val="100000"/>
              </a:lnSpc>
              <a:spcBef>
                <a:spcPts val="1249"/>
              </a:spcBef>
              <a:defRPr sz="3005">
                <a:solidFill>
                  <a:schemeClr val="bg1"/>
                </a:solidFill>
              </a:defRPr>
            </a:lvl1pPr>
            <a:lvl2pPr marL="685941" indent="-342971">
              <a:lnSpc>
                <a:spcPct val="100000"/>
              </a:lnSpc>
              <a:spcBef>
                <a:spcPts val="1003"/>
              </a:spcBef>
              <a:buFont typeface="Arial" panose="020B0604020202020204" pitchFamily="34" charset="0"/>
              <a:buChar char="-"/>
              <a:defRPr sz="3005">
                <a:solidFill>
                  <a:schemeClr val="bg1"/>
                </a:solidFill>
              </a:defRPr>
            </a:lvl2pPr>
            <a:lvl3pPr marL="1028908" indent="-342971">
              <a:lnSpc>
                <a:spcPct val="100000"/>
              </a:lnSpc>
              <a:spcBef>
                <a:spcPts val="1003"/>
              </a:spcBef>
              <a:buFont typeface="Arial" panose="020B0604020202020204" pitchFamily="34" charset="0"/>
              <a:buChar char="›"/>
              <a:defRPr sz="3005">
                <a:solidFill>
                  <a:schemeClr val="bg1"/>
                </a:solidFill>
              </a:defRPr>
            </a:lvl3pPr>
            <a:lvl4pPr marL="1371879" indent="-342971">
              <a:lnSpc>
                <a:spcPct val="100000"/>
              </a:lnSpc>
              <a:spcBef>
                <a:spcPts val="1003"/>
              </a:spcBef>
              <a:buFont typeface="Arial" panose="020B0604020202020204" pitchFamily="34" charset="0"/>
              <a:buChar char="»"/>
              <a:defRPr sz="3005">
                <a:solidFill>
                  <a:schemeClr val="bg1"/>
                </a:solidFill>
              </a:defRPr>
            </a:lvl4pPr>
            <a:lvl5pPr marL="1714850" indent="-342971">
              <a:lnSpc>
                <a:spcPct val="100000"/>
              </a:lnSpc>
              <a:spcBef>
                <a:spcPts val="1003"/>
              </a:spcBef>
              <a:buSzPct val="75000"/>
              <a:buFont typeface="Wingdings" panose="05000000000000000000" pitchFamily="2" charset="2"/>
              <a:buChar char="§"/>
              <a:defRPr sz="3005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Arial 24pt bullet level 1</a:t>
            </a:r>
          </a:p>
          <a:p>
            <a:pPr lvl="1"/>
            <a:r>
              <a:rPr lang="en-US" dirty="0"/>
              <a:t>Arial 24pt bullet level 2</a:t>
            </a:r>
          </a:p>
          <a:p>
            <a:pPr lvl="2"/>
            <a:r>
              <a:rPr lang="en-US" dirty="0"/>
              <a:t>Arial 24pt bullet level 3</a:t>
            </a:r>
          </a:p>
          <a:p>
            <a:pPr lvl="3"/>
            <a:r>
              <a:rPr lang="en-US" dirty="0"/>
              <a:t>Arial 24pt bullet level 4</a:t>
            </a:r>
          </a:p>
          <a:p>
            <a:pPr lvl="4"/>
            <a:r>
              <a:rPr lang="en-US" dirty="0"/>
              <a:t>Arial 24pt bullet level 5</a:t>
            </a:r>
          </a:p>
        </p:txBody>
      </p:sp>
      <p:sp>
        <p:nvSpPr>
          <p:cNvPr id="62" name="Title 1">
            <a:extLst>
              <a:ext uri="{FF2B5EF4-FFF2-40B4-BE49-F238E27FC236}">
                <a16:creationId xmlns:a16="http://schemas.microsoft.com/office/drawing/2014/main" id="{77FA37B5-B8A2-E447-B5FC-531DD50C185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92909" y="2244422"/>
            <a:ext cx="9539619" cy="1468283"/>
          </a:xfrm>
          <a:prstGeom prst="rect">
            <a:avLst/>
          </a:prstGeom>
        </p:spPr>
        <p:txBody>
          <a:bodyPr anchor="b" anchorCtr="0"/>
          <a:lstStyle>
            <a:lvl1pPr>
              <a:defRPr sz="4504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Closing slides are 36pt Arial Bold sentence case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C364B443-1067-8D4E-8347-69E3D88570DB}"/>
              </a:ext>
            </a:extLst>
          </p:cNvPr>
          <p:cNvGrpSpPr/>
          <p:nvPr/>
        </p:nvGrpSpPr>
        <p:grpSpPr>
          <a:xfrm>
            <a:off x="8795309" y="3440023"/>
            <a:ext cx="6444694" cy="4629150"/>
            <a:chOff x="7036244" y="2752016"/>
            <a:chExt cx="5155756" cy="3703320"/>
          </a:xfrm>
          <a:solidFill>
            <a:schemeClr val="accent1"/>
          </a:solidFill>
        </p:grpSpPr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E23B4D94-914D-6A47-AF73-BDD6ABF78CBE}"/>
                </a:ext>
              </a:extLst>
            </p:cNvPr>
            <p:cNvSpPr/>
            <p:nvPr/>
          </p:nvSpPr>
          <p:spPr>
            <a:xfrm>
              <a:off x="9432234" y="2752016"/>
              <a:ext cx="2759766" cy="549150"/>
            </a:xfrm>
            <a:custGeom>
              <a:avLst/>
              <a:gdLst>
                <a:gd name="connsiteX0" fmla="*/ 274575 w 2759766"/>
                <a:gd name="connsiteY0" fmla="*/ 0 h 549150"/>
                <a:gd name="connsiteX1" fmla="*/ 276476 w 2759766"/>
                <a:gd name="connsiteY1" fmla="*/ 192 h 549150"/>
                <a:gd name="connsiteX2" fmla="*/ 276476 w 2759766"/>
                <a:gd name="connsiteY2" fmla="*/ 0 h 549150"/>
                <a:gd name="connsiteX3" fmla="*/ 1832666 w 2759766"/>
                <a:gd name="connsiteY3" fmla="*/ 0 h 549150"/>
                <a:gd name="connsiteX4" fmla="*/ 2706584 w 2759766"/>
                <a:gd name="connsiteY4" fmla="*/ 0 h 549150"/>
                <a:gd name="connsiteX5" fmla="*/ 2759766 w 2759766"/>
                <a:gd name="connsiteY5" fmla="*/ 0 h 549150"/>
                <a:gd name="connsiteX6" fmla="*/ 2759766 w 2759766"/>
                <a:gd name="connsiteY6" fmla="*/ 549150 h 549150"/>
                <a:gd name="connsiteX7" fmla="*/ 2706584 w 2759766"/>
                <a:gd name="connsiteY7" fmla="*/ 549150 h 549150"/>
                <a:gd name="connsiteX8" fmla="*/ 1832666 w 2759766"/>
                <a:gd name="connsiteY8" fmla="*/ 549150 h 549150"/>
                <a:gd name="connsiteX9" fmla="*/ 276476 w 2759766"/>
                <a:gd name="connsiteY9" fmla="*/ 549150 h 549150"/>
                <a:gd name="connsiteX10" fmla="*/ 276476 w 2759766"/>
                <a:gd name="connsiteY10" fmla="*/ 548958 h 549150"/>
                <a:gd name="connsiteX11" fmla="*/ 274575 w 2759766"/>
                <a:gd name="connsiteY11" fmla="*/ 549150 h 549150"/>
                <a:gd name="connsiteX12" fmla="*/ 0 w 2759766"/>
                <a:gd name="connsiteY12" fmla="*/ 274575 h 549150"/>
                <a:gd name="connsiteX13" fmla="*/ 274575 w 2759766"/>
                <a:gd name="connsiteY13" fmla="*/ 0 h 549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759766" h="549150">
                  <a:moveTo>
                    <a:pt x="274575" y="0"/>
                  </a:moveTo>
                  <a:lnTo>
                    <a:pt x="276476" y="192"/>
                  </a:lnTo>
                  <a:lnTo>
                    <a:pt x="276476" y="0"/>
                  </a:lnTo>
                  <a:lnTo>
                    <a:pt x="1832666" y="0"/>
                  </a:lnTo>
                  <a:lnTo>
                    <a:pt x="2706584" y="0"/>
                  </a:lnTo>
                  <a:lnTo>
                    <a:pt x="2759766" y="0"/>
                  </a:lnTo>
                  <a:lnTo>
                    <a:pt x="2759766" y="549150"/>
                  </a:lnTo>
                  <a:lnTo>
                    <a:pt x="2706584" y="549150"/>
                  </a:lnTo>
                  <a:lnTo>
                    <a:pt x="1832666" y="549150"/>
                  </a:lnTo>
                  <a:lnTo>
                    <a:pt x="276476" y="549150"/>
                  </a:lnTo>
                  <a:lnTo>
                    <a:pt x="276476" y="548958"/>
                  </a:lnTo>
                  <a:lnTo>
                    <a:pt x="274575" y="549150"/>
                  </a:lnTo>
                  <a:cubicBezTo>
                    <a:pt x="122931" y="549150"/>
                    <a:pt x="0" y="426219"/>
                    <a:pt x="0" y="274575"/>
                  </a:cubicBezTo>
                  <a:cubicBezTo>
                    <a:pt x="0" y="122932"/>
                    <a:pt x="122931" y="0"/>
                    <a:pt x="274575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t" anchorCtr="0">
              <a:noAutofit/>
            </a:bodyPr>
            <a:lstStyle/>
            <a:p>
              <a:pPr algn="l"/>
              <a:endParaRPr lang="en-US" sz="2002" dirty="0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E941EA1A-7BCD-E547-9195-3AF3CBAB9DED}"/>
                </a:ext>
              </a:extLst>
            </p:cNvPr>
            <p:cNvSpPr/>
            <p:nvPr/>
          </p:nvSpPr>
          <p:spPr>
            <a:xfrm>
              <a:off x="7850557" y="5906186"/>
              <a:ext cx="4341443" cy="549150"/>
            </a:xfrm>
            <a:custGeom>
              <a:avLst/>
              <a:gdLst>
                <a:gd name="connsiteX0" fmla="*/ 274575 w 4341443"/>
                <a:gd name="connsiteY0" fmla="*/ 0 h 549150"/>
                <a:gd name="connsiteX1" fmla="*/ 276477 w 4341443"/>
                <a:gd name="connsiteY1" fmla="*/ 192 h 549150"/>
                <a:gd name="connsiteX2" fmla="*/ 276477 w 4341443"/>
                <a:gd name="connsiteY2" fmla="*/ 0 h 549150"/>
                <a:gd name="connsiteX3" fmla="*/ 3414343 w 4341443"/>
                <a:gd name="connsiteY3" fmla="*/ 0 h 549150"/>
                <a:gd name="connsiteX4" fmla="*/ 4288263 w 4341443"/>
                <a:gd name="connsiteY4" fmla="*/ 0 h 549150"/>
                <a:gd name="connsiteX5" fmla="*/ 4341443 w 4341443"/>
                <a:gd name="connsiteY5" fmla="*/ 0 h 549150"/>
                <a:gd name="connsiteX6" fmla="*/ 4341443 w 4341443"/>
                <a:gd name="connsiteY6" fmla="*/ 549150 h 549150"/>
                <a:gd name="connsiteX7" fmla="*/ 4288263 w 4341443"/>
                <a:gd name="connsiteY7" fmla="*/ 549150 h 549150"/>
                <a:gd name="connsiteX8" fmla="*/ 3414343 w 4341443"/>
                <a:gd name="connsiteY8" fmla="*/ 549150 h 549150"/>
                <a:gd name="connsiteX9" fmla="*/ 276477 w 4341443"/>
                <a:gd name="connsiteY9" fmla="*/ 549150 h 549150"/>
                <a:gd name="connsiteX10" fmla="*/ 276477 w 4341443"/>
                <a:gd name="connsiteY10" fmla="*/ 548959 h 549150"/>
                <a:gd name="connsiteX11" fmla="*/ 274575 w 4341443"/>
                <a:gd name="connsiteY11" fmla="*/ 549150 h 549150"/>
                <a:gd name="connsiteX12" fmla="*/ 0 w 4341443"/>
                <a:gd name="connsiteY12" fmla="*/ 274575 h 549150"/>
                <a:gd name="connsiteX13" fmla="*/ 274575 w 4341443"/>
                <a:gd name="connsiteY13" fmla="*/ 0 h 549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341443" h="549150">
                  <a:moveTo>
                    <a:pt x="274575" y="0"/>
                  </a:moveTo>
                  <a:lnTo>
                    <a:pt x="276477" y="192"/>
                  </a:lnTo>
                  <a:lnTo>
                    <a:pt x="276477" y="0"/>
                  </a:lnTo>
                  <a:lnTo>
                    <a:pt x="3414343" y="0"/>
                  </a:lnTo>
                  <a:lnTo>
                    <a:pt x="4288263" y="0"/>
                  </a:lnTo>
                  <a:lnTo>
                    <a:pt x="4341443" y="0"/>
                  </a:lnTo>
                  <a:lnTo>
                    <a:pt x="4341443" y="549150"/>
                  </a:lnTo>
                  <a:lnTo>
                    <a:pt x="4288263" y="549150"/>
                  </a:lnTo>
                  <a:lnTo>
                    <a:pt x="3414343" y="549150"/>
                  </a:lnTo>
                  <a:lnTo>
                    <a:pt x="276477" y="549150"/>
                  </a:lnTo>
                  <a:lnTo>
                    <a:pt x="276477" y="548959"/>
                  </a:lnTo>
                  <a:lnTo>
                    <a:pt x="274575" y="549150"/>
                  </a:lnTo>
                  <a:cubicBezTo>
                    <a:pt x="122932" y="549150"/>
                    <a:pt x="0" y="426219"/>
                    <a:pt x="0" y="274575"/>
                  </a:cubicBezTo>
                  <a:cubicBezTo>
                    <a:pt x="0" y="122932"/>
                    <a:pt x="122932" y="0"/>
                    <a:pt x="274575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t" anchorCtr="0">
              <a:noAutofit/>
            </a:bodyPr>
            <a:lstStyle/>
            <a:p>
              <a:pPr algn="l"/>
              <a:endParaRPr lang="en-US" sz="2002" dirty="0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09BF4E84-D8C8-3340-8821-E170F38BCB95}"/>
                </a:ext>
              </a:extLst>
            </p:cNvPr>
            <p:cNvSpPr/>
            <p:nvPr/>
          </p:nvSpPr>
          <p:spPr>
            <a:xfrm>
              <a:off x="7451067" y="3804028"/>
              <a:ext cx="4740933" cy="549150"/>
            </a:xfrm>
            <a:custGeom>
              <a:avLst/>
              <a:gdLst>
                <a:gd name="connsiteX0" fmla="*/ 274073 w 4740933"/>
                <a:gd name="connsiteY0" fmla="*/ 0 h 549150"/>
                <a:gd name="connsiteX1" fmla="*/ 278104 w 4740933"/>
                <a:gd name="connsiteY1" fmla="*/ 407 h 549150"/>
                <a:gd name="connsiteX2" fmla="*/ 278104 w 4740933"/>
                <a:gd name="connsiteY2" fmla="*/ 0 h 549150"/>
                <a:gd name="connsiteX3" fmla="*/ 3813833 w 4740933"/>
                <a:gd name="connsiteY3" fmla="*/ 0 h 549150"/>
                <a:gd name="connsiteX4" fmla="*/ 4687752 w 4740933"/>
                <a:gd name="connsiteY4" fmla="*/ 0 h 549150"/>
                <a:gd name="connsiteX5" fmla="*/ 4740933 w 4740933"/>
                <a:gd name="connsiteY5" fmla="*/ 0 h 549150"/>
                <a:gd name="connsiteX6" fmla="*/ 4740933 w 4740933"/>
                <a:gd name="connsiteY6" fmla="*/ 549150 h 549150"/>
                <a:gd name="connsiteX7" fmla="*/ 4687752 w 4740933"/>
                <a:gd name="connsiteY7" fmla="*/ 549150 h 549150"/>
                <a:gd name="connsiteX8" fmla="*/ 3813833 w 4740933"/>
                <a:gd name="connsiteY8" fmla="*/ 549150 h 549150"/>
                <a:gd name="connsiteX9" fmla="*/ 278104 w 4740933"/>
                <a:gd name="connsiteY9" fmla="*/ 549150 h 549150"/>
                <a:gd name="connsiteX10" fmla="*/ 278104 w 4740933"/>
                <a:gd name="connsiteY10" fmla="*/ 547742 h 549150"/>
                <a:gd name="connsiteX11" fmla="*/ 274073 w 4740933"/>
                <a:gd name="connsiteY11" fmla="*/ 548148 h 549150"/>
                <a:gd name="connsiteX12" fmla="*/ 0 w 4740933"/>
                <a:gd name="connsiteY12" fmla="*/ 274074 h 549150"/>
                <a:gd name="connsiteX13" fmla="*/ 274073 w 4740933"/>
                <a:gd name="connsiteY13" fmla="*/ 0 h 549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740933" h="549150">
                  <a:moveTo>
                    <a:pt x="274073" y="0"/>
                  </a:moveTo>
                  <a:lnTo>
                    <a:pt x="278104" y="407"/>
                  </a:lnTo>
                  <a:lnTo>
                    <a:pt x="278104" y="0"/>
                  </a:lnTo>
                  <a:lnTo>
                    <a:pt x="3813833" y="0"/>
                  </a:lnTo>
                  <a:lnTo>
                    <a:pt x="4687752" y="0"/>
                  </a:lnTo>
                  <a:lnTo>
                    <a:pt x="4740933" y="0"/>
                  </a:lnTo>
                  <a:lnTo>
                    <a:pt x="4740933" y="549150"/>
                  </a:lnTo>
                  <a:lnTo>
                    <a:pt x="4687752" y="549150"/>
                  </a:lnTo>
                  <a:lnTo>
                    <a:pt x="3813833" y="549150"/>
                  </a:lnTo>
                  <a:lnTo>
                    <a:pt x="278104" y="549150"/>
                  </a:lnTo>
                  <a:lnTo>
                    <a:pt x="278104" y="547742"/>
                  </a:lnTo>
                  <a:lnTo>
                    <a:pt x="274073" y="548148"/>
                  </a:lnTo>
                  <a:cubicBezTo>
                    <a:pt x="122707" y="548148"/>
                    <a:pt x="0" y="425441"/>
                    <a:pt x="0" y="274074"/>
                  </a:cubicBezTo>
                  <a:cubicBezTo>
                    <a:pt x="0" y="122707"/>
                    <a:pt x="122707" y="0"/>
                    <a:pt x="274073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l"/>
              <a:endParaRPr lang="en-US" sz="2002" dirty="0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04358390-5EFC-484C-9E81-E6E1DFD520E7}"/>
                </a:ext>
              </a:extLst>
            </p:cNvPr>
            <p:cNvSpPr/>
            <p:nvPr/>
          </p:nvSpPr>
          <p:spPr>
            <a:xfrm>
              <a:off x="7036244" y="4854606"/>
              <a:ext cx="5155756" cy="549150"/>
            </a:xfrm>
            <a:custGeom>
              <a:avLst/>
              <a:gdLst>
                <a:gd name="connsiteX0" fmla="*/ 299044 w 5155756"/>
                <a:gd name="connsiteY0" fmla="*/ 0 h 549150"/>
                <a:gd name="connsiteX1" fmla="*/ 300889 w 5155756"/>
                <a:gd name="connsiteY1" fmla="*/ 171 h 549150"/>
                <a:gd name="connsiteX2" fmla="*/ 300889 w 5155756"/>
                <a:gd name="connsiteY2" fmla="*/ 0 h 549150"/>
                <a:gd name="connsiteX3" fmla="*/ 4228656 w 5155756"/>
                <a:gd name="connsiteY3" fmla="*/ 0 h 549150"/>
                <a:gd name="connsiteX4" fmla="*/ 5103517 w 5155756"/>
                <a:gd name="connsiteY4" fmla="*/ 0 h 549150"/>
                <a:gd name="connsiteX5" fmla="*/ 5155756 w 5155756"/>
                <a:gd name="connsiteY5" fmla="*/ 0 h 549150"/>
                <a:gd name="connsiteX6" fmla="*/ 5155756 w 5155756"/>
                <a:gd name="connsiteY6" fmla="*/ 549150 h 549150"/>
                <a:gd name="connsiteX7" fmla="*/ 5103517 w 5155756"/>
                <a:gd name="connsiteY7" fmla="*/ 549150 h 549150"/>
                <a:gd name="connsiteX8" fmla="*/ 4228656 w 5155756"/>
                <a:gd name="connsiteY8" fmla="*/ 549150 h 549150"/>
                <a:gd name="connsiteX9" fmla="*/ 300889 w 5155756"/>
                <a:gd name="connsiteY9" fmla="*/ 549150 h 549150"/>
                <a:gd name="connsiteX10" fmla="*/ 300889 w 5155756"/>
                <a:gd name="connsiteY10" fmla="*/ 548980 h 549150"/>
                <a:gd name="connsiteX11" fmla="*/ 299044 w 5155756"/>
                <a:gd name="connsiteY11" fmla="*/ 549150 h 549150"/>
                <a:gd name="connsiteX12" fmla="*/ 0 w 5155756"/>
                <a:gd name="connsiteY12" fmla="*/ 274575 h 549150"/>
                <a:gd name="connsiteX13" fmla="*/ 299044 w 5155756"/>
                <a:gd name="connsiteY13" fmla="*/ 0 h 549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155756" h="549150">
                  <a:moveTo>
                    <a:pt x="299044" y="0"/>
                  </a:moveTo>
                  <a:lnTo>
                    <a:pt x="300889" y="171"/>
                  </a:lnTo>
                  <a:lnTo>
                    <a:pt x="300889" y="0"/>
                  </a:lnTo>
                  <a:lnTo>
                    <a:pt x="4228656" y="0"/>
                  </a:lnTo>
                  <a:lnTo>
                    <a:pt x="5103517" y="0"/>
                  </a:lnTo>
                  <a:lnTo>
                    <a:pt x="5155756" y="0"/>
                  </a:lnTo>
                  <a:lnTo>
                    <a:pt x="5155756" y="549150"/>
                  </a:lnTo>
                  <a:lnTo>
                    <a:pt x="5103517" y="549150"/>
                  </a:lnTo>
                  <a:lnTo>
                    <a:pt x="4228656" y="549150"/>
                  </a:lnTo>
                  <a:lnTo>
                    <a:pt x="300889" y="549150"/>
                  </a:lnTo>
                  <a:lnTo>
                    <a:pt x="300889" y="548980"/>
                  </a:lnTo>
                  <a:lnTo>
                    <a:pt x="299044" y="549150"/>
                  </a:lnTo>
                  <a:cubicBezTo>
                    <a:pt x="133887" y="549150"/>
                    <a:pt x="0" y="426219"/>
                    <a:pt x="0" y="274575"/>
                  </a:cubicBezTo>
                  <a:cubicBezTo>
                    <a:pt x="0" y="122932"/>
                    <a:pt x="133887" y="0"/>
                    <a:pt x="299044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l"/>
              <a:endParaRPr lang="en-US" sz="2002" dirty="0"/>
            </a:p>
          </p:txBody>
        </p:sp>
      </p:grpSp>
      <p:pic>
        <p:nvPicPr>
          <p:cNvPr id="11" name="Graphic 10">
            <a:extLst>
              <a:ext uri="{FF2B5EF4-FFF2-40B4-BE49-F238E27FC236}">
                <a16:creationId xmlns:a16="http://schemas.microsoft.com/office/drawing/2014/main" id="{29E62D4C-ACB0-644F-9042-ADF3C890FE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99897" y="919321"/>
            <a:ext cx="2809875" cy="50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61384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 bwMode="gray">
          <a:xfrm>
            <a:off x="480874" y="7984824"/>
            <a:ext cx="11612880" cy="422610"/>
          </a:xfrm>
          <a:prstGeom prst="rect">
            <a:avLst/>
          </a:prstGeom>
          <a:noFill/>
        </p:spPr>
        <p:txBody>
          <a:bodyPr vert="horz" lIns="91440" tIns="45720" rIns="91440" bIns="45720" rtlCol="0" anchor="b" anchorCtr="0"/>
          <a:lstStyle>
            <a:lvl1pPr algn="l">
              <a:defRPr sz="1003">
                <a:solidFill>
                  <a:schemeClr val="tx1"/>
                </a:solidFill>
                <a:latin typeface="Arial Narrow" panose="020B060602020203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CC58985-6F6A-8540-ABC2-450EF4A8FB42}"/>
              </a:ext>
            </a:extLst>
          </p:cNvPr>
          <p:cNvSpPr txBox="1"/>
          <p:nvPr/>
        </p:nvSpPr>
        <p:spPr bwMode="black">
          <a:xfrm>
            <a:off x="7620002" y="8572665"/>
            <a:ext cx="7620000" cy="345931"/>
          </a:xfrm>
          <a:prstGeom prst="rect">
            <a:avLst/>
          </a:prstGeom>
          <a:ln>
            <a:noFill/>
          </a:ln>
        </p:spPr>
        <p:txBody>
          <a:bodyPr vert="horz" wrap="square" lIns="114298" tIns="57151" rIns="114298" bIns="57151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r" defTabSz="114323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98" b="1" i="0" u="none" strike="noStrike" kern="1200" dirty="0">
                <a:solidFill>
                  <a:schemeClr val="bg1">
                    <a:lumMod val="50000"/>
                  </a:schemeClr>
                </a:solidFill>
                <a:effectLst/>
                <a:latin typeface="+mn-lt"/>
                <a:ea typeface="+mn-ea"/>
                <a:cs typeface="+mn-cs"/>
              </a:rPr>
              <a:t>IQVIA Template (V2.1.0)</a:t>
            </a:r>
            <a:endParaRPr lang="en-US" sz="1249" kern="1200" dirty="0">
              <a:solidFill>
                <a:schemeClr val="bg1">
                  <a:lumMod val="50000"/>
                </a:schemeClr>
              </a:solidFill>
              <a:latin typeface="+mn-lt"/>
              <a:ea typeface="Arial" charset="0"/>
              <a:cs typeface="Arial" charset="0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B907A176-04FF-4600-9428-258A4B331C28}"/>
              </a:ext>
            </a:extLst>
          </p:cNvPr>
          <p:cNvGrpSpPr/>
          <p:nvPr userDrawn="1"/>
        </p:nvGrpSpPr>
        <p:grpSpPr>
          <a:xfrm>
            <a:off x="15385107" y="3"/>
            <a:ext cx="1064681" cy="3809736"/>
            <a:chOff x="12233656" y="25480"/>
            <a:chExt cx="851744" cy="3047787"/>
          </a:xfrm>
        </p:grpSpPr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B6790172-6CDB-486B-8C9C-5719F944A1E5}"/>
                </a:ext>
              </a:extLst>
            </p:cNvPr>
            <p:cNvSpPr/>
            <p:nvPr/>
          </p:nvSpPr>
          <p:spPr bwMode="gray">
            <a:xfrm>
              <a:off x="12233656" y="2584077"/>
              <a:ext cx="187184" cy="187184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76" dirty="0"/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E34110EB-1D9F-40AA-85D6-0DCE03E31FF6}"/>
                </a:ext>
              </a:extLst>
            </p:cNvPr>
            <p:cNvSpPr/>
            <p:nvPr/>
          </p:nvSpPr>
          <p:spPr bwMode="gray">
            <a:xfrm>
              <a:off x="12676696" y="2584077"/>
              <a:ext cx="187184" cy="187184"/>
            </a:xfrm>
            <a:prstGeom prst="rect">
              <a:avLst/>
            </a:prstGeom>
            <a:solidFill>
              <a:srgbClr val="606B7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76" dirty="0"/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84C9A453-AE8F-4383-BD8F-32DA97D7AAF2}"/>
                </a:ext>
              </a:extLst>
            </p:cNvPr>
            <p:cNvSpPr/>
            <p:nvPr/>
          </p:nvSpPr>
          <p:spPr bwMode="gray">
            <a:xfrm>
              <a:off x="12898215" y="2584077"/>
              <a:ext cx="187184" cy="187184"/>
            </a:xfrm>
            <a:prstGeom prst="rect">
              <a:avLst/>
            </a:prstGeom>
            <a:solidFill>
              <a:srgbClr val="CACED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76" dirty="0"/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9E0FF7AE-5FC0-4FE9-B824-B5FD9D591486}"/>
                </a:ext>
              </a:extLst>
            </p:cNvPr>
            <p:cNvSpPr/>
            <p:nvPr/>
          </p:nvSpPr>
          <p:spPr bwMode="gray">
            <a:xfrm>
              <a:off x="12455176" y="2584077"/>
              <a:ext cx="187184" cy="187184"/>
            </a:xfrm>
            <a:prstGeom prst="rect">
              <a:avLst/>
            </a:prstGeom>
            <a:solidFill>
              <a:srgbClr val="959C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76" dirty="0"/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F0DA3666-914B-4B70-9285-AC745AC36DD8}"/>
                </a:ext>
              </a:extLst>
            </p:cNvPr>
            <p:cNvSpPr/>
            <p:nvPr/>
          </p:nvSpPr>
          <p:spPr bwMode="gray">
            <a:xfrm>
              <a:off x="12233656" y="1976453"/>
              <a:ext cx="187184" cy="187184"/>
            </a:xfrm>
            <a:prstGeom prst="rect">
              <a:avLst/>
            </a:prstGeom>
            <a:solidFill>
              <a:srgbClr val="83006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76" dirty="0"/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B5BBD6E4-2C3A-4BDE-91DF-83D595CE5D83}"/>
                </a:ext>
              </a:extLst>
            </p:cNvPr>
            <p:cNvSpPr/>
            <p:nvPr/>
          </p:nvSpPr>
          <p:spPr bwMode="gray">
            <a:xfrm>
              <a:off x="12233656" y="2282071"/>
              <a:ext cx="187184" cy="187184"/>
            </a:xfrm>
            <a:prstGeom prst="rect">
              <a:avLst/>
            </a:prstGeom>
            <a:solidFill>
              <a:srgbClr val="DA29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76" dirty="0"/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1EA34AC5-EFC7-4238-82A2-6B301C2DDE12}"/>
                </a:ext>
              </a:extLst>
            </p:cNvPr>
            <p:cNvSpPr/>
            <p:nvPr/>
          </p:nvSpPr>
          <p:spPr bwMode="gray">
            <a:xfrm>
              <a:off x="12455176" y="1976453"/>
              <a:ext cx="187184" cy="187184"/>
            </a:xfrm>
            <a:prstGeom prst="rect">
              <a:avLst/>
            </a:prstGeom>
            <a:solidFill>
              <a:srgbClr val="C17F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76" dirty="0"/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9C959C79-B003-4C43-BB55-D824D8433590}"/>
                </a:ext>
              </a:extLst>
            </p:cNvPr>
            <p:cNvSpPr/>
            <p:nvPr/>
          </p:nvSpPr>
          <p:spPr bwMode="gray">
            <a:xfrm>
              <a:off x="12676696" y="1976453"/>
              <a:ext cx="187184" cy="187184"/>
            </a:xfrm>
            <a:prstGeom prst="rect">
              <a:avLst/>
            </a:prstGeom>
            <a:solidFill>
              <a:srgbClr val="A240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76" dirty="0"/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2E2F109A-F3DB-4DF0-AE2F-90C6EA4CAB56}"/>
                </a:ext>
              </a:extLst>
            </p:cNvPr>
            <p:cNvSpPr/>
            <p:nvPr/>
          </p:nvSpPr>
          <p:spPr bwMode="gray">
            <a:xfrm>
              <a:off x="12898216" y="1976453"/>
              <a:ext cx="187184" cy="187184"/>
            </a:xfrm>
            <a:prstGeom prst="rect">
              <a:avLst/>
            </a:prstGeom>
            <a:solidFill>
              <a:srgbClr val="E0BFD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76" dirty="0"/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3A61E298-EB0A-4E17-BD09-A9BCC2649A12}"/>
                </a:ext>
              </a:extLst>
            </p:cNvPr>
            <p:cNvSpPr txBox="1"/>
            <p:nvPr/>
          </p:nvSpPr>
          <p:spPr>
            <a:xfrm>
              <a:off x="12233656" y="25480"/>
              <a:ext cx="851744" cy="166559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algn="ctr"/>
              <a:r>
                <a:rPr lang="en-US" sz="753" dirty="0">
                  <a:solidFill>
                    <a:schemeClr val="tx1"/>
                  </a:solidFill>
                </a:rPr>
                <a:t>100%  50%   75%   25%</a:t>
              </a:r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4705AA33-EE2E-4E4E-B109-36E236936840}"/>
                </a:ext>
              </a:extLst>
            </p:cNvPr>
            <p:cNvSpPr/>
            <p:nvPr/>
          </p:nvSpPr>
          <p:spPr bwMode="gray">
            <a:xfrm>
              <a:off x="12233656" y="2886083"/>
              <a:ext cx="187184" cy="187184"/>
            </a:xfrm>
            <a:prstGeom prst="rect">
              <a:avLst/>
            </a:prstGeom>
            <a:solidFill>
              <a:srgbClr val="F4F4F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76" dirty="0"/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5EEC58DC-2F2B-4BE2-B67F-07B125678C34}"/>
                </a:ext>
              </a:extLst>
            </p:cNvPr>
            <p:cNvSpPr/>
            <p:nvPr userDrawn="1"/>
          </p:nvSpPr>
          <p:spPr bwMode="gray">
            <a:xfrm>
              <a:off x="12233656" y="1765158"/>
              <a:ext cx="187184" cy="187184"/>
            </a:xfrm>
            <a:prstGeom prst="rect">
              <a:avLst/>
            </a:prstGeom>
            <a:solidFill>
              <a:srgbClr val="C627A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76" dirty="0"/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8549ADF4-EEA9-43D1-8A2A-133C45DB1862}"/>
                </a:ext>
              </a:extLst>
            </p:cNvPr>
            <p:cNvSpPr/>
            <p:nvPr userDrawn="1"/>
          </p:nvSpPr>
          <p:spPr bwMode="gray">
            <a:xfrm>
              <a:off x="12455176" y="1765158"/>
              <a:ext cx="187184" cy="187184"/>
            </a:xfrm>
            <a:prstGeom prst="rect">
              <a:avLst/>
            </a:prstGeom>
            <a:solidFill>
              <a:srgbClr val="E99EC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76" dirty="0"/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30543385-700D-4FD3-9403-942A7816AFF3}"/>
                </a:ext>
              </a:extLst>
            </p:cNvPr>
            <p:cNvSpPr/>
            <p:nvPr userDrawn="1"/>
          </p:nvSpPr>
          <p:spPr bwMode="gray">
            <a:xfrm>
              <a:off x="12676696" y="1765158"/>
              <a:ext cx="187184" cy="187184"/>
            </a:xfrm>
            <a:prstGeom prst="rect">
              <a:avLst/>
            </a:prstGeom>
            <a:solidFill>
              <a:srgbClr val="DB6C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76" dirty="0"/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53C64855-B6D7-406E-A904-38AA3CAC33D1}"/>
                </a:ext>
              </a:extLst>
            </p:cNvPr>
            <p:cNvSpPr/>
            <p:nvPr userDrawn="1"/>
          </p:nvSpPr>
          <p:spPr bwMode="gray">
            <a:xfrm>
              <a:off x="12898216" y="1765158"/>
              <a:ext cx="187184" cy="187184"/>
            </a:xfrm>
            <a:prstGeom prst="rect">
              <a:avLst/>
            </a:prstGeom>
            <a:solidFill>
              <a:srgbClr val="F5CEE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76" dirty="0"/>
            </a:p>
          </p:txBody>
        </p:sp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F1671D4E-C545-4A51-AD54-465B655DA739}"/>
                </a:ext>
              </a:extLst>
            </p:cNvPr>
            <p:cNvSpPr/>
            <p:nvPr/>
          </p:nvSpPr>
          <p:spPr bwMode="gray">
            <a:xfrm>
              <a:off x="12455176" y="222423"/>
              <a:ext cx="187184" cy="187184"/>
            </a:xfrm>
            <a:prstGeom prst="rect">
              <a:avLst/>
            </a:prstGeom>
            <a:solidFill>
              <a:srgbClr val="7FD1E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114323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252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2B621816-B34D-4C96-B96F-5C715C45829B}"/>
                </a:ext>
              </a:extLst>
            </p:cNvPr>
            <p:cNvSpPr/>
            <p:nvPr/>
          </p:nvSpPr>
          <p:spPr bwMode="gray">
            <a:xfrm>
              <a:off x="12455176" y="443728"/>
              <a:ext cx="187184" cy="187184"/>
            </a:xfrm>
            <a:prstGeom prst="rect">
              <a:avLst/>
            </a:prstGeom>
            <a:solidFill>
              <a:srgbClr val="7FAAC3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114323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252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657F5CE8-B34F-444C-9F30-C4849266D875}"/>
                </a:ext>
              </a:extLst>
            </p:cNvPr>
            <p:cNvSpPr/>
            <p:nvPr/>
          </p:nvSpPr>
          <p:spPr bwMode="gray">
            <a:xfrm>
              <a:off x="12676695" y="222423"/>
              <a:ext cx="187184" cy="187184"/>
            </a:xfrm>
            <a:prstGeom prst="rect">
              <a:avLst/>
            </a:prstGeom>
            <a:solidFill>
              <a:srgbClr val="40BAE8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114323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252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03D284D6-CF6C-4BFC-8BAA-4E3DEFF9F379}"/>
                </a:ext>
              </a:extLst>
            </p:cNvPr>
            <p:cNvSpPr/>
            <p:nvPr/>
          </p:nvSpPr>
          <p:spPr bwMode="gray">
            <a:xfrm>
              <a:off x="12676695" y="443728"/>
              <a:ext cx="187184" cy="187184"/>
            </a:xfrm>
            <a:prstGeom prst="rect">
              <a:avLst/>
            </a:prstGeom>
            <a:solidFill>
              <a:srgbClr val="4080A5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114323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252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F2017C50-180E-4CF0-9C26-E8CEE97041A3}"/>
                </a:ext>
              </a:extLst>
            </p:cNvPr>
            <p:cNvSpPr/>
            <p:nvPr/>
          </p:nvSpPr>
          <p:spPr bwMode="gray">
            <a:xfrm>
              <a:off x="12898215" y="222423"/>
              <a:ext cx="187184" cy="187184"/>
            </a:xfrm>
            <a:prstGeom prst="rect">
              <a:avLst/>
            </a:prstGeom>
            <a:solidFill>
              <a:srgbClr val="BFE8F7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114323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252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B85309A6-0A06-430D-BC25-9F084A978BC1}"/>
                </a:ext>
              </a:extLst>
            </p:cNvPr>
            <p:cNvSpPr/>
            <p:nvPr/>
          </p:nvSpPr>
          <p:spPr bwMode="gray">
            <a:xfrm>
              <a:off x="12898215" y="443728"/>
              <a:ext cx="187184" cy="187184"/>
            </a:xfrm>
            <a:prstGeom prst="rect">
              <a:avLst/>
            </a:prstGeom>
            <a:solidFill>
              <a:srgbClr val="BFD4E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114323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252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602F1061-646D-4F4A-BF71-63529009C779}"/>
                </a:ext>
              </a:extLst>
            </p:cNvPr>
            <p:cNvSpPr/>
            <p:nvPr/>
          </p:nvSpPr>
          <p:spPr bwMode="gray">
            <a:xfrm>
              <a:off x="12233656" y="666550"/>
              <a:ext cx="187184" cy="187184"/>
            </a:xfrm>
            <a:prstGeom prst="rect">
              <a:avLst/>
            </a:prstGeom>
            <a:solidFill>
              <a:srgbClr val="43B02A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114323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252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C0E5BBAC-94C9-4F7F-9287-47DCDACCDED5}"/>
                </a:ext>
              </a:extLst>
            </p:cNvPr>
            <p:cNvSpPr/>
            <p:nvPr/>
          </p:nvSpPr>
          <p:spPr bwMode="gray">
            <a:xfrm>
              <a:off x="12455176" y="1329200"/>
              <a:ext cx="187184" cy="187184"/>
            </a:xfrm>
            <a:prstGeom prst="rect">
              <a:avLst/>
            </a:prstGeom>
            <a:solidFill>
              <a:srgbClr val="F7D99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114323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252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8D882D5B-CA7B-4921-A5C7-C2A02ADC6E9E}"/>
                </a:ext>
              </a:extLst>
            </p:cNvPr>
            <p:cNvSpPr/>
            <p:nvPr/>
          </p:nvSpPr>
          <p:spPr bwMode="gray">
            <a:xfrm>
              <a:off x="12676695" y="1329200"/>
              <a:ext cx="187184" cy="187184"/>
            </a:xfrm>
            <a:prstGeom prst="rect">
              <a:avLst/>
            </a:prstGeom>
            <a:solidFill>
              <a:srgbClr val="F4C65A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114323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252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B9E1E4DF-D2F6-452C-B668-F445C5207AE8}"/>
                </a:ext>
              </a:extLst>
            </p:cNvPr>
            <p:cNvSpPr/>
            <p:nvPr/>
          </p:nvSpPr>
          <p:spPr bwMode="gray">
            <a:xfrm>
              <a:off x="12898215" y="1329200"/>
              <a:ext cx="187184" cy="187184"/>
            </a:xfrm>
            <a:prstGeom prst="rect">
              <a:avLst/>
            </a:prstGeom>
            <a:solidFill>
              <a:srgbClr val="FBECC8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114323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252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B817B419-0520-447A-99C5-2445CD25CBC7}"/>
                </a:ext>
              </a:extLst>
            </p:cNvPr>
            <p:cNvSpPr/>
            <p:nvPr/>
          </p:nvSpPr>
          <p:spPr bwMode="gray">
            <a:xfrm>
              <a:off x="12233656" y="445182"/>
              <a:ext cx="187184" cy="187184"/>
            </a:xfrm>
            <a:prstGeom prst="rect">
              <a:avLst/>
            </a:prstGeom>
            <a:solidFill>
              <a:srgbClr val="005587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114323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252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85" name="Rectangle 84">
              <a:extLst>
                <a:ext uri="{FF2B5EF4-FFF2-40B4-BE49-F238E27FC236}">
                  <a16:creationId xmlns:a16="http://schemas.microsoft.com/office/drawing/2014/main" id="{EAAAD1C3-AC65-4E7F-95B0-0904DA748A91}"/>
                </a:ext>
              </a:extLst>
            </p:cNvPr>
            <p:cNvSpPr/>
            <p:nvPr/>
          </p:nvSpPr>
          <p:spPr bwMode="gray">
            <a:xfrm>
              <a:off x="12455176" y="1550568"/>
              <a:ext cx="187184" cy="187184"/>
            </a:xfrm>
            <a:prstGeom prst="rect">
              <a:avLst/>
            </a:prstGeom>
            <a:solidFill>
              <a:srgbClr val="FEC488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114323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252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93E25F0A-706F-4DD8-A3DC-8BA19EF80FF9}"/>
                </a:ext>
              </a:extLst>
            </p:cNvPr>
            <p:cNvSpPr/>
            <p:nvPr/>
          </p:nvSpPr>
          <p:spPr bwMode="gray">
            <a:xfrm>
              <a:off x="12676695" y="1550568"/>
              <a:ext cx="187184" cy="187184"/>
            </a:xfrm>
            <a:prstGeom prst="rect">
              <a:avLst/>
            </a:prstGeom>
            <a:solidFill>
              <a:srgbClr val="FEA74D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114323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252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87" name="Rectangle 86">
              <a:extLst>
                <a:ext uri="{FF2B5EF4-FFF2-40B4-BE49-F238E27FC236}">
                  <a16:creationId xmlns:a16="http://schemas.microsoft.com/office/drawing/2014/main" id="{9F5CD6E0-1E3E-40C5-A52C-E38D01328967}"/>
                </a:ext>
              </a:extLst>
            </p:cNvPr>
            <p:cNvSpPr/>
            <p:nvPr/>
          </p:nvSpPr>
          <p:spPr bwMode="gray">
            <a:xfrm>
              <a:off x="12898215" y="1550568"/>
              <a:ext cx="187184" cy="187184"/>
            </a:xfrm>
            <a:prstGeom prst="rect">
              <a:avLst/>
            </a:prstGeom>
            <a:solidFill>
              <a:srgbClr val="FFE2C4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114323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252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7F4C58CC-4DF8-4296-B3D0-140D4877D04D}"/>
                </a:ext>
              </a:extLst>
            </p:cNvPr>
            <p:cNvSpPr/>
            <p:nvPr/>
          </p:nvSpPr>
          <p:spPr bwMode="gray">
            <a:xfrm>
              <a:off x="12233656" y="222423"/>
              <a:ext cx="187184" cy="187184"/>
            </a:xfrm>
            <a:prstGeom prst="rect">
              <a:avLst/>
            </a:prstGeom>
            <a:solidFill>
              <a:srgbClr val="00A3E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114323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252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8A8BD596-AF6E-430B-BB6B-EABDF5AEDD8E}"/>
                </a:ext>
              </a:extLst>
            </p:cNvPr>
            <p:cNvSpPr/>
            <p:nvPr/>
          </p:nvSpPr>
          <p:spPr bwMode="gray">
            <a:xfrm>
              <a:off x="12455176" y="1106378"/>
              <a:ext cx="187184" cy="187184"/>
            </a:xfrm>
            <a:prstGeom prst="rect">
              <a:avLst/>
            </a:prstGeom>
            <a:solidFill>
              <a:srgbClr val="7FDFD9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114323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252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90" name="Rectangle 89">
              <a:extLst>
                <a:ext uri="{FF2B5EF4-FFF2-40B4-BE49-F238E27FC236}">
                  <a16:creationId xmlns:a16="http://schemas.microsoft.com/office/drawing/2014/main" id="{831B3C34-B7AB-4090-8ECF-586A4E0A931D}"/>
                </a:ext>
              </a:extLst>
            </p:cNvPr>
            <p:cNvSpPr/>
            <p:nvPr/>
          </p:nvSpPr>
          <p:spPr bwMode="gray">
            <a:xfrm>
              <a:off x="12676695" y="1106378"/>
              <a:ext cx="187184" cy="187184"/>
            </a:xfrm>
            <a:prstGeom prst="rect">
              <a:avLst/>
            </a:prstGeom>
            <a:solidFill>
              <a:srgbClr val="40CFC6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114323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252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91" name="Rectangle 90">
              <a:extLst>
                <a:ext uri="{FF2B5EF4-FFF2-40B4-BE49-F238E27FC236}">
                  <a16:creationId xmlns:a16="http://schemas.microsoft.com/office/drawing/2014/main" id="{9BC3DFDA-BB56-4A0D-A846-DFCB8EF88D81}"/>
                </a:ext>
              </a:extLst>
            </p:cNvPr>
            <p:cNvSpPr/>
            <p:nvPr/>
          </p:nvSpPr>
          <p:spPr bwMode="gray">
            <a:xfrm>
              <a:off x="12898215" y="1106378"/>
              <a:ext cx="187184" cy="187184"/>
            </a:xfrm>
            <a:prstGeom prst="rect">
              <a:avLst/>
            </a:prstGeom>
            <a:solidFill>
              <a:srgbClr val="BFEFEC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114323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252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92" name="Rectangle 91">
              <a:extLst>
                <a:ext uri="{FF2B5EF4-FFF2-40B4-BE49-F238E27FC236}">
                  <a16:creationId xmlns:a16="http://schemas.microsoft.com/office/drawing/2014/main" id="{9B4C1DB7-696A-41FA-B3FE-4C10635D8931}"/>
                </a:ext>
              </a:extLst>
            </p:cNvPr>
            <p:cNvSpPr/>
            <p:nvPr/>
          </p:nvSpPr>
          <p:spPr bwMode="gray">
            <a:xfrm>
              <a:off x="12233656" y="1330654"/>
              <a:ext cx="187184" cy="187184"/>
            </a:xfrm>
            <a:prstGeom prst="rect">
              <a:avLst/>
            </a:prstGeom>
            <a:solidFill>
              <a:srgbClr val="F0B323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114323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252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93" name="Rectangle 92">
              <a:extLst>
                <a:ext uri="{FF2B5EF4-FFF2-40B4-BE49-F238E27FC236}">
                  <a16:creationId xmlns:a16="http://schemas.microsoft.com/office/drawing/2014/main" id="{C2A2C519-863C-4FFE-885E-34C8AB2B023E}"/>
                </a:ext>
              </a:extLst>
            </p:cNvPr>
            <p:cNvSpPr/>
            <p:nvPr/>
          </p:nvSpPr>
          <p:spPr bwMode="gray">
            <a:xfrm>
              <a:off x="12233656" y="1550568"/>
              <a:ext cx="187184" cy="187184"/>
            </a:xfrm>
            <a:prstGeom prst="rect">
              <a:avLst/>
            </a:prstGeom>
            <a:solidFill>
              <a:srgbClr val="FE8A12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114323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252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94" name="Rectangle 93">
              <a:extLst>
                <a:ext uri="{FF2B5EF4-FFF2-40B4-BE49-F238E27FC236}">
                  <a16:creationId xmlns:a16="http://schemas.microsoft.com/office/drawing/2014/main" id="{00299C38-075C-4023-BA01-5FBB57E7B93E}"/>
                </a:ext>
              </a:extLst>
            </p:cNvPr>
            <p:cNvSpPr/>
            <p:nvPr/>
          </p:nvSpPr>
          <p:spPr bwMode="gray">
            <a:xfrm>
              <a:off x="12233656" y="1109286"/>
              <a:ext cx="187184" cy="187184"/>
            </a:xfrm>
            <a:prstGeom prst="rect">
              <a:avLst/>
            </a:prstGeom>
            <a:solidFill>
              <a:srgbClr val="00BFB3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114323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252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95" name="Rectangle 94">
              <a:extLst>
                <a:ext uri="{FF2B5EF4-FFF2-40B4-BE49-F238E27FC236}">
                  <a16:creationId xmlns:a16="http://schemas.microsoft.com/office/drawing/2014/main" id="{D230E707-137B-4479-8F7E-1687687A179F}"/>
                </a:ext>
              </a:extLst>
            </p:cNvPr>
            <p:cNvSpPr/>
            <p:nvPr/>
          </p:nvSpPr>
          <p:spPr bwMode="gray">
            <a:xfrm>
              <a:off x="12233656" y="887918"/>
              <a:ext cx="187184" cy="187184"/>
            </a:xfrm>
            <a:prstGeom prst="rect">
              <a:avLst/>
            </a:prstGeom>
            <a:solidFill>
              <a:srgbClr val="027123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114323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252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96" name="Rectangle 95">
              <a:extLst>
                <a:ext uri="{FF2B5EF4-FFF2-40B4-BE49-F238E27FC236}">
                  <a16:creationId xmlns:a16="http://schemas.microsoft.com/office/drawing/2014/main" id="{930CCC58-FAA5-4900-A5F9-0B899F2A0460}"/>
                </a:ext>
              </a:extLst>
            </p:cNvPr>
            <p:cNvSpPr/>
            <p:nvPr/>
          </p:nvSpPr>
          <p:spPr bwMode="gray">
            <a:xfrm>
              <a:off x="12455176" y="887918"/>
              <a:ext cx="187184" cy="187184"/>
            </a:xfrm>
            <a:prstGeom prst="rect">
              <a:avLst/>
            </a:prstGeom>
            <a:solidFill>
              <a:srgbClr val="80B89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114323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252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97" name="Rectangle 96">
              <a:extLst>
                <a:ext uri="{FF2B5EF4-FFF2-40B4-BE49-F238E27FC236}">
                  <a16:creationId xmlns:a16="http://schemas.microsoft.com/office/drawing/2014/main" id="{0D728566-B8B7-4E9D-8B72-20AC79577B3C}"/>
                </a:ext>
              </a:extLst>
            </p:cNvPr>
            <p:cNvSpPr/>
            <p:nvPr/>
          </p:nvSpPr>
          <p:spPr bwMode="gray">
            <a:xfrm>
              <a:off x="12455176" y="666550"/>
              <a:ext cx="187184" cy="187184"/>
            </a:xfrm>
            <a:prstGeom prst="rect">
              <a:avLst/>
            </a:prstGeom>
            <a:solidFill>
              <a:srgbClr val="A1D794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114323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252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98" name="Rectangle 97">
              <a:extLst>
                <a:ext uri="{FF2B5EF4-FFF2-40B4-BE49-F238E27FC236}">
                  <a16:creationId xmlns:a16="http://schemas.microsoft.com/office/drawing/2014/main" id="{0654B01F-B9ED-460E-8A42-71800A74AFD1}"/>
                </a:ext>
              </a:extLst>
            </p:cNvPr>
            <p:cNvSpPr/>
            <p:nvPr/>
          </p:nvSpPr>
          <p:spPr bwMode="gray">
            <a:xfrm>
              <a:off x="12676695" y="887918"/>
              <a:ext cx="187184" cy="187184"/>
            </a:xfrm>
            <a:prstGeom prst="rect">
              <a:avLst/>
            </a:prstGeom>
            <a:solidFill>
              <a:srgbClr val="41955A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114323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252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99" name="Rectangle 98">
              <a:extLst>
                <a:ext uri="{FF2B5EF4-FFF2-40B4-BE49-F238E27FC236}">
                  <a16:creationId xmlns:a16="http://schemas.microsoft.com/office/drawing/2014/main" id="{198DE376-4FF4-4A06-A431-8F072BE6F442}"/>
                </a:ext>
              </a:extLst>
            </p:cNvPr>
            <p:cNvSpPr/>
            <p:nvPr/>
          </p:nvSpPr>
          <p:spPr bwMode="gray">
            <a:xfrm>
              <a:off x="12676695" y="666550"/>
              <a:ext cx="187184" cy="187184"/>
            </a:xfrm>
            <a:prstGeom prst="rect">
              <a:avLst/>
            </a:prstGeom>
            <a:solidFill>
              <a:srgbClr val="72C45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114323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252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00" name="Rectangle 99">
              <a:extLst>
                <a:ext uri="{FF2B5EF4-FFF2-40B4-BE49-F238E27FC236}">
                  <a16:creationId xmlns:a16="http://schemas.microsoft.com/office/drawing/2014/main" id="{83CCD18B-54DC-422F-BC15-C5819DF277AE}"/>
                </a:ext>
              </a:extLst>
            </p:cNvPr>
            <p:cNvSpPr/>
            <p:nvPr/>
          </p:nvSpPr>
          <p:spPr bwMode="gray">
            <a:xfrm>
              <a:off x="12898215" y="887918"/>
              <a:ext cx="187184" cy="187184"/>
            </a:xfrm>
            <a:prstGeom prst="rect">
              <a:avLst/>
            </a:prstGeom>
            <a:solidFill>
              <a:srgbClr val="C0DCC8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114323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252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01" name="Rectangle 100">
              <a:extLst>
                <a:ext uri="{FF2B5EF4-FFF2-40B4-BE49-F238E27FC236}">
                  <a16:creationId xmlns:a16="http://schemas.microsoft.com/office/drawing/2014/main" id="{C9AC4FBA-1217-4369-8CD8-64FAE85D8B82}"/>
                </a:ext>
              </a:extLst>
            </p:cNvPr>
            <p:cNvSpPr/>
            <p:nvPr/>
          </p:nvSpPr>
          <p:spPr bwMode="gray">
            <a:xfrm>
              <a:off x="12898215" y="666550"/>
              <a:ext cx="187184" cy="187184"/>
            </a:xfrm>
            <a:prstGeom prst="rect">
              <a:avLst/>
            </a:prstGeom>
            <a:solidFill>
              <a:srgbClr val="D0EBCA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114323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252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874360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34" r:id="rId1"/>
    <p:sldLayoutId id="2147484235" r:id="rId2"/>
    <p:sldLayoutId id="2147484236" r:id="rId3"/>
    <p:sldLayoutId id="2147484238" r:id="rId4"/>
    <p:sldLayoutId id="2147484239" r:id="rId5"/>
    <p:sldLayoutId id="2147484240" r:id="rId6"/>
    <p:sldLayoutId id="2147484241" r:id="rId7"/>
    <p:sldLayoutId id="2147484242" r:id="rId8"/>
    <p:sldLayoutId id="2147484243" r:id="rId9"/>
    <p:sldLayoutId id="2147484244" r:id="rId10"/>
    <p:sldLayoutId id="2147484245" r:id="rId11"/>
    <p:sldLayoutId id="2147484246" r:id="rId12"/>
    <p:sldLayoutId id="2147484247" r:id="rId13"/>
    <p:sldLayoutId id="2147484248" r:id="rId14"/>
    <p:sldLayoutId id="2147484249" r:id="rId15"/>
    <p:sldLayoutId id="2147484250" r:id="rId16"/>
    <p:sldLayoutId id="2147484251" r:id="rId17"/>
    <p:sldLayoutId id="2147484252" r:id="rId18"/>
    <p:sldLayoutId id="2147484253" r:id="rId19"/>
    <p:sldLayoutId id="2147484254" r:id="rId20"/>
    <p:sldLayoutId id="2147484255" r:id="rId21"/>
    <p:sldLayoutId id="2147484256" r:id="rId22"/>
    <p:sldLayoutId id="2147484257" r:id="rId23"/>
    <p:sldLayoutId id="2147484261" r:id="rId24"/>
    <p:sldLayoutId id="2147484258" r:id="rId25"/>
    <p:sldLayoutId id="2147484259" r:id="rId26"/>
    <p:sldLayoutId id="2147484260" r:id="rId27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txStyles>
    <p:titleStyle>
      <a:lvl1pPr algn="l" defTabSz="1143236" rtl="0" eaLnBrk="1" latinLnBrk="0" hangingPunct="1">
        <a:lnSpc>
          <a:spcPct val="90000"/>
        </a:lnSpc>
        <a:spcBef>
          <a:spcPct val="0"/>
        </a:spcBef>
        <a:buNone/>
        <a:defRPr sz="549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85806" indent="-285806" algn="l" defTabSz="1143236" rtl="0" eaLnBrk="1" latinLnBrk="0" hangingPunct="1">
        <a:lnSpc>
          <a:spcPct val="90000"/>
        </a:lnSpc>
        <a:spcBef>
          <a:spcPts val="1249"/>
        </a:spcBef>
        <a:buFont typeface="Arial" panose="020B0604020202020204" pitchFamily="34" charset="0"/>
        <a:buChar char="•"/>
        <a:defRPr sz="3501" kern="1200">
          <a:solidFill>
            <a:schemeClr val="tx1"/>
          </a:solidFill>
          <a:latin typeface="+mn-lt"/>
          <a:ea typeface="+mn-ea"/>
          <a:cs typeface="+mn-cs"/>
        </a:defRPr>
      </a:lvl1pPr>
      <a:lvl2pPr marL="857425" indent="-285806" algn="l" defTabSz="1143236" rtl="0" eaLnBrk="1" latinLnBrk="0" hangingPunct="1">
        <a:lnSpc>
          <a:spcPct val="90000"/>
        </a:lnSpc>
        <a:spcBef>
          <a:spcPts val="622"/>
        </a:spcBef>
        <a:buFont typeface="Arial" panose="020B0604020202020204" pitchFamily="34" charset="0"/>
        <a:buChar char="•"/>
        <a:defRPr sz="3005" kern="1200">
          <a:solidFill>
            <a:schemeClr val="tx1"/>
          </a:solidFill>
          <a:latin typeface="+mn-lt"/>
          <a:ea typeface="+mn-ea"/>
          <a:cs typeface="+mn-cs"/>
        </a:defRPr>
      </a:lvl2pPr>
      <a:lvl3pPr marL="1429043" indent="-285806" algn="l" defTabSz="1143236" rtl="0" eaLnBrk="1" latinLnBrk="0" hangingPunct="1">
        <a:lnSpc>
          <a:spcPct val="90000"/>
        </a:lnSpc>
        <a:spcBef>
          <a:spcPts val="622"/>
        </a:spcBef>
        <a:buFont typeface="Arial" panose="020B0604020202020204" pitchFamily="34" charset="0"/>
        <a:buChar char="•"/>
        <a:defRPr sz="2502" kern="1200">
          <a:solidFill>
            <a:schemeClr val="tx1"/>
          </a:solidFill>
          <a:latin typeface="+mn-lt"/>
          <a:ea typeface="+mn-ea"/>
          <a:cs typeface="+mn-cs"/>
        </a:defRPr>
      </a:lvl3pPr>
      <a:lvl4pPr marL="2000656" indent="-285806" algn="l" defTabSz="1143236" rtl="0" eaLnBrk="1" latinLnBrk="0" hangingPunct="1">
        <a:lnSpc>
          <a:spcPct val="90000"/>
        </a:lnSpc>
        <a:spcBef>
          <a:spcPts val="622"/>
        </a:spcBef>
        <a:buFont typeface="Arial" panose="020B0604020202020204" pitchFamily="34" charset="0"/>
        <a:buChar char="•"/>
        <a:defRPr sz="2252" kern="1200">
          <a:solidFill>
            <a:schemeClr val="tx1"/>
          </a:solidFill>
          <a:latin typeface="+mn-lt"/>
          <a:ea typeface="+mn-ea"/>
          <a:cs typeface="+mn-cs"/>
        </a:defRPr>
      </a:lvl4pPr>
      <a:lvl5pPr marL="2572275" indent="-285806" algn="l" defTabSz="1143236" rtl="0" eaLnBrk="1" latinLnBrk="0" hangingPunct="1">
        <a:lnSpc>
          <a:spcPct val="90000"/>
        </a:lnSpc>
        <a:spcBef>
          <a:spcPts val="622"/>
        </a:spcBef>
        <a:buFont typeface="Arial" panose="020B0604020202020204" pitchFamily="34" charset="0"/>
        <a:buChar char="•"/>
        <a:defRPr sz="2252" kern="1200">
          <a:solidFill>
            <a:schemeClr val="tx1"/>
          </a:solidFill>
          <a:latin typeface="+mn-lt"/>
          <a:ea typeface="+mn-ea"/>
          <a:cs typeface="+mn-cs"/>
        </a:defRPr>
      </a:lvl5pPr>
      <a:lvl6pPr marL="3143889" indent="-285806" algn="l" defTabSz="1143236" rtl="0" eaLnBrk="1" latinLnBrk="0" hangingPunct="1">
        <a:lnSpc>
          <a:spcPct val="90000"/>
        </a:lnSpc>
        <a:spcBef>
          <a:spcPts val="622"/>
        </a:spcBef>
        <a:buFont typeface="Arial" panose="020B0604020202020204" pitchFamily="34" charset="0"/>
        <a:buChar char="•"/>
        <a:defRPr sz="2252" kern="1200">
          <a:solidFill>
            <a:schemeClr val="tx1"/>
          </a:solidFill>
          <a:latin typeface="+mn-lt"/>
          <a:ea typeface="+mn-ea"/>
          <a:cs typeface="+mn-cs"/>
        </a:defRPr>
      </a:lvl6pPr>
      <a:lvl7pPr marL="3715508" indent="-285806" algn="l" defTabSz="1143236" rtl="0" eaLnBrk="1" latinLnBrk="0" hangingPunct="1">
        <a:lnSpc>
          <a:spcPct val="90000"/>
        </a:lnSpc>
        <a:spcBef>
          <a:spcPts val="622"/>
        </a:spcBef>
        <a:buFont typeface="Arial" panose="020B0604020202020204" pitchFamily="34" charset="0"/>
        <a:buChar char="•"/>
        <a:defRPr sz="2252" kern="1200">
          <a:solidFill>
            <a:schemeClr val="tx1"/>
          </a:solidFill>
          <a:latin typeface="+mn-lt"/>
          <a:ea typeface="+mn-ea"/>
          <a:cs typeface="+mn-cs"/>
        </a:defRPr>
      </a:lvl7pPr>
      <a:lvl8pPr marL="4287125" indent="-285806" algn="l" defTabSz="1143236" rtl="0" eaLnBrk="1" latinLnBrk="0" hangingPunct="1">
        <a:lnSpc>
          <a:spcPct val="90000"/>
        </a:lnSpc>
        <a:spcBef>
          <a:spcPts val="622"/>
        </a:spcBef>
        <a:buFont typeface="Arial" panose="020B0604020202020204" pitchFamily="34" charset="0"/>
        <a:buChar char="•"/>
        <a:defRPr sz="2252" kern="1200">
          <a:solidFill>
            <a:schemeClr val="tx1"/>
          </a:solidFill>
          <a:latin typeface="+mn-lt"/>
          <a:ea typeface="+mn-ea"/>
          <a:cs typeface="+mn-cs"/>
        </a:defRPr>
      </a:lvl8pPr>
      <a:lvl9pPr marL="4858739" indent="-285806" algn="l" defTabSz="1143236" rtl="0" eaLnBrk="1" latinLnBrk="0" hangingPunct="1">
        <a:lnSpc>
          <a:spcPct val="90000"/>
        </a:lnSpc>
        <a:spcBef>
          <a:spcPts val="622"/>
        </a:spcBef>
        <a:buFont typeface="Arial" panose="020B0604020202020204" pitchFamily="34" charset="0"/>
        <a:buChar char="•"/>
        <a:defRPr sz="225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43236" rtl="0" eaLnBrk="1" latinLnBrk="0" hangingPunct="1">
        <a:defRPr sz="2252" kern="1200">
          <a:solidFill>
            <a:schemeClr val="tx1"/>
          </a:solidFill>
          <a:latin typeface="+mn-lt"/>
          <a:ea typeface="+mn-ea"/>
          <a:cs typeface="+mn-cs"/>
        </a:defRPr>
      </a:lvl1pPr>
      <a:lvl2pPr marL="571614" algn="l" defTabSz="1143236" rtl="0" eaLnBrk="1" latinLnBrk="0" hangingPunct="1">
        <a:defRPr sz="2252" kern="1200">
          <a:solidFill>
            <a:schemeClr val="tx1"/>
          </a:solidFill>
          <a:latin typeface="+mn-lt"/>
          <a:ea typeface="+mn-ea"/>
          <a:cs typeface="+mn-cs"/>
        </a:defRPr>
      </a:lvl2pPr>
      <a:lvl3pPr marL="1143236" algn="l" defTabSz="1143236" rtl="0" eaLnBrk="1" latinLnBrk="0" hangingPunct="1">
        <a:defRPr sz="2252" kern="1200">
          <a:solidFill>
            <a:schemeClr val="tx1"/>
          </a:solidFill>
          <a:latin typeface="+mn-lt"/>
          <a:ea typeface="+mn-ea"/>
          <a:cs typeface="+mn-cs"/>
        </a:defRPr>
      </a:lvl3pPr>
      <a:lvl4pPr marL="1714850" algn="l" defTabSz="1143236" rtl="0" eaLnBrk="1" latinLnBrk="0" hangingPunct="1">
        <a:defRPr sz="2252" kern="1200">
          <a:solidFill>
            <a:schemeClr val="tx1"/>
          </a:solidFill>
          <a:latin typeface="+mn-lt"/>
          <a:ea typeface="+mn-ea"/>
          <a:cs typeface="+mn-cs"/>
        </a:defRPr>
      </a:lvl4pPr>
      <a:lvl5pPr marL="2286464" algn="l" defTabSz="1143236" rtl="0" eaLnBrk="1" latinLnBrk="0" hangingPunct="1">
        <a:defRPr sz="2252" kern="1200">
          <a:solidFill>
            <a:schemeClr val="tx1"/>
          </a:solidFill>
          <a:latin typeface="+mn-lt"/>
          <a:ea typeface="+mn-ea"/>
          <a:cs typeface="+mn-cs"/>
        </a:defRPr>
      </a:lvl5pPr>
      <a:lvl6pPr marL="2858083" algn="l" defTabSz="1143236" rtl="0" eaLnBrk="1" latinLnBrk="0" hangingPunct="1">
        <a:defRPr sz="2252" kern="1200">
          <a:solidFill>
            <a:schemeClr val="tx1"/>
          </a:solidFill>
          <a:latin typeface="+mn-lt"/>
          <a:ea typeface="+mn-ea"/>
          <a:cs typeface="+mn-cs"/>
        </a:defRPr>
      </a:lvl6pPr>
      <a:lvl7pPr marL="3429700" algn="l" defTabSz="1143236" rtl="0" eaLnBrk="1" latinLnBrk="0" hangingPunct="1">
        <a:defRPr sz="2252" kern="1200">
          <a:solidFill>
            <a:schemeClr val="tx1"/>
          </a:solidFill>
          <a:latin typeface="+mn-lt"/>
          <a:ea typeface="+mn-ea"/>
          <a:cs typeface="+mn-cs"/>
        </a:defRPr>
      </a:lvl7pPr>
      <a:lvl8pPr marL="4001314" algn="l" defTabSz="1143236" rtl="0" eaLnBrk="1" latinLnBrk="0" hangingPunct="1">
        <a:defRPr sz="2252" kern="1200">
          <a:solidFill>
            <a:schemeClr val="tx1"/>
          </a:solidFill>
          <a:latin typeface="+mn-lt"/>
          <a:ea typeface="+mn-ea"/>
          <a:cs typeface="+mn-cs"/>
        </a:defRPr>
      </a:lvl8pPr>
      <a:lvl9pPr marL="4572932" algn="l" defTabSz="1143236" rtl="0" eaLnBrk="1" latinLnBrk="0" hangingPunct="1">
        <a:defRPr sz="225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: Top Corners Rounded 17">
            <a:extLst>
              <a:ext uri="{FF2B5EF4-FFF2-40B4-BE49-F238E27FC236}">
                <a16:creationId xmlns:a16="http://schemas.microsoft.com/office/drawing/2014/main" id="{43635E3B-3F72-4737-BC86-303BD9D4B34F}"/>
              </a:ext>
            </a:extLst>
          </p:cNvPr>
          <p:cNvSpPr/>
          <p:nvPr/>
        </p:nvSpPr>
        <p:spPr>
          <a:xfrm rot="5400000">
            <a:off x="14722931" y="7973784"/>
            <a:ext cx="571501" cy="462646"/>
          </a:xfrm>
          <a:prstGeom prst="round2SameRect">
            <a:avLst>
              <a:gd name="adj1" fmla="val 12500"/>
              <a:gd name="adj2" fmla="val 0"/>
            </a:avLst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t" anchorCtr="0"/>
          <a:lstStyle/>
          <a:p>
            <a:pPr>
              <a:defRPr/>
            </a:pPr>
            <a:endParaRPr lang="en-US" sz="2002" kern="0" dirty="0" err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2" name="Rectangle: Top Corners One Rounded and One Snipped 1">
            <a:extLst>
              <a:ext uri="{FF2B5EF4-FFF2-40B4-BE49-F238E27FC236}">
                <a16:creationId xmlns:a16="http://schemas.microsoft.com/office/drawing/2014/main" id="{A24C3229-6C09-B316-9B8C-C3E23A8045D9}"/>
              </a:ext>
            </a:extLst>
          </p:cNvPr>
          <p:cNvSpPr/>
          <p:nvPr/>
        </p:nvSpPr>
        <p:spPr>
          <a:xfrm rot="5400000">
            <a:off x="3318004" y="-3318006"/>
            <a:ext cx="8604000" cy="15240011"/>
          </a:xfrm>
          <a:prstGeom prst="snipRoundRect">
            <a:avLst>
              <a:gd name="adj1" fmla="val 0"/>
              <a:gd name="adj2" fmla="val 493"/>
            </a:avLst>
          </a:prstGeom>
          <a:gradFill flip="none" rotWithShape="1">
            <a:gsLst>
              <a:gs pos="0">
                <a:srgbClr val="140A41"/>
              </a:gs>
              <a:gs pos="100000">
                <a:srgbClr val="123266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l"/>
            <a:endParaRPr lang="en-US" sz="2002" dirty="0" err="1"/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E0C13D1A-E712-51D1-DF3F-4ED213EA52DD}"/>
              </a:ext>
            </a:extLst>
          </p:cNvPr>
          <p:cNvCxnSpPr>
            <a:cxnSpLocks/>
          </p:cNvCxnSpPr>
          <p:nvPr/>
        </p:nvCxnSpPr>
        <p:spPr>
          <a:xfrm>
            <a:off x="0" y="531978"/>
            <a:ext cx="15240000" cy="0"/>
          </a:xfrm>
          <a:prstGeom prst="line">
            <a:avLst/>
          </a:prstGeom>
          <a:ln w="3175" cap="rnd" cmpd="dbl">
            <a:solidFill>
              <a:schemeClr val="bg2"/>
            </a:solidFill>
            <a:rou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9D6289F5-C509-0687-DFFA-04E8987E1931}"/>
              </a:ext>
            </a:extLst>
          </p:cNvPr>
          <p:cNvSpPr txBox="1"/>
          <p:nvPr/>
        </p:nvSpPr>
        <p:spPr>
          <a:xfrm>
            <a:off x="634278" y="829134"/>
            <a:ext cx="3427359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[Page Name]</a:t>
            </a:r>
          </a:p>
          <a:p>
            <a:br>
              <a:rPr lang="en-GB" sz="24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endParaRPr lang="en-GB" sz="1400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8" name="Rectangle: Top Corners Rounded 57">
            <a:extLst>
              <a:ext uri="{FF2B5EF4-FFF2-40B4-BE49-F238E27FC236}">
                <a16:creationId xmlns:a16="http://schemas.microsoft.com/office/drawing/2014/main" id="{3C64383A-E685-36F8-00AD-03E528D70C0A}"/>
              </a:ext>
            </a:extLst>
          </p:cNvPr>
          <p:cNvSpPr/>
          <p:nvPr/>
        </p:nvSpPr>
        <p:spPr>
          <a:xfrm>
            <a:off x="533945" y="3084726"/>
            <a:ext cx="4864320" cy="5177148"/>
          </a:xfrm>
          <a:prstGeom prst="round2SameRect">
            <a:avLst>
              <a:gd name="adj1" fmla="val 3883"/>
              <a:gd name="adj2" fmla="val 5043"/>
            </a:avLst>
          </a:prstGeom>
          <a:solidFill>
            <a:srgbClr val="1232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endParaRPr lang="en-US" sz="667" dirty="0" err="1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4ECBBAF-B777-7CB7-3991-D3A07DCA15BA}"/>
              </a:ext>
            </a:extLst>
          </p:cNvPr>
          <p:cNvSpPr txBox="1"/>
          <p:nvPr/>
        </p:nvSpPr>
        <p:spPr>
          <a:xfrm>
            <a:off x="124914" y="29854"/>
            <a:ext cx="15425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b="1" dirty="0">
                <a:solidFill>
                  <a:schemeClr val="bg1"/>
                </a:solidFill>
              </a:rPr>
              <a:t>[L o g o]</a:t>
            </a:r>
          </a:p>
        </p:txBody>
      </p:sp>
      <p:sp>
        <p:nvSpPr>
          <p:cNvPr id="5" name="Rectangle: Top Corners Rounded 4">
            <a:extLst>
              <a:ext uri="{FF2B5EF4-FFF2-40B4-BE49-F238E27FC236}">
                <a16:creationId xmlns:a16="http://schemas.microsoft.com/office/drawing/2014/main" id="{2EDF6712-FC3F-2995-C890-5C1E2B206CF5}"/>
              </a:ext>
            </a:extLst>
          </p:cNvPr>
          <p:cNvSpPr/>
          <p:nvPr/>
        </p:nvSpPr>
        <p:spPr>
          <a:xfrm>
            <a:off x="5772839" y="3084726"/>
            <a:ext cx="8933215" cy="5177148"/>
          </a:xfrm>
          <a:prstGeom prst="round2SameRect">
            <a:avLst>
              <a:gd name="adj1" fmla="val 3883"/>
              <a:gd name="adj2" fmla="val 5043"/>
            </a:avLst>
          </a:prstGeom>
          <a:solidFill>
            <a:srgbClr val="1232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endParaRPr lang="en-US" sz="667" dirty="0" err="1"/>
          </a:p>
        </p:txBody>
      </p:sp>
      <p:sp>
        <p:nvSpPr>
          <p:cNvPr id="8" name="Rectangle: Top Corners Rounded 7">
            <a:extLst>
              <a:ext uri="{FF2B5EF4-FFF2-40B4-BE49-F238E27FC236}">
                <a16:creationId xmlns:a16="http://schemas.microsoft.com/office/drawing/2014/main" id="{A80839D0-4755-ADBB-93FF-8527B02E0094}"/>
              </a:ext>
            </a:extLst>
          </p:cNvPr>
          <p:cNvSpPr/>
          <p:nvPr/>
        </p:nvSpPr>
        <p:spPr>
          <a:xfrm>
            <a:off x="533945" y="1696158"/>
            <a:ext cx="2263155" cy="1046440"/>
          </a:xfrm>
          <a:prstGeom prst="round2SameRect">
            <a:avLst>
              <a:gd name="adj1" fmla="val 14411"/>
              <a:gd name="adj2" fmla="val 11360"/>
            </a:avLst>
          </a:prstGeom>
          <a:solidFill>
            <a:srgbClr val="1232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endParaRPr lang="en-US" sz="667" dirty="0" err="1"/>
          </a:p>
        </p:txBody>
      </p:sp>
      <p:sp>
        <p:nvSpPr>
          <p:cNvPr id="10" name="Rectangle: Top Corners Rounded 9">
            <a:extLst>
              <a:ext uri="{FF2B5EF4-FFF2-40B4-BE49-F238E27FC236}">
                <a16:creationId xmlns:a16="http://schemas.microsoft.com/office/drawing/2014/main" id="{13EEDB8C-8CF1-F0DA-4724-D6F54DB9E247}"/>
              </a:ext>
            </a:extLst>
          </p:cNvPr>
          <p:cNvSpPr/>
          <p:nvPr/>
        </p:nvSpPr>
        <p:spPr>
          <a:xfrm>
            <a:off x="5772839" y="1696158"/>
            <a:ext cx="4068898" cy="1046440"/>
          </a:xfrm>
          <a:prstGeom prst="round2SameRect">
            <a:avLst>
              <a:gd name="adj1" fmla="val 7041"/>
              <a:gd name="adj2" fmla="val 11360"/>
            </a:avLst>
          </a:prstGeom>
          <a:solidFill>
            <a:srgbClr val="1232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endParaRPr lang="en-US" sz="667" dirty="0" err="1"/>
          </a:p>
        </p:txBody>
      </p:sp>
      <p:sp>
        <p:nvSpPr>
          <p:cNvPr id="11" name="Rectangle: Top Corners Rounded 10">
            <a:extLst>
              <a:ext uri="{FF2B5EF4-FFF2-40B4-BE49-F238E27FC236}">
                <a16:creationId xmlns:a16="http://schemas.microsoft.com/office/drawing/2014/main" id="{0D878C7B-3B7A-8130-2E7F-0A23F211FF4E}"/>
              </a:ext>
            </a:extLst>
          </p:cNvPr>
          <p:cNvSpPr/>
          <p:nvPr/>
        </p:nvSpPr>
        <p:spPr>
          <a:xfrm>
            <a:off x="10245687" y="1696158"/>
            <a:ext cx="4460368" cy="1046440"/>
          </a:xfrm>
          <a:prstGeom prst="round2SameRect">
            <a:avLst>
              <a:gd name="adj1" fmla="val 11253"/>
              <a:gd name="adj2" fmla="val 10307"/>
            </a:avLst>
          </a:prstGeom>
          <a:solidFill>
            <a:srgbClr val="1232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endParaRPr lang="en-US" sz="667" dirty="0" err="1"/>
          </a:p>
        </p:txBody>
      </p:sp>
      <p:sp>
        <p:nvSpPr>
          <p:cNvPr id="12" name="Rectangle: Top Corners Rounded 11">
            <a:extLst>
              <a:ext uri="{FF2B5EF4-FFF2-40B4-BE49-F238E27FC236}">
                <a16:creationId xmlns:a16="http://schemas.microsoft.com/office/drawing/2014/main" id="{F79F9CB0-101D-77EA-4054-D09E62C57FC6}"/>
              </a:ext>
            </a:extLst>
          </p:cNvPr>
          <p:cNvSpPr/>
          <p:nvPr/>
        </p:nvSpPr>
        <p:spPr>
          <a:xfrm>
            <a:off x="3135110" y="1694482"/>
            <a:ext cx="2263155" cy="1046440"/>
          </a:xfrm>
          <a:prstGeom prst="round2SameRect">
            <a:avLst>
              <a:gd name="adj1" fmla="val 14411"/>
              <a:gd name="adj2" fmla="val 11360"/>
            </a:avLst>
          </a:prstGeom>
          <a:solidFill>
            <a:srgbClr val="1232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endParaRPr lang="en-US" sz="667" dirty="0" err="1"/>
          </a:p>
        </p:txBody>
      </p:sp>
    </p:spTree>
    <p:extLst>
      <p:ext uri="{BB962C8B-B14F-4D97-AF65-F5344CB8AC3E}">
        <p14:creationId xmlns:p14="http://schemas.microsoft.com/office/powerpoint/2010/main" val="33016642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1B3EE3-B56F-1E43-39B3-29E9A7174F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: Top Corners Rounded 17">
            <a:extLst>
              <a:ext uri="{FF2B5EF4-FFF2-40B4-BE49-F238E27FC236}">
                <a16:creationId xmlns:a16="http://schemas.microsoft.com/office/drawing/2014/main" id="{46080B5F-971E-4DE2-FBD1-B4E2DD18D7D1}"/>
              </a:ext>
            </a:extLst>
          </p:cNvPr>
          <p:cNvSpPr/>
          <p:nvPr/>
        </p:nvSpPr>
        <p:spPr>
          <a:xfrm rot="5400000">
            <a:off x="14722931" y="7973784"/>
            <a:ext cx="571501" cy="462646"/>
          </a:xfrm>
          <a:prstGeom prst="round2SameRect">
            <a:avLst>
              <a:gd name="adj1" fmla="val 12500"/>
              <a:gd name="adj2" fmla="val 0"/>
            </a:avLst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t" anchorCtr="0"/>
          <a:lstStyle/>
          <a:p>
            <a:pPr>
              <a:defRPr/>
            </a:pPr>
            <a:endParaRPr lang="en-US" sz="2002" kern="0" dirty="0" err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2" name="Rectangle: Top Corners One Rounded and One Snipped 1">
            <a:extLst>
              <a:ext uri="{FF2B5EF4-FFF2-40B4-BE49-F238E27FC236}">
                <a16:creationId xmlns:a16="http://schemas.microsoft.com/office/drawing/2014/main" id="{54E15ABF-D269-B0E3-B23A-97A9E4F95FBC}"/>
              </a:ext>
            </a:extLst>
          </p:cNvPr>
          <p:cNvSpPr/>
          <p:nvPr/>
        </p:nvSpPr>
        <p:spPr>
          <a:xfrm rot="5400000">
            <a:off x="3318004" y="-3318006"/>
            <a:ext cx="8604000" cy="15240011"/>
          </a:xfrm>
          <a:prstGeom prst="snipRoundRect">
            <a:avLst>
              <a:gd name="adj1" fmla="val 0"/>
              <a:gd name="adj2" fmla="val 493"/>
            </a:avLst>
          </a:prstGeom>
          <a:gradFill flip="none" rotWithShape="1">
            <a:gsLst>
              <a:gs pos="0">
                <a:srgbClr val="140A41"/>
              </a:gs>
              <a:gs pos="100000">
                <a:srgbClr val="123266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l"/>
            <a:endParaRPr lang="en-US" sz="2002" dirty="0" err="1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AA0B2F1-C258-B75E-87A6-79A301CE3B3E}"/>
              </a:ext>
            </a:extLst>
          </p:cNvPr>
          <p:cNvSpPr txBox="1"/>
          <p:nvPr/>
        </p:nvSpPr>
        <p:spPr>
          <a:xfrm>
            <a:off x="1667434" y="2037810"/>
            <a:ext cx="12598787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8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What is the purpose of this solution?</a:t>
            </a:r>
          </a:p>
          <a:p>
            <a:br>
              <a:rPr lang="en-US" sz="14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GB" sz="14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Title allows report users to focus on…</a:t>
            </a: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25792AD1-BC4C-A2D7-E10A-61C52C4AAE71}"/>
              </a:ext>
            </a:extLst>
          </p:cNvPr>
          <p:cNvCxnSpPr>
            <a:cxnSpLocks/>
          </p:cNvCxnSpPr>
          <p:nvPr/>
        </p:nvCxnSpPr>
        <p:spPr>
          <a:xfrm>
            <a:off x="0" y="531978"/>
            <a:ext cx="15240000" cy="0"/>
          </a:xfrm>
          <a:prstGeom prst="line">
            <a:avLst/>
          </a:prstGeom>
          <a:ln w="3175" cap="rnd" cmpd="dbl">
            <a:solidFill>
              <a:schemeClr val="bg2"/>
            </a:solidFill>
            <a:rou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ectangle: Top Corners Rounded 37">
            <a:extLst>
              <a:ext uri="{FF2B5EF4-FFF2-40B4-BE49-F238E27FC236}">
                <a16:creationId xmlns:a16="http://schemas.microsoft.com/office/drawing/2014/main" id="{6B6DCBD2-DE17-B729-3C61-51DA8AC75E78}"/>
              </a:ext>
            </a:extLst>
          </p:cNvPr>
          <p:cNvSpPr/>
          <p:nvPr/>
        </p:nvSpPr>
        <p:spPr>
          <a:xfrm rot="5400000">
            <a:off x="7158783" y="-4526975"/>
            <a:ext cx="991118" cy="14246032"/>
          </a:xfrm>
          <a:prstGeom prst="round2SameRect">
            <a:avLst>
              <a:gd name="adj1" fmla="val 4640"/>
              <a:gd name="adj2" fmla="val 0"/>
            </a:avLst>
          </a:prstGeom>
          <a:solidFill>
            <a:srgbClr val="11346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endParaRPr lang="en-US" sz="667" dirty="0" err="1"/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2900A4BA-D7BE-B169-C75A-4B1D2B3CC368}"/>
              </a:ext>
            </a:extLst>
          </p:cNvPr>
          <p:cNvCxnSpPr>
            <a:cxnSpLocks/>
          </p:cNvCxnSpPr>
          <p:nvPr/>
        </p:nvCxnSpPr>
        <p:spPr>
          <a:xfrm flipH="1">
            <a:off x="527296" y="2100482"/>
            <a:ext cx="4030" cy="991115"/>
          </a:xfrm>
          <a:prstGeom prst="line">
            <a:avLst/>
          </a:prstGeom>
          <a:ln w="12700" cmpd="sng">
            <a:solidFill>
              <a:srgbClr val="33BBE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FF77FFF9-BB0A-61B9-594E-9800BD705CED}"/>
              </a:ext>
            </a:extLst>
          </p:cNvPr>
          <p:cNvSpPr txBox="1"/>
          <p:nvPr/>
        </p:nvSpPr>
        <p:spPr>
          <a:xfrm>
            <a:off x="634278" y="829134"/>
            <a:ext cx="3427359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Your Report Title</a:t>
            </a:r>
            <a:br>
              <a:rPr lang="en-GB" sz="24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endParaRPr lang="en-GB" sz="1400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7E0BA33A-BCEC-C5F6-EE0E-ECD0AACBB055}"/>
              </a:ext>
            </a:extLst>
          </p:cNvPr>
          <p:cNvCxnSpPr>
            <a:cxnSpLocks/>
          </p:cNvCxnSpPr>
          <p:nvPr/>
        </p:nvCxnSpPr>
        <p:spPr>
          <a:xfrm>
            <a:off x="-107156" y="1875234"/>
            <a:ext cx="15347156" cy="0"/>
          </a:xfrm>
          <a:prstGeom prst="line">
            <a:avLst/>
          </a:prstGeom>
          <a:ln w="3175" cap="rnd" cmpd="dbl">
            <a:solidFill>
              <a:schemeClr val="bg2">
                <a:alpha val="20000"/>
              </a:schemeClr>
            </a:solidFill>
            <a:rou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Rectangle: Top Corners Rounded 57">
            <a:extLst>
              <a:ext uri="{FF2B5EF4-FFF2-40B4-BE49-F238E27FC236}">
                <a16:creationId xmlns:a16="http://schemas.microsoft.com/office/drawing/2014/main" id="{D5AFEB2D-9BFD-CC84-E2A4-DD173E589009}"/>
              </a:ext>
            </a:extLst>
          </p:cNvPr>
          <p:cNvSpPr/>
          <p:nvPr/>
        </p:nvSpPr>
        <p:spPr>
          <a:xfrm>
            <a:off x="1922070" y="4340404"/>
            <a:ext cx="2963501" cy="3014793"/>
          </a:xfrm>
          <a:prstGeom prst="round2SameRect">
            <a:avLst>
              <a:gd name="adj1" fmla="val 3883"/>
              <a:gd name="adj2" fmla="val 5043"/>
            </a:avLst>
          </a:prstGeom>
          <a:solidFill>
            <a:srgbClr val="1232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endParaRPr lang="en-US" sz="667" dirty="0" err="1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42AEB3CA-AE8B-4D77-90DE-B89F6B08DAE1}"/>
              </a:ext>
            </a:extLst>
          </p:cNvPr>
          <p:cNvSpPr txBox="1"/>
          <p:nvPr/>
        </p:nvSpPr>
        <p:spPr>
          <a:xfrm>
            <a:off x="634278" y="2133451"/>
            <a:ext cx="139263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solidFill>
                  <a:schemeClr val="bg1"/>
                </a:solidFill>
                <a:latin typeface="Segoe UI" panose="020B0502040204020203" pitchFamily="34" charset="0"/>
              </a:rPr>
              <a:t>Use this section to provide a high-level overview of the entire report. See example below:</a:t>
            </a:r>
            <a:br>
              <a:rPr lang="en-GB" sz="1200" dirty="0">
                <a:solidFill>
                  <a:schemeClr val="bg1"/>
                </a:solidFill>
                <a:latin typeface="Segoe UI" panose="020B0502040204020203" pitchFamily="34" charset="0"/>
              </a:rPr>
            </a:br>
            <a:r>
              <a:rPr lang="en-GB" sz="1200" dirty="0">
                <a:solidFill>
                  <a:schemeClr val="bg1"/>
                </a:solidFill>
                <a:latin typeface="Segoe UI" panose="020B0502040204020203" pitchFamily="34" charset="0"/>
              </a:rPr>
              <a:t>This report has been designed for the XXX team, offering a focused view into regional business performance.</a:t>
            </a:r>
          </a:p>
          <a:p>
            <a:br>
              <a:rPr lang="en-GB" sz="1200" b="0" dirty="0">
                <a:solidFill>
                  <a:schemeClr val="bg1">
                    <a:lumMod val="85000"/>
                  </a:schemeClr>
                </a:solidFill>
                <a:effectLst/>
                <a:latin typeface="Segoe UI" panose="020B0502040204020203" pitchFamily="34" charset="0"/>
              </a:rPr>
            </a:br>
            <a:endParaRPr lang="en-GB" sz="1200" b="0" dirty="0">
              <a:solidFill>
                <a:schemeClr val="bg1">
                  <a:lumMod val="85000"/>
                </a:schemeClr>
              </a:solidFill>
              <a:effectLst/>
              <a:latin typeface="Segoe UI" panose="020B05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A2211D0-95B5-ED75-1C8A-5BDD870AA014}"/>
              </a:ext>
            </a:extLst>
          </p:cNvPr>
          <p:cNvSpPr txBox="1"/>
          <p:nvPr/>
        </p:nvSpPr>
        <p:spPr>
          <a:xfrm>
            <a:off x="124914" y="29854"/>
            <a:ext cx="15425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b="1" dirty="0">
                <a:solidFill>
                  <a:schemeClr val="bg1"/>
                </a:solidFill>
              </a:rPr>
              <a:t>[L o g o]</a:t>
            </a:r>
          </a:p>
        </p:txBody>
      </p:sp>
      <p:sp>
        <p:nvSpPr>
          <p:cNvPr id="4" name="Rectangle: Top Corners Rounded 3">
            <a:extLst>
              <a:ext uri="{FF2B5EF4-FFF2-40B4-BE49-F238E27FC236}">
                <a16:creationId xmlns:a16="http://schemas.microsoft.com/office/drawing/2014/main" id="{89F3CEE6-9BD0-DC01-32C5-E5736203DC1B}"/>
              </a:ext>
            </a:extLst>
          </p:cNvPr>
          <p:cNvSpPr/>
          <p:nvPr/>
        </p:nvSpPr>
        <p:spPr>
          <a:xfrm>
            <a:off x="10354429" y="4340404"/>
            <a:ext cx="2963501" cy="3014793"/>
          </a:xfrm>
          <a:prstGeom prst="round2SameRect">
            <a:avLst>
              <a:gd name="adj1" fmla="val 3883"/>
              <a:gd name="adj2" fmla="val 5043"/>
            </a:avLst>
          </a:prstGeom>
          <a:solidFill>
            <a:srgbClr val="1232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endParaRPr lang="en-US" sz="667" dirty="0" err="1"/>
          </a:p>
        </p:txBody>
      </p:sp>
      <p:sp>
        <p:nvSpPr>
          <p:cNvPr id="5" name="Rectangle: Top Corners Rounded 4">
            <a:extLst>
              <a:ext uri="{FF2B5EF4-FFF2-40B4-BE49-F238E27FC236}">
                <a16:creationId xmlns:a16="http://schemas.microsoft.com/office/drawing/2014/main" id="{1CF27035-A930-E86D-F312-E77B024E414A}"/>
              </a:ext>
            </a:extLst>
          </p:cNvPr>
          <p:cNvSpPr/>
          <p:nvPr/>
        </p:nvSpPr>
        <p:spPr>
          <a:xfrm>
            <a:off x="6138249" y="4340404"/>
            <a:ext cx="2963501" cy="3014793"/>
          </a:xfrm>
          <a:prstGeom prst="round2SameRect">
            <a:avLst>
              <a:gd name="adj1" fmla="val 3883"/>
              <a:gd name="adj2" fmla="val 5043"/>
            </a:avLst>
          </a:prstGeom>
          <a:solidFill>
            <a:srgbClr val="1232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endParaRPr lang="en-US" sz="667" dirty="0" err="1"/>
          </a:p>
        </p:txBody>
      </p:sp>
    </p:spTree>
    <p:extLst>
      <p:ext uri="{BB962C8B-B14F-4D97-AF65-F5344CB8AC3E}">
        <p14:creationId xmlns:p14="http://schemas.microsoft.com/office/powerpoint/2010/main" val="270517866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IQVIA_V2.1.0">
  <a:themeElements>
    <a:clrScheme name="IQVIA Master Brand">
      <a:dk1>
        <a:srgbClr val="2B3A42"/>
      </a:dk1>
      <a:lt1>
        <a:srgbClr val="FFFFFF"/>
      </a:lt1>
      <a:dk2>
        <a:srgbClr val="606B71"/>
      </a:dk2>
      <a:lt2>
        <a:srgbClr val="F3F3F3"/>
      </a:lt2>
      <a:accent1>
        <a:srgbClr val="00A3E0"/>
      </a:accent1>
      <a:accent2>
        <a:srgbClr val="005587"/>
      </a:accent2>
      <a:accent3>
        <a:srgbClr val="43B02A"/>
      </a:accent3>
      <a:accent4>
        <a:srgbClr val="027123"/>
      </a:accent4>
      <a:accent5>
        <a:srgbClr val="00BFB3"/>
      </a:accent5>
      <a:accent6>
        <a:srgbClr val="F0B323"/>
      </a:accent6>
      <a:hlink>
        <a:srgbClr val="00A3E0"/>
      </a:hlink>
      <a:folHlink>
        <a:srgbClr val="005587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rtlCol="0" anchor="t" anchorCtr="0"/>
      <a:lstStyle>
        <a:defPPr algn="l">
          <a:defRPr sz="1600"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sz="1600" dirty="0" err="1" smtClean="0">
            <a:solidFill>
              <a:schemeClr val="tx2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4" id="{A6DE1258-39A2-2945-9072-8BE7ECCDA81F}" vid="{B8DDE78A-610C-3E43-B28E-6C810C23E004}"/>
    </a:ext>
  </a:extLst>
</a:theme>
</file>

<file path=ppt/theme/theme2.xml><?xml version="1.0" encoding="utf-8"?>
<a:theme xmlns:a="http://schemas.openxmlformats.org/drawingml/2006/main" name="Office Theme">
  <a:themeElements>
    <a:clrScheme name="IQVIA">
      <a:dk1>
        <a:srgbClr val="2B3A42"/>
      </a:dk1>
      <a:lt1>
        <a:sysClr val="window" lastClr="FFFFFF"/>
      </a:lt1>
      <a:dk2>
        <a:srgbClr val="005587"/>
      </a:dk2>
      <a:lt2>
        <a:srgbClr val="00A3E0"/>
      </a:lt2>
      <a:accent1>
        <a:srgbClr val="FE8A12"/>
      </a:accent1>
      <a:accent2>
        <a:srgbClr val="43B02A"/>
      </a:accent2>
      <a:accent3>
        <a:srgbClr val="027223"/>
      </a:accent3>
      <a:accent4>
        <a:srgbClr val="00C7B1"/>
      </a:accent4>
      <a:accent5>
        <a:srgbClr val="FFD100"/>
      </a:accent5>
      <a:accent6>
        <a:srgbClr val="3F5765"/>
      </a:accent6>
      <a:hlink>
        <a:srgbClr val="2B3A42"/>
      </a:hlink>
      <a:folHlink>
        <a:srgbClr val="005587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IQVIA">
      <a:dk1>
        <a:srgbClr val="2B3A42"/>
      </a:dk1>
      <a:lt1>
        <a:sysClr val="window" lastClr="FFFFFF"/>
      </a:lt1>
      <a:dk2>
        <a:srgbClr val="005587"/>
      </a:dk2>
      <a:lt2>
        <a:srgbClr val="00A3E0"/>
      </a:lt2>
      <a:accent1>
        <a:srgbClr val="FE8A12"/>
      </a:accent1>
      <a:accent2>
        <a:srgbClr val="43B02A"/>
      </a:accent2>
      <a:accent3>
        <a:srgbClr val="027223"/>
      </a:accent3>
      <a:accent4>
        <a:srgbClr val="00C7B1"/>
      </a:accent4>
      <a:accent5>
        <a:srgbClr val="FFD100"/>
      </a:accent5>
      <a:accent6>
        <a:srgbClr val="3F5765"/>
      </a:accent6>
      <a:hlink>
        <a:srgbClr val="2B3A42"/>
      </a:hlink>
      <a:folHlink>
        <a:srgbClr val="005587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f4bf8e45-56cf-4a3a-9b8e-0bb925823bd7" xsi:nil="true"/>
    <lcf76f155ced4ddcb4097134ff3c332f xmlns="5ccb220a-93d4-492e-81c3-b5afb573e1d8">
      <Terms xmlns="http://schemas.microsoft.com/office/infopath/2007/PartnerControls"/>
    </lcf76f155ced4ddcb4097134ff3c332f>
    <SharedWithUsers xmlns="f4bf8e45-56cf-4a3a-9b8e-0bb925823bd7">
      <UserInfo>
        <DisplayName/>
        <AccountId xsi:nil="true"/>
        <AccountType/>
      </UserInfo>
    </SharedWithUsers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333F270CC45AF4B816FEE2CB7B927C2" ma:contentTypeVersion="14" ma:contentTypeDescription="Create a new document." ma:contentTypeScope="" ma:versionID="66755a4783d041293e2597956d7113fb">
  <xsd:schema xmlns:xsd="http://www.w3.org/2001/XMLSchema" xmlns:xs="http://www.w3.org/2001/XMLSchema" xmlns:p="http://schemas.microsoft.com/office/2006/metadata/properties" xmlns:ns2="5ccb220a-93d4-492e-81c3-b5afb573e1d8" xmlns:ns3="f4bf8e45-56cf-4a3a-9b8e-0bb925823bd7" targetNamespace="http://schemas.microsoft.com/office/2006/metadata/properties" ma:root="true" ma:fieldsID="5c0687442c2afdbf2ea4b72479f65cb8" ns2:_="" ns3:_="">
    <xsd:import namespace="5ccb220a-93d4-492e-81c3-b5afb573e1d8"/>
    <xsd:import namespace="f4bf8e45-56cf-4a3a-9b8e-0bb925823bd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ccb220a-93d4-492e-81c3-b5afb573e1d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b68784c8-5187-4d12-af89-ac967a81122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2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BillingMetadata" ma:index="21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4bf8e45-56cf-4a3a-9b8e-0bb925823bd7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538da77e-572d-44c2-97fb-d0e936f16b9f}" ma:internalName="TaxCatchAll" ma:showField="CatchAllData" ma:web="f4bf8e45-56cf-4a3a-9b8e-0bb925823bd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27C0BDA-C679-4967-92CF-7AE4F0120F6F}">
  <ds:schemaRefs>
    <ds:schemaRef ds:uri="http://schemas.microsoft.com/office/2006/metadata/properties"/>
    <ds:schemaRef ds:uri="http://purl.org/dc/elements/1.1/"/>
    <ds:schemaRef ds:uri="http://purl.org/dc/dcmitype/"/>
    <ds:schemaRef ds:uri="5ccb220a-93d4-492e-81c3-b5afb573e1d8"/>
    <ds:schemaRef ds:uri="http://schemas.microsoft.com/office/2006/documentManagement/types"/>
    <ds:schemaRef ds:uri="http://schemas.microsoft.com/office/infopath/2007/PartnerControls"/>
    <ds:schemaRef ds:uri="http://purl.org/dc/terms/"/>
    <ds:schemaRef ds:uri="http://schemas.openxmlformats.org/package/2006/metadata/core-properties"/>
    <ds:schemaRef ds:uri="f4bf8e45-56cf-4a3a-9b8e-0bb925823bd7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92A20D55-0901-4D41-9CBA-E35385A88F6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6E6E382-4A5A-4CBA-94F9-C1D6B2C8601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ccb220a-93d4-492e-81c3-b5afb573e1d8"/>
    <ds:schemaRef ds:uri="f4bf8e45-56cf-4a3a-9b8e-0bb925823bd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5989ece0-f90e-40bf-9c79-1a7beccdb861}" enabled="0" method="" siteId="{5989ece0-f90e-40bf-9c79-1a7beccdb861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45257</TotalTime>
  <Words>78</Words>
  <Application>Microsoft Office PowerPoint</Application>
  <PresentationFormat>Custom</PresentationFormat>
  <Paragraphs>11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9" baseType="lpstr">
      <vt:lpstr>Arial</vt:lpstr>
      <vt:lpstr>Arial Narrow</vt:lpstr>
      <vt:lpstr>Georgia</vt:lpstr>
      <vt:lpstr>Segoe UI</vt:lpstr>
      <vt:lpstr>System Font Regular</vt:lpstr>
      <vt:lpstr>Wingdings</vt:lpstr>
      <vt:lpstr>IQVIA_V2.1.0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Zarzyka, Magdalena</dc:creator>
  <cp:lastModifiedBy>Zarzyka, Magdalena</cp:lastModifiedBy>
  <cp:revision>14</cp:revision>
  <cp:lastPrinted>2019-08-20T20:33:24Z</cp:lastPrinted>
  <dcterms:created xsi:type="dcterms:W3CDTF">2023-02-15T14:27:49Z</dcterms:created>
  <dcterms:modified xsi:type="dcterms:W3CDTF">2026-03-09T12:09:14Z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0x0101005333F270CC45AF4B816FEE2CB7B927C2</vt:lpwstr>
  </property>
  <property fmtid="{D5CDD505-2E9C-101B-9397-08002B2CF9AE}" pid="3" name="MediaServiceImageTags">
    <vt:lpwstr/>
  </property>
  <property fmtid="{D5CDD505-2E9C-101B-9397-08002B2CF9AE}" pid="4" name="ComplianceAssetId">
    <vt:lpwstr/>
  </property>
  <property fmtid="{D5CDD505-2E9C-101B-9397-08002B2CF9AE}" pid="5" name="_ExtendedDescription">
    <vt:lpwstr/>
  </property>
  <property fmtid="{D5CDD505-2E9C-101B-9397-08002B2CF9AE}" pid="6" name="TriggerFlowInfo">
    <vt:lpwstr/>
  </property>
</Properties>
</file>