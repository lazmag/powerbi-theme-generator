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4233" r:id="rId4"/>
  </p:sldMasterIdLst>
  <p:notesMasterIdLst>
    <p:notesMasterId r:id="rId7"/>
  </p:notesMasterIdLst>
  <p:handoutMasterIdLst>
    <p:handoutMasterId r:id="rId8"/>
  </p:handoutMasterIdLst>
  <p:sldIdLst>
    <p:sldId id="288" r:id="rId5"/>
    <p:sldId id="5501" r:id="rId6"/>
  </p:sldIdLst>
  <p:sldSz cx="15240000" cy="8572500"/>
  <p:notesSz cx="7023100" cy="9309100"/>
  <p:defaultTextStyle>
    <a:defPPr>
      <a:defRPr lang="en-US"/>
    </a:defPPr>
    <a:lvl1pPr marL="0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1pPr>
    <a:lvl2pPr marL="571468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2pPr>
    <a:lvl3pPr marL="1142939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3pPr>
    <a:lvl4pPr marL="1714407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4pPr>
    <a:lvl5pPr marL="2285878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5pPr>
    <a:lvl6pPr marL="2857346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6pPr>
    <a:lvl7pPr marL="3428814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7pPr>
    <a:lvl8pPr marL="4000286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8pPr>
    <a:lvl9pPr marL="4571754" algn="l" defTabSz="1142939" rtl="0" eaLnBrk="1" latinLnBrk="0" hangingPunct="1">
      <a:defRPr sz="224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285D"/>
    <a:srgbClr val="142156"/>
    <a:srgbClr val="132E62"/>
    <a:srgbClr val="DCDCDC"/>
    <a:srgbClr val="F5F5EF"/>
    <a:srgbClr val="FF4747"/>
    <a:srgbClr val="FF2929"/>
    <a:srgbClr val="FF3333"/>
    <a:srgbClr val="FF5B5B"/>
    <a:srgbClr val="F6F2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82" autoAdjust="0"/>
    <p:restoredTop sz="96327" autoAdjust="0"/>
  </p:normalViewPr>
  <p:slideViewPr>
    <p:cSldViewPr snapToGrid="0">
      <p:cViewPr varScale="1">
        <p:scale>
          <a:sx n="89" d="100"/>
          <a:sy n="89" d="100"/>
        </p:scale>
        <p:origin x="930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90" d="100"/>
          <a:sy n="90" d="100"/>
        </p:scale>
        <p:origin x="4984" y="70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ulgoat, Ronan" userId="2ba254ea-ce4e-4847-8ce5-d750a6befcca" providerId="ADAL" clId="{D5A2056E-153E-4A4A-8BAA-C9397BB6695F}"/>
    <pc:docChg chg="modSld">
      <pc:chgData name="Toulgoat, Ronan" userId="2ba254ea-ce4e-4847-8ce5-d750a6befcca" providerId="ADAL" clId="{D5A2056E-153E-4A4A-8BAA-C9397BB6695F}" dt="2025-10-09T12:10:45.645" v="1"/>
      <pc:docMkLst>
        <pc:docMk/>
      </pc:docMkLst>
      <pc:sldChg chg="modSp mod">
        <pc:chgData name="Toulgoat, Ronan" userId="2ba254ea-ce4e-4847-8ce5-d750a6befcca" providerId="ADAL" clId="{D5A2056E-153E-4A4A-8BAA-C9397BB6695F}" dt="2025-10-09T12:10:45.645" v="1"/>
        <pc:sldMkLst>
          <pc:docMk/>
          <pc:sldMk cId="3301664263" sldId="288"/>
        </pc:sldMkLst>
      </pc:sldChg>
    </pc:docChg>
  </pc:docChgLst>
  <pc:docChgLst>
    <pc:chgData name="Gourav, Kunal" userId="S::kgourav@in.imshealth.com::fffba24b-f9c5-40bd-8c79-1843475868c7" providerId="AD" clId="Web-{365C7F1D-1229-87E7-B778-A710DCC59963}"/>
    <pc:docChg chg="modSld">
      <pc:chgData name="Gourav, Kunal" userId="S::kgourav@in.imshealth.com::fffba24b-f9c5-40bd-8c79-1843475868c7" providerId="AD" clId="Web-{365C7F1D-1229-87E7-B778-A710DCC59963}" dt="2025-11-04T12:55:09.565" v="9" actId="1076"/>
      <pc:docMkLst>
        <pc:docMk/>
      </pc:docMkLst>
      <pc:sldChg chg="delSp modSp">
        <pc:chgData name="Gourav, Kunal" userId="S::kgourav@in.imshealth.com::fffba24b-f9c5-40bd-8c79-1843475868c7" providerId="AD" clId="Web-{365C7F1D-1229-87E7-B778-A710DCC59963}" dt="2025-11-04T12:55:09.565" v="9" actId="1076"/>
        <pc:sldMkLst>
          <pc:docMk/>
          <pc:sldMk cId="1790435890" sldId="5504"/>
        </pc:sldMkLst>
      </pc:sldChg>
    </pc:docChg>
  </pc:docChgLst>
  <pc:docChgLst>
    <pc:chgData name="Zarzyka, Magdalena" userId="f732dfaf-ed88-405f-bfd9-9d8df78cafb7" providerId="ADAL" clId="{1046B2BA-7535-4B92-9F14-1026BF2F077F}"/>
    <pc:docChg chg="undo redo custSel modSld">
      <pc:chgData name="Zarzyka, Magdalena" userId="f732dfaf-ed88-405f-bfd9-9d8df78cafb7" providerId="ADAL" clId="{1046B2BA-7535-4B92-9F14-1026BF2F077F}" dt="2026-01-20T10:54:53.248" v="10" actId="1076"/>
      <pc:docMkLst>
        <pc:docMk/>
      </pc:docMkLst>
      <pc:sldChg chg="delSp modSp mod">
        <pc:chgData name="Zarzyka, Magdalena" userId="f732dfaf-ed88-405f-bfd9-9d8df78cafb7" providerId="ADAL" clId="{1046B2BA-7535-4B92-9F14-1026BF2F077F}" dt="2026-01-20T10:54:53.248" v="10" actId="1076"/>
        <pc:sldMkLst>
          <pc:docMk/>
          <pc:sldMk cId="1790435890" sldId="5504"/>
        </pc:sldMkLst>
        <pc:spChg chg="mod">
          <ac:chgData name="Zarzyka, Magdalena" userId="f732dfaf-ed88-405f-bfd9-9d8df78cafb7" providerId="ADAL" clId="{1046B2BA-7535-4B92-9F14-1026BF2F077F}" dt="2026-01-20T10:54:41.232" v="6" actId="14100"/>
          <ac:spMkLst>
            <pc:docMk/>
            <pc:sldMk cId="1790435890" sldId="5504"/>
            <ac:spMk id="2" creationId="{56A217D7-EC55-5F4E-E2EC-625E8E2C2BA0}"/>
          </ac:spMkLst>
        </pc:spChg>
        <pc:spChg chg="del mod">
          <ac:chgData name="Zarzyka, Magdalena" userId="f732dfaf-ed88-405f-bfd9-9d8df78cafb7" providerId="ADAL" clId="{1046B2BA-7535-4B92-9F14-1026BF2F077F}" dt="2026-01-20T10:54:49.461" v="9" actId="478"/>
          <ac:spMkLst>
            <pc:docMk/>
            <pc:sldMk cId="1790435890" sldId="5504"/>
            <ac:spMk id="11" creationId="{85491820-6B92-DA9F-B58D-3BFF91F6EC2E}"/>
          </ac:spMkLst>
        </pc:spChg>
        <pc:cxnChg chg="mod">
          <ac:chgData name="Zarzyka, Magdalena" userId="f732dfaf-ed88-405f-bfd9-9d8df78cafb7" providerId="ADAL" clId="{1046B2BA-7535-4B92-9F14-1026BF2F077F}" dt="2026-01-20T10:54:53.248" v="10" actId="1076"/>
          <ac:cxnSpMkLst>
            <pc:docMk/>
            <pc:sldMk cId="1790435890" sldId="5504"/>
            <ac:cxnSpMk id="14" creationId="{8FB75820-FC7D-FDCD-33BF-E8AF3F6B60D5}"/>
          </ac:cxnSpMkLst>
        </pc:cxnChg>
      </pc:sldChg>
    </pc:docChg>
  </pc:docChgLst>
  <pc:docChgLst>
    <pc:chgData name="Zarzyka, Magdalena" userId="f732dfaf-ed88-405f-bfd9-9d8df78cafb7" providerId="ADAL" clId="{B6C66BB1-0282-44FD-8040-C85B298A27BB}"/>
    <pc:docChg chg="custSel addSld delSld modSld sldOrd">
      <pc:chgData name="Zarzyka, Magdalena" userId="f732dfaf-ed88-405f-bfd9-9d8df78cafb7" providerId="ADAL" clId="{B6C66BB1-0282-44FD-8040-C85B298A27BB}" dt="2025-11-04T12:46:03.961" v="66" actId="47"/>
      <pc:docMkLst>
        <pc:docMk/>
      </pc:docMkLst>
      <pc:sldChg chg="delSp modSp add del mod ord setBg">
        <pc:chgData name="Zarzyka, Magdalena" userId="f732dfaf-ed88-405f-bfd9-9d8df78cafb7" providerId="ADAL" clId="{B6C66BB1-0282-44FD-8040-C85B298A27BB}" dt="2025-11-04T12:46:03.961" v="66" actId="47"/>
        <pc:sldMkLst>
          <pc:docMk/>
          <pc:sldMk cId="3141703939" sldId="273"/>
        </pc:sldMkLst>
      </pc:sldChg>
      <pc:sldChg chg="del">
        <pc:chgData name="Zarzyka, Magdalena" userId="f732dfaf-ed88-405f-bfd9-9d8df78cafb7" providerId="ADAL" clId="{B6C66BB1-0282-44FD-8040-C85B298A27BB}" dt="2025-11-04T12:42:11.729" v="58" actId="47"/>
        <pc:sldMkLst>
          <pc:docMk/>
          <pc:sldMk cId="3998000907" sldId="5501"/>
        </pc:sldMkLst>
      </pc:sldChg>
      <pc:sldChg chg="addSp delSp modSp add del mod">
        <pc:chgData name="Zarzyka, Magdalena" userId="f732dfaf-ed88-405f-bfd9-9d8df78cafb7" providerId="ADAL" clId="{B6C66BB1-0282-44FD-8040-C85B298A27BB}" dt="2025-11-04T12:42:41.051" v="65" actId="2696"/>
        <pc:sldMkLst>
          <pc:docMk/>
          <pc:sldMk cId="3111625155" sldId="5503"/>
        </pc:sldMkLst>
      </pc:sldChg>
      <pc:sldChg chg="delSp add mod">
        <pc:chgData name="Zarzyka, Magdalena" userId="f732dfaf-ed88-405f-bfd9-9d8df78cafb7" providerId="ADAL" clId="{B6C66BB1-0282-44FD-8040-C85B298A27BB}" dt="2025-11-04T12:42:32.185" v="64" actId="478"/>
        <pc:sldMkLst>
          <pc:docMk/>
          <pc:sldMk cId="1790435890" sldId="5504"/>
        </pc:sldMkLst>
      </pc:sldChg>
    </pc:docChg>
  </pc:docChgLst>
  <pc:docChgLst>
    <pc:chgData name="Gourav, Kunal" userId="fffba24b-f9c5-40bd-8c79-1843475868c7" providerId="ADAL" clId="{90F0C027-7E46-4C9B-89CE-052E2CF7BB00}"/>
    <pc:docChg chg="modSld">
      <pc:chgData name="Gourav, Kunal" userId="fffba24b-f9c5-40bd-8c79-1843475868c7" providerId="ADAL" clId="{90F0C027-7E46-4C9B-89CE-052E2CF7BB00}" dt="2025-11-04T13:15:42.678" v="6" actId="14100"/>
      <pc:docMkLst>
        <pc:docMk/>
      </pc:docMkLst>
      <pc:sldChg chg="modSp mod">
        <pc:chgData name="Gourav, Kunal" userId="fffba24b-f9c5-40bd-8c79-1843475868c7" providerId="ADAL" clId="{90F0C027-7E46-4C9B-89CE-052E2CF7BB00}" dt="2025-11-04T13:15:42.678" v="6" actId="14100"/>
        <pc:sldMkLst>
          <pc:docMk/>
          <pc:sldMk cId="1790435890" sldId="5504"/>
        </pc:sldMkLst>
      </pc:sldChg>
    </pc:docChg>
  </pc:docChgLst>
  <pc:docChgLst>
    <pc:chgData name="Toulgoat, Ronan" userId="2ba254ea-ce4e-4847-8ce5-d750a6befcca" providerId="ADAL" clId="{889B31B2-5E71-47B7-878C-0D697CB9716F}"/>
    <pc:docChg chg="undo custSel modSld">
      <pc:chgData name="Toulgoat, Ronan" userId="2ba254ea-ce4e-4847-8ce5-d750a6befcca" providerId="ADAL" clId="{889B31B2-5E71-47B7-878C-0D697CB9716F}" dt="2025-10-13T08:00:03.044" v="16" actId="6549"/>
      <pc:docMkLst>
        <pc:docMk/>
      </pc:docMkLst>
      <pc:sldChg chg="modSp mod">
        <pc:chgData name="Toulgoat, Ronan" userId="2ba254ea-ce4e-4847-8ce5-d750a6befcca" providerId="ADAL" clId="{889B31B2-5E71-47B7-878C-0D697CB9716F}" dt="2025-10-13T08:00:03.044" v="16" actId="6549"/>
        <pc:sldMkLst>
          <pc:docMk/>
          <pc:sldMk cId="3301664263" sldId="288"/>
        </pc:sldMkLst>
      </pc:sldChg>
    </pc:docChg>
  </pc:docChgLst>
  <pc:docChgLst>
    <pc:chgData name="Zarzyka, Magdalena" userId="f732dfaf-ed88-405f-bfd9-9d8df78cafb7" providerId="ADAL" clId="{77F7DE7E-DAA2-40BF-8E13-A415181E5CD3}"/>
    <pc:docChg chg="undo redo custSel addSld delSld modSld delMainMaster">
      <pc:chgData name="Zarzyka, Magdalena" userId="f732dfaf-ed88-405f-bfd9-9d8df78cafb7" providerId="ADAL" clId="{77F7DE7E-DAA2-40BF-8E13-A415181E5CD3}" dt="2025-11-04T12:19:46.573" v="139" actId="47"/>
      <pc:docMkLst>
        <pc:docMk/>
      </pc:docMkLst>
      <pc:sldChg chg="delSp add del mod setBg">
        <pc:chgData name="Zarzyka, Magdalena" userId="f732dfaf-ed88-405f-bfd9-9d8df78cafb7" providerId="ADAL" clId="{77F7DE7E-DAA2-40BF-8E13-A415181E5CD3}" dt="2025-11-04T12:19:41.317" v="138" actId="47"/>
        <pc:sldMkLst>
          <pc:docMk/>
          <pc:sldMk cId="468385321" sldId="279"/>
        </pc:sldMkLst>
      </pc:sldChg>
      <pc:sldChg chg="addSp delSp modSp mod">
        <pc:chgData name="Zarzyka, Magdalena" userId="f732dfaf-ed88-405f-bfd9-9d8df78cafb7" providerId="ADAL" clId="{77F7DE7E-DAA2-40BF-8E13-A415181E5CD3}" dt="2025-11-04T12:19:14.528" v="137" actId="114"/>
        <pc:sldMkLst>
          <pc:docMk/>
          <pc:sldMk cId="3301664263" sldId="288"/>
        </pc:sldMkLst>
      </pc:sldChg>
      <pc:sldChg chg="del">
        <pc:chgData name="Zarzyka, Magdalena" userId="f732dfaf-ed88-405f-bfd9-9d8df78cafb7" providerId="ADAL" clId="{77F7DE7E-DAA2-40BF-8E13-A415181E5CD3}" dt="2025-11-04T11:59:02.007" v="0" actId="2696"/>
        <pc:sldMkLst>
          <pc:docMk/>
          <pc:sldMk cId="1166981242" sldId="5480"/>
        </pc:sldMkLst>
      </pc:sldChg>
      <pc:sldChg chg="del">
        <pc:chgData name="Zarzyka, Magdalena" userId="f732dfaf-ed88-405f-bfd9-9d8df78cafb7" providerId="ADAL" clId="{77F7DE7E-DAA2-40BF-8E13-A415181E5CD3}" dt="2025-11-04T12:19:46.573" v="139" actId="47"/>
        <pc:sldMkLst>
          <pc:docMk/>
          <pc:sldMk cId="40712060" sldId="5498"/>
        </pc:sldMkLst>
      </pc:sldChg>
      <pc:sldChg chg="delSp mod">
        <pc:chgData name="Zarzyka, Magdalena" userId="f732dfaf-ed88-405f-bfd9-9d8df78cafb7" providerId="ADAL" clId="{77F7DE7E-DAA2-40BF-8E13-A415181E5CD3}" dt="2025-11-04T11:59:21.934" v="4" actId="478"/>
        <pc:sldMkLst>
          <pc:docMk/>
          <pc:sldMk cId="3998000907" sldId="5501"/>
        </pc:sldMkLst>
      </pc:sldChg>
      <pc:sldChg chg="add setBg">
        <pc:chgData name="Zarzyka, Magdalena" userId="f732dfaf-ed88-405f-bfd9-9d8df78cafb7" providerId="ADAL" clId="{77F7DE7E-DAA2-40BF-8E13-A415181E5CD3}" dt="2025-11-04T12:06:18.034" v="34"/>
        <pc:sldMkLst>
          <pc:docMk/>
          <pc:sldMk cId="602392242" sldId="5502"/>
        </pc:sldMkLst>
      </pc:sldChg>
      <pc:sldChg chg="del">
        <pc:chgData name="Zarzyka, Magdalena" userId="f732dfaf-ed88-405f-bfd9-9d8df78cafb7" providerId="ADAL" clId="{77F7DE7E-DAA2-40BF-8E13-A415181E5CD3}" dt="2025-11-04T11:59:33.895" v="6" actId="47"/>
        <pc:sldMkLst>
          <pc:docMk/>
          <pc:sldMk cId="1182126092" sldId="5503"/>
        </pc:sldMkLst>
      </pc:sldChg>
      <pc:sldChg chg="del">
        <pc:chgData name="Zarzyka, Magdalena" userId="f732dfaf-ed88-405f-bfd9-9d8df78cafb7" providerId="ADAL" clId="{77F7DE7E-DAA2-40BF-8E13-A415181E5CD3}" dt="2025-11-04T11:59:31.819" v="5" actId="47"/>
        <pc:sldMkLst>
          <pc:docMk/>
          <pc:sldMk cId="3550077006" sldId="5505"/>
        </pc:sldMkLst>
      </pc:sldChg>
      <pc:sldChg chg="del">
        <pc:chgData name="Zarzyka, Magdalena" userId="f732dfaf-ed88-405f-bfd9-9d8df78cafb7" providerId="ADAL" clId="{77F7DE7E-DAA2-40BF-8E13-A415181E5CD3}" dt="2025-11-04T11:59:35.634" v="7" actId="47"/>
        <pc:sldMkLst>
          <pc:docMk/>
          <pc:sldMk cId="507956996" sldId="5506"/>
        </pc:sldMkLst>
      </pc:sldChg>
      <pc:sldMasterChg chg="del delSldLayout">
        <pc:chgData name="Zarzyka, Magdalena" userId="f732dfaf-ed88-405f-bfd9-9d8df78cafb7" providerId="ADAL" clId="{77F7DE7E-DAA2-40BF-8E13-A415181E5CD3}" dt="2025-11-04T11:59:02.007" v="0" actId="2696"/>
        <pc:sldMasterMkLst>
          <pc:docMk/>
          <pc:sldMasterMk cId="1042507010" sldId="2147484262"/>
        </pc:sldMasterMkLst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372176768" sldId="2147484263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813444381" sldId="2147484264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237678539" sldId="2147484265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2881722378" sldId="2147484266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2074068536" sldId="2147484267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1968745102" sldId="2147484268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1657117431" sldId="2147484269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2086730857" sldId="2147484270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494438286" sldId="2147484271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1668499820" sldId="2147484272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2013686645" sldId="2147484273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995462786" sldId="2147484274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2461553534" sldId="2147484275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4065253841" sldId="2147484276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130982339" sldId="2147484277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955839292" sldId="2147484278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930991374" sldId="2147484279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1577937386" sldId="2147484280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08237008" sldId="2147484281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4193020" sldId="2147484282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4135144589" sldId="2147484283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958906964" sldId="2147484284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2159757372" sldId="2147484285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2257106186" sldId="2147484286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502465817" sldId="2147484287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061365109" sldId="2147484288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224435951" sldId="2147484289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189636258" sldId="2147484290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195885607" sldId="2147484291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263381555" sldId="2147484292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1668992030" sldId="2147484293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931054460" sldId="2147484294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469599274" sldId="2147484295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863200486" sldId="2147484296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622170305" sldId="2147484297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2646305477" sldId="2147484298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3614950159" sldId="2147484299"/>
          </pc:sldLayoutMkLst>
        </pc:sldLayoutChg>
        <pc:sldLayoutChg chg="del">
          <pc:chgData name="Zarzyka, Magdalena" userId="f732dfaf-ed88-405f-bfd9-9d8df78cafb7" providerId="ADAL" clId="{77F7DE7E-DAA2-40BF-8E13-A415181E5CD3}" dt="2025-11-04T11:59:02.007" v="0" actId="2696"/>
          <pc:sldLayoutMkLst>
            <pc:docMk/>
            <pc:sldMasterMk cId="1042507010" sldId="2147484262"/>
            <pc:sldLayoutMk cId="124176835" sldId="214748430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94675" y="279823"/>
            <a:ext cx="4393055" cy="367959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94675" y="669161"/>
            <a:ext cx="4393055" cy="153245"/>
          </a:xfrm>
          <a:prstGeom prst="rect">
            <a:avLst/>
          </a:prstGeom>
        </p:spPr>
        <p:txBody>
          <a:bodyPr vert="horz" lIns="93324" tIns="0" rIns="93324" bIns="0" rtlCol="0">
            <a:noAutofit/>
          </a:bodyPr>
          <a:lstStyle>
            <a:lvl1pPr algn="r">
              <a:defRPr sz="1200"/>
            </a:lvl1pPr>
          </a:lstStyle>
          <a:p>
            <a:pPr algn="l"/>
            <a:fld id="{E7A8D578-5E90-413C-9512-130603CF2639}" type="datetimeFigureOut">
              <a:rPr lang="en-US" sz="1000" i="1"/>
              <a:pPr algn="l"/>
              <a:t>3/9/2026</a:t>
            </a:fld>
            <a:endParaRPr lang="en-US" sz="1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94691" y="8780243"/>
            <a:ext cx="2893517" cy="251346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06470" y="8780243"/>
            <a:ext cx="1221955" cy="251346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6D32B792-199B-4EBF-B605-6F6C876EB442}" type="slidenum">
              <a:rPr lang="en-US" sz="100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115028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4FCD28D-5205-B14D-9338-E5F52C4B3AFB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3460" y="671457"/>
            <a:ext cx="1555593" cy="281237"/>
          </a:xfrm>
          <a:prstGeom prst="rect">
            <a:avLst/>
          </a:prstGeom>
        </p:spPr>
      </p:pic>
      <p:sp>
        <p:nvSpPr>
          <p:cNvPr id="20" name="Header Placeholder 19">
            <a:extLst>
              <a:ext uri="{FF2B5EF4-FFF2-40B4-BE49-F238E27FC236}">
                <a16:creationId xmlns:a16="http://schemas.microsoft.com/office/drawing/2014/main" id="{44B54E68-49B3-EB4F-9F06-63EBE21271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21" name="Slide Image Placeholder 20">
            <a:extLst>
              <a:ext uri="{FF2B5EF4-FFF2-40B4-BE49-F238E27FC236}">
                <a16:creationId xmlns:a16="http://schemas.microsoft.com/office/drawing/2014/main" id="{9F80914E-3226-3544-8067-D77A7810E7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73A95A9D-2083-FD47-8FCC-26405789E4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6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3E99797-5A44-E441-B5A2-75267FF5A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8275" y="8842376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7C527-D302-0D4C-8820-8247C93BFD8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Notes Placeholder 23">
            <a:extLst>
              <a:ext uri="{FF2B5EF4-FFF2-40B4-BE49-F238E27FC236}">
                <a16:creationId xmlns:a16="http://schemas.microsoft.com/office/drawing/2014/main" id="{0824245F-47FC-6845-9612-BB5942EF9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6" y="4479925"/>
            <a:ext cx="5619750" cy="36655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089E4AFB-44C9-3941-9EFD-0F8219FA48F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8275" y="1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52FF9-2A45-F143-A9E3-2C98D6266DD3}" type="datetimeFigureOut">
              <a:rPr lang="en-US" smtClean="0"/>
              <a:t>3/9/2026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99678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146835" indent="-146835" algn="l" defTabSz="1142939" rtl="0" eaLnBrk="1" latinLnBrk="0" hangingPunct="1">
      <a:spcBef>
        <a:spcPts val="499"/>
      </a:spcBef>
      <a:buFont typeface="Arial" panose="020B0604020202020204" pitchFamily="34" charset="0"/>
      <a:buChar char="•"/>
      <a:defRPr sz="1501" kern="1200">
        <a:solidFill>
          <a:schemeClr val="tx1"/>
        </a:solidFill>
        <a:latin typeface="+mn-lt"/>
        <a:ea typeface="+mn-ea"/>
        <a:cs typeface="+mn-cs"/>
      </a:defRPr>
    </a:lvl1pPr>
    <a:lvl2pPr marL="285734" indent="-138899" algn="l" defTabSz="1142939" rtl="0" eaLnBrk="1" latinLnBrk="0" hangingPunct="1">
      <a:spcBef>
        <a:spcPts val="499"/>
      </a:spcBef>
      <a:buFont typeface="Arial" panose="020B0604020202020204" pitchFamily="34" charset="0"/>
      <a:buChar char="-"/>
      <a:defRPr sz="1501" kern="1200">
        <a:solidFill>
          <a:schemeClr val="tx1"/>
        </a:solidFill>
        <a:latin typeface="+mn-lt"/>
        <a:ea typeface="+mn-ea"/>
        <a:cs typeface="+mn-cs"/>
      </a:defRPr>
    </a:lvl2pPr>
    <a:lvl3pPr marL="432572" indent="-146835" algn="l" defTabSz="1142939" rtl="0" eaLnBrk="1" latinLnBrk="0" hangingPunct="1">
      <a:spcBef>
        <a:spcPts val="499"/>
      </a:spcBef>
      <a:buFont typeface="Arial" panose="020B0604020202020204" pitchFamily="34" charset="0"/>
      <a:buChar char="›"/>
      <a:defRPr sz="1501" kern="1200">
        <a:solidFill>
          <a:schemeClr val="tx1"/>
        </a:solidFill>
        <a:latin typeface="+mn-lt"/>
        <a:ea typeface="+mn-ea"/>
        <a:cs typeface="+mn-cs"/>
      </a:defRPr>
    </a:lvl3pPr>
    <a:lvl4pPr marL="640921" indent="-208348" algn="l" defTabSz="1142939" rtl="0" eaLnBrk="1" latinLnBrk="0" hangingPunct="1">
      <a:spcBef>
        <a:spcPts val="499"/>
      </a:spcBef>
      <a:buFont typeface="Arial" panose="020B0604020202020204" pitchFamily="34" charset="0"/>
      <a:buChar char="»"/>
      <a:defRPr sz="1501" kern="1200">
        <a:solidFill>
          <a:schemeClr val="tx1"/>
        </a:solidFill>
        <a:latin typeface="+mn-lt"/>
        <a:ea typeface="+mn-ea"/>
        <a:cs typeface="+mn-cs"/>
      </a:defRPr>
    </a:lvl4pPr>
    <a:lvl5pPr marL="787756" indent="-146835" algn="l" defTabSz="1142939" rtl="0" eaLnBrk="1" latinLnBrk="0" hangingPunct="1">
      <a:spcBef>
        <a:spcPts val="499"/>
      </a:spcBef>
      <a:buSzPct val="75000"/>
      <a:buFont typeface="Wingdings" panose="05000000000000000000" pitchFamily="2" charset="2"/>
      <a:buChar char="§"/>
      <a:defRPr sz="1501" kern="1200">
        <a:solidFill>
          <a:schemeClr val="tx1"/>
        </a:solidFill>
        <a:latin typeface="+mn-lt"/>
        <a:ea typeface="+mn-ea"/>
        <a:cs typeface="+mn-cs"/>
      </a:defRPr>
    </a:lvl5pPr>
    <a:lvl6pPr marL="2857346" algn="l" defTabSz="1142939" rtl="0" eaLnBrk="1" latinLnBrk="0" hangingPunct="1">
      <a:defRPr sz="1501" kern="1200">
        <a:solidFill>
          <a:schemeClr val="tx1"/>
        </a:solidFill>
        <a:latin typeface="+mn-lt"/>
        <a:ea typeface="+mn-ea"/>
        <a:cs typeface="+mn-cs"/>
      </a:defRPr>
    </a:lvl6pPr>
    <a:lvl7pPr marL="3428814" algn="l" defTabSz="1142939" rtl="0" eaLnBrk="1" latinLnBrk="0" hangingPunct="1">
      <a:defRPr sz="1501" kern="1200">
        <a:solidFill>
          <a:schemeClr val="tx1"/>
        </a:solidFill>
        <a:latin typeface="+mn-lt"/>
        <a:ea typeface="+mn-ea"/>
        <a:cs typeface="+mn-cs"/>
      </a:defRPr>
    </a:lvl7pPr>
    <a:lvl8pPr marL="4000286" algn="l" defTabSz="1142939" rtl="0" eaLnBrk="1" latinLnBrk="0" hangingPunct="1">
      <a:defRPr sz="1501" kern="1200">
        <a:solidFill>
          <a:schemeClr val="tx1"/>
        </a:solidFill>
        <a:latin typeface="+mn-lt"/>
        <a:ea typeface="+mn-ea"/>
        <a:cs typeface="+mn-cs"/>
      </a:defRPr>
    </a:lvl8pPr>
    <a:lvl9pPr marL="4571754" algn="l" defTabSz="1142939" rtl="0" eaLnBrk="1" latinLnBrk="0" hangingPunct="1">
      <a:defRPr sz="15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16438" y="6921500"/>
            <a:ext cx="2687637" cy="1512888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96415" y="1314911"/>
            <a:ext cx="6230270" cy="525964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>
          <a:xfrm>
            <a:off x="399926" y="329698"/>
            <a:ext cx="4476874" cy="41891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5699651" y="8780243"/>
            <a:ext cx="927049" cy="251346"/>
          </a:xfrm>
          <a:prstGeom prst="rect">
            <a:avLst/>
          </a:prstGeom>
        </p:spPr>
        <p:txBody>
          <a:bodyPr/>
          <a:lstStyle/>
          <a:p>
            <a:fld id="{CA61E296-9532-40C3-9174-581AD2B7748B}" type="slidenum">
              <a:rPr lang="en-US" smtClean="0"/>
              <a:pPr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227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27A1-CC82-9E2B-E334-2CD41B4BA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54CBBF-3203-736D-F4DA-7A8FC4018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16438" y="6921500"/>
            <a:ext cx="2687637" cy="1512888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92417-D25A-5151-130E-3635861CD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415" y="1314911"/>
            <a:ext cx="6230270" cy="525964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82DB3F6-2F3A-167B-7160-661235A736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99926" y="329698"/>
            <a:ext cx="4476874" cy="41891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11429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C076DE-BEBB-5D2E-8BB9-6669725016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699651" y="8780243"/>
            <a:ext cx="927049" cy="25134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1429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61E296-9532-40C3-9174-581AD2B774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11429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5042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Charcoal - IQVIA">
    <p:bg>
      <p:bgPr>
        <a:gradFill>
          <a:gsLst>
            <a:gs pos="20000">
              <a:schemeClr val="tx1"/>
            </a:gs>
            <a:gs pos="80000">
              <a:srgbClr val="606B7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69">
            <a:extLst>
              <a:ext uri="{FF2B5EF4-FFF2-40B4-BE49-F238E27FC236}">
                <a16:creationId xmlns:a16="http://schemas.microsoft.com/office/drawing/2014/main" id="{70EE6CC4-BDAD-452E-AE32-77E9A1B11636}"/>
              </a:ext>
            </a:extLst>
          </p:cNvPr>
          <p:cNvSpPr txBox="1"/>
          <p:nvPr/>
        </p:nvSpPr>
        <p:spPr bwMode="black">
          <a:xfrm>
            <a:off x="913627" y="8149710"/>
            <a:ext cx="9653541" cy="269756"/>
          </a:xfrm>
          <a:prstGeom prst="rect">
            <a:avLst/>
          </a:prstGeom>
          <a:ln>
            <a:noFill/>
          </a:ln>
        </p:spPr>
        <p:txBody>
          <a:bodyPr vert="horz" wrap="square" lIns="114298" tIns="57151" rIns="114298" bIns="5715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11432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3" dirty="0">
                <a:solidFill>
                  <a:srgbClr val="959CA0"/>
                </a:solidFill>
                <a:ea typeface="Arial" charset="0"/>
                <a:cs typeface="Arial" charset="0"/>
              </a:rPr>
              <a:t>© 2021. All rights reserved. IQVIA</a:t>
            </a:r>
            <a:r>
              <a:rPr lang="en-US" sz="1003" baseline="30000" dirty="0">
                <a:solidFill>
                  <a:srgbClr val="959CA0"/>
                </a:solidFill>
                <a:ea typeface="Arial" charset="0"/>
                <a:cs typeface="Arial" charset="0"/>
              </a:rPr>
              <a:t>®</a:t>
            </a:r>
            <a:r>
              <a:rPr lang="en-US" sz="1003" dirty="0">
                <a:solidFill>
                  <a:srgbClr val="959CA0"/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  <a:endParaRPr lang="en-US" sz="1003" kern="1200" dirty="0">
              <a:solidFill>
                <a:srgbClr val="959CA0"/>
              </a:solidFill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21604DCE-2860-47E1-9A45-B850AE2D52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165" y="4602208"/>
            <a:ext cx="7937295" cy="14947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5" b="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Subheads are 24pt Arial Italic sentence case and can be 2 lines.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4A4E4609-F19E-4DD3-A900-7CA905D6E6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9165" y="1589472"/>
            <a:ext cx="9901943" cy="2802893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4504" b="1" i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36pt Arial Bold Title Case Should Be No More Than 2 Lines</a:t>
            </a:r>
          </a:p>
        </p:txBody>
      </p:sp>
      <p:sp>
        <p:nvSpPr>
          <p:cNvPr id="73" name="Subtitle 2">
            <a:extLst>
              <a:ext uri="{FF2B5EF4-FFF2-40B4-BE49-F238E27FC236}">
                <a16:creationId xmlns:a16="http://schemas.microsoft.com/office/drawing/2014/main" id="{BB2AC513-3F13-403A-8294-79335D9E76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9165" y="6898081"/>
            <a:ext cx="7937295" cy="8365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50"/>
              </a:spcBef>
              <a:buNone/>
              <a:defRPr sz="2002" baseline="0">
                <a:solidFill>
                  <a:schemeClr val="bg1"/>
                </a:solidFill>
              </a:defRPr>
            </a:lvl1pPr>
            <a:lvl2pPr marL="571614" indent="0" algn="ctr">
              <a:buNone/>
              <a:defRPr sz="2502"/>
            </a:lvl2pPr>
            <a:lvl3pPr marL="1143236" indent="0" algn="ctr">
              <a:buNone/>
              <a:defRPr sz="2252"/>
            </a:lvl3pPr>
            <a:lvl4pPr marL="1714850" indent="0" algn="ctr">
              <a:buNone/>
              <a:defRPr sz="2002"/>
            </a:lvl4pPr>
            <a:lvl5pPr marL="2286464" indent="0" algn="ctr">
              <a:buNone/>
              <a:defRPr sz="2002"/>
            </a:lvl5pPr>
            <a:lvl6pPr marL="2858083" indent="0" algn="ctr">
              <a:buNone/>
              <a:defRPr sz="2002"/>
            </a:lvl6pPr>
            <a:lvl7pPr marL="3429700" indent="0" algn="ctr">
              <a:buNone/>
              <a:defRPr sz="2002"/>
            </a:lvl7pPr>
            <a:lvl8pPr marL="4001314" indent="0" algn="ctr">
              <a:buNone/>
              <a:defRPr sz="2002"/>
            </a:lvl8pPr>
            <a:lvl9pPr marL="4572932" indent="0" algn="ctr">
              <a:buNone/>
              <a:defRPr sz="2002"/>
            </a:lvl9pPr>
          </a:lstStyle>
          <a:p>
            <a:r>
              <a:rPr lang="en-US" dirty="0"/>
              <a:t>Author First Last Name, Title 16pt Arial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F8B223-93F9-9E4B-8F7C-EC9FC4ACDAD5}"/>
              </a:ext>
            </a:extLst>
          </p:cNvPr>
          <p:cNvGrpSpPr/>
          <p:nvPr/>
        </p:nvGrpSpPr>
        <p:grpSpPr>
          <a:xfrm>
            <a:off x="8795309" y="3440023"/>
            <a:ext cx="6444694" cy="462915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676A8BEE-D814-7949-9114-89017682369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796E5C83-B5E5-1D4C-84FB-62353DC44BD9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F694892D-C7AC-A442-B8F6-4CDEB7DD8228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6671C44A-5B20-DD46-8500-55C2BAA1DA5A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8E3D6F47-43BF-4540-9690-AE662057D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9600" y="554290"/>
            <a:ext cx="0" cy="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8E2C89B-7571-F544-938F-C999797826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99897" y="919321"/>
            <a:ext cx="2809875" cy="5080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849D536-F609-A744-B36A-8BFB5245F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9600" y="55429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2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Blue - IQVIA">
    <p:bg>
      <p:bgPr>
        <a:gradFill>
          <a:gsLst>
            <a:gs pos="20000">
              <a:schemeClr val="accent2"/>
            </a:gs>
            <a:gs pos="80000">
              <a:schemeClr val="accent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69">
            <a:extLst>
              <a:ext uri="{FF2B5EF4-FFF2-40B4-BE49-F238E27FC236}">
                <a16:creationId xmlns:a16="http://schemas.microsoft.com/office/drawing/2014/main" id="{70EE6CC4-BDAD-452E-AE32-77E9A1B11636}"/>
              </a:ext>
            </a:extLst>
          </p:cNvPr>
          <p:cNvSpPr txBox="1"/>
          <p:nvPr/>
        </p:nvSpPr>
        <p:spPr bwMode="black">
          <a:xfrm>
            <a:off x="913627" y="8149710"/>
            <a:ext cx="9653541" cy="269756"/>
          </a:xfrm>
          <a:prstGeom prst="rect">
            <a:avLst/>
          </a:prstGeom>
          <a:ln>
            <a:noFill/>
          </a:ln>
        </p:spPr>
        <p:txBody>
          <a:bodyPr vert="horz" wrap="square" lIns="114298" tIns="57151" rIns="114298" bIns="5715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11432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3" dirty="0">
                <a:solidFill>
                  <a:srgbClr val="7FD1EF"/>
                </a:solidFill>
                <a:ea typeface="Arial" charset="0"/>
                <a:cs typeface="Arial" charset="0"/>
              </a:rPr>
              <a:t>© 2021. All rights reserved. IQVIA</a:t>
            </a:r>
            <a:r>
              <a:rPr lang="en-US" sz="1003" baseline="30000" dirty="0">
                <a:solidFill>
                  <a:srgbClr val="7FD1EF"/>
                </a:solidFill>
                <a:ea typeface="Arial" charset="0"/>
                <a:cs typeface="Arial" charset="0"/>
              </a:rPr>
              <a:t>®</a:t>
            </a:r>
            <a:r>
              <a:rPr lang="en-US" sz="1003" dirty="0">
                <a:solidFill>
                  <a:srgbClr val="7FD1EF"/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21604DCE-2860-47E1-9A45-B850AE2D52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165" y="4602208"/>
            <a:ext cx="7937295" cy="14947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5" b="0" i="1">
                <a:solidFill>
                  <a:srgbClr val="BFE8F7"/>
                </a:solidFill>
              </a:defRPr>
            </a:lvl1pPr>
          </a:lstStyle>
          <a:p>
            <a:pPr lvl="0"/>
            <a:r>
              <a:rPr lang="en-US" dirty="0"/>
              <a:t>Subheads are 24pt Arial Italic sentence case and can be 2 lines.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4A4E4609-F19E-4DD3-A900-7CA905D6E6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9165" y="1589472"/>
            <a:ext cx="9901943" cy="2802893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4504" b="1" i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36pt Arial Bold Title Case Should Be No More Than 2 Lines</a:t>
            </a:r>
          </a:p>
        </p:txBody>
      </p:sp>
      <p:sp>
        <p:nvSpPr>
          <p:cNvPr id="73" name="Subtitle 2">
            <a:extLst>
              <a:ext uri="{FF2B5EF4-FFF2-40B4-BE49-F238E27FC236}">
                <a16:creationId xmlns:a16="http://schemas.microsoft.com/office/drawing/2014/main" id="{BB2AC513-3F13-403A-8294-79335D9E76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9165" y="6898081"/>
            <a:ext cx="7937295" cy="8365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50"/>
              </a:spcBef>
              <a:buNone/>
              <a:defRPr sz="2002" baseline="0">
                <a:solidFill>
                  <a:schemeClr val="bg1"/>
                </a:solidFill>
              </a:defRPr>
            </a:lvl1pPr>
            <a:lvl2pPr marL="571614" indent="0" algn="ctr">
              <a:buNone/>
              <a:defRPr sz="2502"/>
            </a:lvl2pPr>
            <a:lvl3pPr marL="1143236" indent="0" algn="ctr">
              <a:buNone/>
              <a:defRPr sz="2252"/>
            </a:lvl3pPr>
            <a:lvl4pPr marL="1714850" indent="0" algn="ctr">
              <a:buNone/>
              <a:defRPr sz="2002"/>
            </a:lvl4pPr>
            <a:lvl5pPr marL="2286464" indent="0" algn="ctr">
              <a:buNone/>
              <a:defRPr sz="2002"/>
            </a:lvl5pPr>
            <a:lvl6pPr marL="2858083" indent="0" algn="ctr">
              <a:buNone/>
              <a:defRPr sz="2002"/>
            </a:lvl6pPr>
            <a:lvl7pPr marL="3429700" indent="0" algn="ctr">
              <a:buNone/>
              <a:defRPr sz="2002"/>
            </a:lvl7pPr>
            <a:lvl8pPr marL="4001314" indent="0" algn="ctr">
              <a:buNone/>
              <a:defRPr sz="2002"/>
            </a:lvl8pPr>
            <a:lvl9pPr marL="4572932" indent="0" algn="ctr">
              <a:buNone/>
              <a:defRPr sz="2002"/>
            </a:lvl9pPr>
          </a:lstStyle>
          <a:p>
            <a:r>
              <a:rPr lang="en-US" dirty="0"/>
              <a:t>Author First Last Name, Title 16pt Arial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F8B223-93F9-9E4B-8F7C-EC9FC4ACDAD5}"/>
              </a:ext>
            </a:extLst>
          </p:cNvPr>
          <p:cNvGrpSpPr/>
          <p:nvPr/>
        </p:nvGrpSpPr>
        <p:grpSpPr>
          <a:xfrm>
            <a:off x="8795309" y="3440023"/>
            <a:ext cx="6444694" cy="4629150"/>
            <a:chOff x="7036244" y="2752016"/>
            <a:chExt cx="5155756" cy="3703320"/>
          </a:xfrm>
          <a:solidFill>
            <a:schemeClr val="accent2"/>
          </a:solidFill>
        </p:grpSpPr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676A8BEE-D814-7949-9114-89017682369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796E5C83-B5E5-1D4C-84FB-62353DC44BD9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F694892D-C7AC-A442-B8F6-4CDEB7DD8228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6671C44A-5B20-DD46-8500-55C2BAA1DA5A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0A1AF0D6-51EF-1945-B4E8-68EF85E87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7" y="919321"/>
            <a:ext cx="2809875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37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Green - IQVIA">
    <p:bg>
      <p:bgPr>
        <a:gradFill>
          <a:gsLst>
            <a:gs pos="20000">
              <a:schemeClr val="accent4"/>
            </a:gs>
            <a:gs pos="80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69">
            <a:extLst>
              <a:ext uri="{FF2B5EF4-FFF2-40B4-BE49-F238E27FC236}">
                <a16:creationId xmlns:a16="http://schemas.microsoft.com/office/drawing/2014/main" id="{70EE6CC4-BDAD-452E-AE32-77E9A1B11636}"/>
              </a:ext>
            </a:extLst>
          </p:cNvPr>
          <p:cNvSpPr txBox="1"/>
          <p:nvPr/>
        </p:nvSpPr>
        <p:spPr bwMode="black">
          <a:xfrm>
            <a:off x="913627" y="8149710"/>
            <a:ext cx="9653541" cy="269756"/>
          </a:xfrm>
          <a:prstGeom prst="rect">
            <a:avLst/>
          </a:prstGeom>
          <a:ln>
            <a:noFill/>
          </a:ln>
        </p:spPr>
        <p:txBody>
          <a:bodyPr vert="horz" wrap="square" lIns="114298" tIns="57151" rIns="114298" bIns="5715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11432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3" dirty="0">
                <a:solidFill>
                  <a:srgbClr val="A1D794"/>
                </a:solidFill>
                <a:ea typeface="Arial" charset="0"/>
                <a:cs typeface="Arial" charset="0"/>
              </a:rPr>
              <a:t>© 2021. All rights reserved. IQVIA</a:t>
            </a:r>
            <a:r>
              <a:rPr lang="en-US" sz="1003" baseline="30000" dirty="0">
                <a:solidFill>
                  <a:srgbClr val="A1D794"/>
                </a:solidFill>
                <a:ea typeface="Arial" charset="0"/>
                <a:cs typeface="Arial" charset="0"/>
              </a:rPr>
              <a:t>®</a:t>
            </a:r>
            <a:r>
              <a:rPr lang="en-US" sz="1003" dirty="0">
                <a:solidFill>
                  <a:srgbClr val="A1D794"/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  <a:endParaRPr lang="en-US" sz="1003" kern="1200" dirty="0">
              <a:solidFill>
                <a:srgbClr val="A1D794"/>
              </a:solidFill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21604DCE-2860-47E1-9A45-B850AE2D52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165" y="4602208"/>
            <a:ext cx="7937295" cy="14947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5" b="0" i="1">
                <a:solidFill>
                  <a:srgbClr val="D0EBCA"/>
                </a:solidFill>
              </a:defRPr>
            </a:lvl1pPr>
          </a:lstStyle>
          <a:p>
            <a:pPr lvl="0"/>
            <a:r>
              <a:rPr lang="en-US" dirty="0"/>
              <a:t>Subheads are 24pt Arial Italic sentence case and can be 2 lines.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4A4E4609-F19E-4DD3-A900-7CA905D6E6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9165" y="1589472"/>
            <a:ext cx="9901943" cy="2802893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4504" b="1" i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36pt Arial Bold Title Case Should Be No More Than 2 Lines</a:t>
            </a:r>
          </a:p>
        </p:txBody>
      </p:sp>
      <p:sp>
        <p:nvSpPr>
          <p:cNvPr id="73" name="Subtitle 2">
            <a:extLst>
              <a:ext uri="{FF2B5EF4-FFF2-40B4-BE49-F238E27FC236}">
                <a16:creationId xmlns:a16="http://schemas.microsoft.com/office/drawing/2014/main" id="{BB2AC513-3F13-403A-8294-79335D9E76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9165" y="6898081"/>
            <a:ext cx="7937295" cy="8365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50"/>
              </a:spcBef>
              <a:buNone/>
              <a:defRPr sz="2002" baseline="0">
                <a:solidFill>
                  <a:schemeClr val="bg1"/>
                </a:solidFill>
              </a:defRPr>
            </a:lvl1pPr>
            <a:lvl2pPr marL="571614" indent="0" algn="ctr">
              <a:buNone/>
              <a:defRPr sz="2502"/>
            </a:lvl2pPr>
            <a:lvl3pPr marL="1143236" indent="0" algn="ctr">
              <a:buNone/>
              <a:defRPr sz="2252"/>
            </a:lvl3pPr>
            <a:lvl4pPr marL="1714850" indent="0" algn="ctr">
              <a:buNone/>
              <a:defRPr sz="2002"/>
            </a:lvl4pPr>
            <a:lvl5pPr marL="2286464" indent="0" algn="ctr">
              <a:buNone/>
              <a:defRPr sz="2002"/>
            </a:lvl5pPr>
            <a:lvl6pPr marL="2858083" indent="0" algn="ctr">
              <a:buNone/>
              <a:defRPr sz="2002"/>
            </a:lvl6pPr>
            <a:lvl7pPr marL="3429700" indent="0" algn="ctr">
              <a:buNone/>
              <a:defRPr sz="2002"/>
            </a:lvl7pPr>
            <a:lvl8pPr marL="4001314" indent="0" algn="ctr">
              <a:buNone/>
              <a:defRPr sz="2002"/>
            </a:lvl8pPr>
            <a:lvl9pPr marL="4572932" indent="0" algn="ctr">
              <a:buNone/>
              <a:defRPr sz="2002"/>
            </a:lvl9pPr>
          </a:lstStyle>
          <a:p>
            <a:r>
              <a:rPr lang="en-US" dirty="0"/>
              <a:t>Author First Last Name, Title 16pt Arial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F8B223-93F9-9E4B-8F7C-EC9FC4ACDAD5}"/>
              </a:ext>
            </a:extLst>
          </p:cNvPr>
          <p:cNvGrpSpPr/>
          <p:nvPr/>
        </p:nvGrpSpPr>
        <p:grpSpPr>
          <a:xfrm>
            <a:off x="8795309" y="3440023"/>
            <a:ext cx="6444694" cy="4629150"/>
            <a:chOff x="7036244" y="2752016"/>
            <a:chExt cx="5155756" cy="3703320"/>
          </a:xfrm>
          <a:solidFill>
            <a:schemeClr val="accent4"/>
          </a:solidFill>
        </p:grpSpPr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676A8BEE-D814-7949-9114-89017682369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796E5C83-B5E5-1D4C-84FB-62353DC44BD9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F694892D-C7AC-A442-B8F6-4CDEB7DD8228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6671C44A-5B20-DD46-8500-55C2BAA1DA5A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4D06917E-3E0E-6D47-9181-57DC0B969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7" y="919321"/>
            <a:ext cx="2809875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332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hite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:a16="http://schemas.microsoft.com/office/drawing/2014/main" id="{7AB75BD1-2507-44E0-91E4-42F78B5D2D49}"/>
              </a:ext>
            </a:extLst>
          </p:cNvPr>
          <p:cNvSpPr txBox="1"/>
          <p:nvPr/>
        </p:nvSpPr>
        <p:spPr bwMode="black">
          <a:xfrm>
            <a:off x="913627" y="8149710"/>
            <a:ext cx="9653541" cy="269756"/>
          </a:xfrm>
          <a:prstGeom prst="rect">
            <a:avLst/>
          </a:prstGeom>
          <a:ln>
            <a:noFill/>
          </a:ln>
        </p:spPr>
        <p:txBody>
          <a:bodyPr vert="horz" wrap="square" lIns="114298" tIns="57151" rIns="114298" bIns="5715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11432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3" dirty="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© 2021. All rights reserved. IQVIA</a:t>
            </a:r>
            <a:r>
              <a:rPr lang="en-US" sz="1003" baseline="30000" dirty="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®</a:t>
            </a:r>
            <a:r>
              <a:rPr lang="en-US" sz="1003" dirty="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  <a:endParaRPr lang="en-US" sz="1003" kern="1200" dirty="0">
              <a:solidFill>
                <a:schemeClr val="bg1">
                  <a:lumMod val="50000"/>
                </a:schemeClr>
              </a:solidFill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098CCE30-6B5A-4DFB-97B5-AF5CCDE0C8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165" y="4602208"/>
            <a:ext cx="7937295" cy="14947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5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24pt Arial Italic sentence case and can be 2 lines.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184C4A24-4E36-49F8-AE34-FEFD57A981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9165" y="1589472"/>
            <a:ext cx="9901943" cy="2802893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4504" b="1" i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Headline 36pt Arial Bold Title Case Should Be No More Than 2 Lines</a:t>
            </a:r>
          </a:p>
        </p:txBody>
      </p:sp>
      <p:sp>
        <p:nvSpPr>
          <p:cNvPr id="71" name="Subtitle 2">
            <a:extLst>
              <a:ext uri="{FF2B5EF4-FFF2-40B4-BE49-F238E27FC236}">
                <a16:creationId xmlns:a16="http://schemas.microsoft.com/office/drawing/2014/main" id="{0E82B801-11C9-4FD7-9D6A-B8DAA21204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9165" y="6898081"/>
            <a:ext cx="7937295" cy="8365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50"/>
              </a:spcBef>
              <a:buNone/>
              <a:defRPr sz="2002" baseline="0">
                <a:solidFill>
                  <a:schemeClr val="accent2"/>
                </a:solidFill>
              </a:defRPr>
            </a:lvl1pPr>
            <a:lvl2pPr marL="571614" indent="0" algn="ctr">
              <a:buNone/>
              <a:defRPr sz="2502"/>
            </a:lvl2pPr>
            <a:lvl3pPr marL="1143236" indent="0" algn="ctr">
              <a:buNone/>
              <a:defRPr sz="2252"/>
            </a:lvl3pPr>
            <a:lvl4pPr marL="1714850" indent="0" algn="ctr">
              <a:buNone/>
              <a:defRPr sz="2002"/>
            </a:lvl4pPr>
            <a:lvl5pPr marL="2286464" indent="0" algn="ctr">
              <a:buNone/>
              <a:defRPr sz="2002"/>
            </a:lvl5pPr>
            <a:lvl6pPr marL="2858083" indent="0" algn="ctr">
              <a:buNone/>
              <a:defRPr sz="2002"/>
            </a:lvl6pPr>
            <a:lvl7pPr marL="3429700" indent="0" algn="ctr">
              <a:buNone/>
              <a:defRPr sz="2002"/>
            </a:lvl7pPr>
            <a:lvl8pPr marL="4001314" indent="0" algn="ctr">
              <a:buNone/>
              <a:defRPr sz="2002"/>
            </a:lvl8pPr>
            <a:lvl9pPr marL="4572932" indent="0" algn="ctr">
              <a:buNone/>
              <a:defRPr sz="2002"/>
            </a:lvl9pPr>
          </a:lstStyle>
          <a:p>
            <a:r>
              <a:rPr lang="en-US" dirty="0"/>
              <a:t>Author First Last Name, Title 16pt Arial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29175BC-552B-D64A-8152-E96EE8CE39AF}"/>
              </a:ext>
            </a:extLst>
          </p:cNvPr>
          <p:cNvGrpSpPr/>
          <p:nvPr/>
        </p:nvGrpSpPr>
        <p:grpSpPr>
          <a:xfrm>
            <a:off x="8795309" y="3440023"/>
            <a:ext cx="6444694" cy="462915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D370C788-BCB9-AA4B-83CC-830DE2532168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86A666F2-61DC-1141-A28D-9C664CF9E0DD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B36DAFEC-9E33-D342-8F38-9280EB50249D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14487FF1-1618-4249-B143-BEFFD4E4E8FD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4A43F6D9-2B76-4F47-8BB1-588F5D046A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7" y="919321"/>
            <a:ext cx="2809875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217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Co-Brand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:a16="http://schemas.microsoft.com/office/drawing/2014/main" id="{7AB75BD1-2507-44E0-91E4-42F78B5D2D49}"/>
              </a:ext>
            </a:extLst>
          </p:cNvPr>
          <p:cNvSpPr txBox="1"/>
          <p:nvPr/>
        </p:nvSpPr>
        <p:spPr bwMode="black">
          <a:xfrm>
            <a:off x="913627" y="8149710"/>
            <a:ext cx="9653541" cy="269756"/>
          </a:xfrm>
          <a:prstGeom prst="rect">
            <a:avLst/>
          </a:prstGeom>
          <a:ln>
            <a:noFill/>
          </a:ln>
        </p:spPr>
        <p:txBody>
          <a:bodyPr vert="horz" wrap="square" lIns="114298" tIns="57151" rIns="114298" bIns="5715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11432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3" dirty="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© 2021. All rights reserved. IQVIA</a:t>
            </a:r>
            <a:r>
              <a:rPr lang="en-US" sz="1003" baseline="30000" dirty="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®</a:t>
            </a:r>
            <a:r>
              <a:rPr lang="en-US" sz="1003" dirty="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  <a:endParaRPr lang="en-US" sz="1003" kern="1200" dirty="0">
              <a:solidFill>
                <a:schemeClr val="bg1">
                  <a:lumMod val="50000"/>
                </a:schemeClr>
              </a:solidFill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098CCE30-6B5A-4DFB-97B5-AF5CCDE0C8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165" y="4602208"/>
            <a:ext cx="7937295" cy="14947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5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24pt Arial Italic sentence case and can be 2 lines.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184C4A24-4E36-49F8-AE34-FEFD57A981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9165" y="1589472"/>
            <a:ext cx="9901943" cy="2802893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4504" b="1" i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Headline 36pt Arial Bold Title Case Should Be No More Than 2 Lines</a:t>
            </a:r>
          </a:p>
        </p:txBody>
      </p:sp>
      <p:sp>
        <p:nvSpPr>
          <p:cNvPr id="71" name="Subtitle 2">
            <a:extLst>
              <a:ext uri="{FF2B5EF4-FFF2-40B4-BE49-F238E27FC236}">
                <a16:creationId xmlns:a16="http://schemas.microsoft.com/office/drawing/2014/main" id="{0E82B801-11C9-4FD7-9D6A-B8DAA21204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9165" y="6898081"/>
            <a:ext cx="7937295" cy="8365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50"/>
              </a:spcBef>
              <a:buNone/>
              <a:defRPr sz="2002" baseline="0">
                <a:solidFill>
                  <a:schemeClr val="accent2"/>
                </a:solidFill>
              </a:defRPr>
            </a:lvl1pPr>
            <a:lvl2pPr marL="571614" indent="0" algn="ctr">
              <a:buNone/>
              <a:defRPr sz="2502"/>
            </a:lvl2pPr>
            <a:lvl3pPr marL="1143236" indent="0" algn="ctr">
              <a:buNone/>
              <a:defRPr sz="2252"/>
            </a:lvl3pPr>
            <a:lvl4pPr marL="1714850" indent="0" algn="ctr">
              <a:buNone/>
              <a:defRPr sz="2002"/>
            </a:lvl4pPr>
            <a:lvl5pPr marL="2286464" indent="0" algn="ctr">
              <a:buNone/>
              <a:defRPr sz="2002"/>
            </a:lvl5pPr>
            <a:lvl6pPr marL="2858083" indent="0" algn="ctr">
              <a:buNone/>
              <a:defRPr sz="2002"/>
            </a:lvl6pPr>
            <a:lvl7pPr marL="3429700" indent="0" algn="ctr">
              <a:buNone/>
              <a:defRPr sz="2002"/>
            </a:lvl7pPr>
            <a:lvl8pPr marL="4001314" indent="0" algn="ctr">
              <a:buNone/>
              <a:defRPr sz="2002"/>
            </a:lvl8pPr>
            <a:lvl9pPr marL="4572932" indent="0" algn="ctr">
              <a:buNone/>
              <a:defRPr sz="2002"/>
            </a:lvl9pPr>
          </a:lstStyle>
          <a:p>
            <a:r>
              <a:rPr lang="en-US" dirty="0"/>
              <a:t>Author First Last Name, Title 16pt Arial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E5C45F24-760D-4806-80BF-4B954EEA03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94125" y="6068257"/>
            <a:ext cx="2905126" cy="1677190"/>
          </a:xfrm>
          <a:prstGeom prst="rect">
            <a:avLst/>
          </a:prstGeom>
          <a:solidFill>
            <a:srgbClr val="DA291C"/>
          </a:solidFill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49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Co-brand and bid defense only: You may replace this box with a sponsor logo. Ensure the logo is on a white or transparent background and you have usage permission.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All other presentations, or without sponsor logo: Please delete this box.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9C359E7-88C6-42D4-9B64-F7D5FE9CDBC5}"/>
              </a:ext>
            </a:extLst>
          </p:cNvPr>
          <p:cNvGrpSpPr/>
          <p:nvPr/>
        </p:nvGrpSpPr>
        <p:grpSpPr>
          <a:xfrm>
            <a:off x="12426912" y="4755037"/>
            <a:ext cx="2813088" cy="3314136"/>
            <a:chOff x="9941531" y="3804028"/>
            <a:chExt cx="2250469" cy="2651308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4384A34-21CA-42A4-8E46-1EEAC237500E}"/>
                </a:ext>
              </a:extLst>
            </p:cNvPr>
            <p:cNvSpPr/>
            <p:nvPr/>
          </p:nvSpPr>
          <p:spPr>
            <a:xfrm>
              <a:off x="10755844" y="5906186"/>
              <a:ext cx="1436156" cy="549150"/>
            </a:xfrm>
            <a:custGeom>
              <a:avLst/>
              <a:gdLst>
                <a:gd name="connsiteX0" fmla="*/ 274575 w 1436156"/>
                <a:gd name="connsiteY0" fmla="*/ 0 h 549150"/>
                <a:gd name="connsiteX1" fmla="*/ 276477 w 1436156"/>
                <a:gd name="connsiteY1" fmla="*/ 192 h 549150"/>
                <a:gd name="connsiteX2" fmla="*/ 276477 w 1436156"/>
                <a:gd name="connsiteY2" fmla="*/ 0 h 549150"/>
                <a:gd name="connsiteX3" fmla="*/ 1436156 w 1436156"/>
                <a:gd name="connsiteY3" fmla="*/ 0 h 549150"/>
                <a:gd name="connsiteX4" fmla="*/ 1436156 w 1436156"/>
                <a:gd name="connsiteY4" fmla="*/ 549150 h 549150"/>
                <a:gd name="connsiteX5" fmla="*/ 276477 w 1436156"/>
                <a:gd name="connsiteY5" fmla="*/ 549150 h 549150"/>
                <a:gd name="connsiteX6" fmla="*/ 276477 w 1436156"/>
                <a:gd name="connsiteY6" fmla="*/ 548959 h 549150"/>
                <a:gd name="connsiteX7" fmla="*/ 274575 w 1436156"/>
                <a:gd name="connsiteY7" fmla="*/ 549150 h 549150"/>
                <a:gd name="connsiteX8" fmla="*/ 0 w 1436156"/>
                <a:gd name="connsiteY8" fmla="*/ 274575 h 549150"/>
                <a:gd name="connsiteX9" fmla="*/ 274575 w 1436156"/>
                <a:gd name="connsiteY9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36156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1436156" y="0"/>
                  </a:lnTo>
                  <a:lnTo>
                    <a:pt x="1436156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0C482A3-7472-489E-8622-A62D97CBD17C}"/>
                </a:ext>
              </a:extLst>
            </p:cNvPr>
            <p:cNvSpPr/>
            <p:nvPr/>
          </p:nvSpPr>
          <p:spPr>
            <a:xfrm>
              <a:off x="10356354" y="3804028"/>
              <a:ext cx="1835646" cy="549150"/>
            </a:xfrm>
            <a:custGeom>
              <a:avLst/>
              <a:gdLst>
                <a:gd name="connsiteX0" fmla="*/ 274073 w 1835646"/>
                <a:gd name="connsiteY0" fmla="*/ 0 h 549150"/>
                <a:gd name="connsiteX1" fmla="*/ 278104 w 1835646"/>
                <a:gd name="connsiteY1" fmla="*/ 407 h 549150"/>
                <a:gd name="connsiteX2" fmla="*/ 278104 w 1835646"/>
                <a:gd name="connsiteY2" fmla="*/ 0 h 549150"/>
                <a:gd name="connsiteX3" fmla="*/ 1835646 w 1835646"/>
                <a:gd name="connsiteY3" fmla="*/ 0 h 549150"/>
                <a:gd name="connsiteX4" fmla="*/ 1835646 w 1835646"/>
                <a:gd name="connsiteY4" fmla="*/ 549150 h 549150"/>
                <a:gd name="connsiteX5" fmla="*/ 278104 w 1835646"/>
                <a:gd name="connsiteY5" fmla="*/ 549150 h 549150"/>
                <a:gd name="connsiteX6" fmla="*/ 278104 w 1835646"/>
                <a:gd name="connsiteY6" fmla="*/ 547742 h 549150"/>
                <a:gd name="connsiteX7" fmla="*/ 274073 w 1835646"/>
                <a:gd name="connsiteY7" fmla="*/ 548148 h 549150"/>
                <a:gd name="connsiteX8" fmla="*/ 0 w 1835646"/>
                <a:gd name="connsiteY8" fmla="*/ 274074 h 549150"/>
                <a:gd name="connsiteX9" fmla="*/ 274073 w 1835646"/>
                <a:gd name="connsiteY9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35646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1835646" y="0"/>
                  </a:lnTo>
                  <a:lnTo>
                    <a:pt x="1835646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4C68CD5-1D99-4C2F-8258-B69F780AC527}"/>
                </a:ext>
              </a:extLst>
            </p:cNvPr>
            <p:cNvSpPr/>
            <p:nvPr/>
          </p:nvSpPr>
          <p:spPr>
            <a:xfrm>
              <a:off x="9941531" y="4854606"/>
              <a:ext cx="2250469" cy="549150"/>
            </a:xfrm>
            <a:custGeom>
              <a:avLst/>
              <a:gdLst>
                <a:gd name="connsiteX0" fmla="*/ 299044 w 2250469"/>
                <a:gd name="connsiteY0" fmla="*/ 0 h 549150"/>
                <a:gd name="connsiteX1" fmla="*/ 300889 w 2250469"/>
                <a:gd name="connsiteY1" fmla="*/ 171 h 549150"/>
                <a:gd name="connsiteX2" fmla="*/ 300889 w 2250469"/>
                <a:gd name="connsiteY2" fmla="*/ 0 h 549150"/>
                <a:gd name="connsiteX3" fmla="*/ 2250469 w 2250469"/>
                <a:gd name="connsiteY3" fmla="*/ 0 h 549150"/>
                <a:gd name="connsiteX4" fmla="*/ 2250469 w 2250469"/>
                <a:gd name="connsiteY4" fmla="*/ 549150 h 549150"/>
                <a:gd name="connsiteX5" fmla="*/ 300889 w 2250469"/>
                <a:gd name="connsiteY5" fmla="*/ 549150 h 549150"/>
                <a:gd name="connsiteX6" fmla="*/ 300889 w 2250469"/>
                <a:gd name="connsiteY6" fmla="*/ 548980 h 549150"/>
                <a:gd name="connsiteX7" fmla="*/ 299044 w 2250469"/>
                <a:gd name="connsiteY7" fmla="*/ 549150 h 549150"/>
                <a:gd name="connsiteX8" fmla="*/ 0 w 2250469"/>
                <a:gd name="connsiteY8" fmla="*/ 274575 h 549150"/>
                <a:gd name="connsiteX9" fmla="*/ 299044 w 2250469"/>
                <a:gd name="connsiteY9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0469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2250469" y="0"/>
                  </a:lnTo>
                  <a:lnTo>
                    <a:pt x="2250469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 err="1"/>
            </a:p>
          </p:txBody>
        </p:sp>
      </p:grpSp>
      <p:pic>
        <p:nvPicPr>
          <p:cNvPr id="19" name="Graphic 18">
            <a:extLst>
              <a:ext uri="{FF2B5EF4-FFF2-40B4-BE49-F238E27FC236}">
                <a16:creationId xmlns:a16="http://schemas.microsoft.com/office/drawing/2014/main" id="{EFFBAF58-7775-B441-95B2-60BAEE630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7" y="919321"/>
            <a:ext cx="2809875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80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0874" y="1607952"/>
            <a:ext cx="14173202" cy="6242657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90"/>
            <a:ext cx="14173202" cy="960329"/>
          </a:xfrm>
          <a:prstGeom prst="rect">
            <a:avLst/>
          </a:prstGeom>
        </p:spPr>
        <p:txBody>
          <a:bodyPr anchor="b" anchorCtr="0"/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54" name="Footer Placeholder 4">
            <a:extLst>
              <a:ext uri="{FF2B5EF4-FFF2-40B4-BE49-F238E27FC236}">
                <a16:creationId xmlns:a16="http://schemas.microsoft.com/office/drawing/2014/main" id="{7088911A-0046-5847-8D5E-667B718EC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5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FCFC63C0-5262-4767-9F93-DEDAECE24DB7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B41C48F-5C1D-DE41-93AD-B4E269C3B3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09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Subhead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098016E9-779F-F844-B7C6-670D5E2ED4D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80874" y="2128288"/>
            <a:ext cx="14173202" cy="5722319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80874" y="1352285"/>
            <a:ext cx="14173202" cy="50291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502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20pt Arial Italic sentence case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90"/>
            <a:ext cx="14173202" cy="960329"/>
          </a:xfrm>
          <a:prstGeom prst="rect">
            <a:avLst/>
          </a:prstGeom>
        </p:spPr>
        <p:txBody>
          <a:bodyPr anchor="b" anchorCtr="0"/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56" name="Footer Placeholder 4">
            <a:extLst>
              <a:ext uri="{FF2B5EF4-FFF2-40B4-BE49-F238E27FC236}">
                <a16:creationId xmlns:a16="http://schemas.microsoft.com/office/drawing/2014/main" id="{4C2A7798-04D8-114F-865E-17D9C5B73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5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80491F4-CBE5-420D-B41C-DA1186C29721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27A24E-C6A6-B348-9405-8C826F52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01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Callout Opt1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B39BD980-859A-ED43-B5E0-B78C35812A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531A8FC-B139-A448-96B7-DB54D8693F95}"/>
              </a:ext>
            </a:extLst>
          </p:cNvPr>
          <p:cNvCxnSpPr>
            <a:cxnSpLocks/>
          </p:cNvCxnSpPr>
          <p:nvPr/>
        </p:nvCxnSpPr>
        <p:spPr>
          <a:xfrm>
            <a:off x="10165079" y="2231160"/>
            <a:ext cx="5185414" cy="0"/>
          </a:xfrm>
          <a:prstGeom prst="line">
            <a:avLst/>
          </a:prstGeom>
          <a:ln w="254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D88AF363-7A35-104E-9A0A-BC860A4A42C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80870" y="2128284"/>
            <a:ext cx="9365600" cy="5722312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0165080" y="2345453"/>
            <a:ext cx="4705829" cy="5505145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marR="0" indent="0" algn="l" defTabSz="1524273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502" b="1" i="0" baseline="0">
                <a:solidFill>
                  <a:schemeClr val="accent2"/>
                </a:solidFill>
                <a:latin typeface="+mj-lt"/>
              </a:defRPr>
            </a:lvl1pPr>
            <a:lvl2pPr marL="287792" indent="-148859">
              <a:lnSpc>
                <a:spcPct val="100000"/>
              </a:lnSpc>
              <a:buFont typeface="Arial"/>
              <a:buChar char="•"/>
              <a:defRPr sz="1498" b="0" i="0" baseline="0">
                <a:solidFill>
                  <a:schemeClr val="accent1"/>
                </a:solidFill>
                <a:latin typeface="+mj-lt"/>
                <a:cs typeface="Arial"/>
              </a:defRPr>
            </a:lvl2pPr>
            <a:lvl3pPr marL="762132" indent="-285802">
              <a:lnSpc>
                <a:spcPct val="100000"/>
              </a:lnSpc>
              <a:buFont typeface="Arial" pitchFamily="34" charset="0"/>
              <a:buChar char="•"/>
              <a:defRPr sz="1498" b="0" i="0">
                <a:solidFill>
                  <a:schemeClr val="bg1"/>
                </a:solidFill>
                <a:latin typeface="+mj-lt"/>
                <a:cs typeface="Arial"/>
              </a:defRPr>
            </a:lvl3pPr>
            <a:lvl4pPr>
              <a:defRPr sz="2667" b="0" i="0">
                <a:latin typeface="Georgia" pitchFamily="18" charset="0"/>
              </a:defRPr>
            </a:lvl4pPr>
          </a:lstStyle>
          <a:p>
            <a:pPr lvl="0"/>
            <a:r>
              <a:rPr lang="en-US" noProof="0" dirty="0"/>
              <a:t>Callouts are 20pt Arial Bold sentence case 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consec</a:t>
            </a:r>
            <a:r>
              <a:rPr lang="en-US" noProof="0" dirty="0"/>
              <a:t> </a:t>
            </a:r>
            <a:r>
              <a:rPr lang="en-US" noProof="0" dirty="0" err="1"/>
              <a:t>tetuer</a:t>
            </a:r>
            <a:r>
              <a:rPr lang="en-US" noProof="0" dirty="0"/>
              <a:t> </a:t>
            </a:r>
            <a:r>
              <a:rPr lang="en-US" noProof="0" dirty="0" err="1"/>
              <a:t>adipiscing</a:t>
            </a:r>
            <a:r>
              <a:rPr lang="en-US" noProof="0" dirty="0"/>
              <a:t> </a:t>
            </a:r>
            <a:r>
              <a:rPr lang="en-US" noProof="0" dirty="0" err="1"/>
              <a:t>elit</a:t>
            </a:r>
            <a:r>
              <a:rPr lang="en-US" noProof="0" dirty="0"/>
              <a:t>, </a:t>
            </a:r>
            <a:r>
              <a:rPr lang="en-US" noProof="0" dirty="0" err="1"/>
              <a:t>sed</a:t>
            </a:r>
            <a:r>
              <a:rPr lang="en-US" noProof="0" dirty="0"/>
              <a:t> </a:t>
            </a:r>
            <a:r>
              <a:rPr lang="en-US" noProof="0" dirty="0" err="1"/>
              <a:t>diam</a:t>
            </a:r>
            <a:r>
              <a:rPr lang="en-US" noProof="0" dirty="0"/>
              <a:t> </a:t>
            </a:r>
            <a:r>
              <a:rPr lang="en-US" noProof="0" dirty="0" err="1"/>
              <a:t>nonummy</a:t>
            </a:r>
            <a:r>
              <a:rPr lang="en-US" noProof="0" dirty="0"/>
              <a:t> </a:t>
            </a:r>
            <a:r>
              <a:rPr lang="en-US" noProof="0" dirty="0" err="1"/>
              <a:t>nibh</a:t>
            </a:r>
            <a:r>
              <a:rPr lang="en-US" noProof="0" dirty="0"/>
              <a:t> </a:t>
            </a:r>
            <a:r>
              <a:rPr lang="en-US" noProof="0" dirty="0" err="1"/>
              <a:t>euismod</a:t>
            </a:r>
            <a:r>
              <a:rPr lang="en-US" noProof="0" dirty="0"/>
              <a:t> </a:t>
            </a:r>
            <a:r>
              <a:rPr lang="en-US" noProof="0" dirty="0" err="1"/>
              <a:t>tincidunt</a:t>
            </a:r>
            <a:r>
              <a:rPr lang="en-US" noProof="0" dirty="0"/>
              <a:t> </a:t>
            </a:r>
            <a:r>
              <a:rPr lang="en-US" noProof="0" dirty="0" err="1"/>
              <a:t>ut</a:t>
            </a:r>
            <a:r>
              <a:rPr lang="en-US" noProof="0" dirty="0"/>
              <a:t> </a:t>
            </a:r>
            <a:r>
              <a:rPr lang="en-US" noProof="0" dirty="0" err="1"/>
              <a:t>laoreet</a:t>
            </a:r>
            <a:r>
              <a:rPr lang="en-US" noProof="0" dirty="0"/>
              <a:t> dolore magna </a:t>
            </a:r>
            <a:r>
              <a:rPr lang="en-US" noProof="0" dirty="0" err="1"/>
              <a:t>aliquam</a:t>
            </a:r>
            <a:r>
              <a:rPr lang="en-US" noProof="0" dirty="0"/>
              <a:t> </a:t>
            </a:r>
            <a:r>
              <a:rPr lang="en-US" noProof="0" dirty="0" err="1"/>
              <a:t>erat</a:t>
            </a:r>
            <a:r>
              <a:rPr lang="en-US" noProof="0" dirty="0"/>
              <a:t> </a:t>
            </a:r>
            <a:r>
              <a:rPr lang="en-US" noProof="0" dirty="0" err="1"/>
              <a:t>volutpat</a:t>
            </a:r>
            <a:r>
              <a:rPr lang="en-US" noProof="0" dirty="0"/>
              <a:t>. 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80874" y="1352285"/>
            <a:ext cx="14173202" cy="50291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sz="2502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20pt Arial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90"/>
            <a:ext cx="14173202" cy="96032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60" name="Footer Placeholder 4">
            <a:extLst>
              <a:ext uri="{FF2B5EF4-FFF2-40B4-BE49-F238E27FC236}">
                <a16:creationId xmlns:a16="http://schemas.microsoft.com/office/drawing/2014/main" id="{02449CD6-629F-D647-95E7-AF3F9E15C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5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1A4459-0EB4-4688-8572-06BA95F5D702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51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Callout Opt2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D88AF363-7A35-104E-9A0A-BC860A4A42C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80870" y="2128287"/>
            <a:ext cx="9365600" cy="5722307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0165080" y="2345450"/>
            <a:ext cx="4705829" cy="5505138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marR="0" indent="0" algn="l" defTabSz="1524273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502" b="1" i="0" baseline="0">
                <a:solidFill>
                  <a:schemeClr val="accent1"/>
                </a:solidFill>
                <a:latin typeface="+mj-lt"/>
              </a:defRPr>
            </a:lvl1pPr>
            <a:lvl2pPr marL="287792" indent="-148859">
              <a:lnSpc>
                <a:spcPct val="100000"/>
              </a:lnSpc>
              <a:buFont typeface="Arial"/>
              <a:buChar char="•"/>
              <a:defRPr sz="1498" b="0" i="0" baseline="0">
                <a:solidFill>
                  <a:schemeClr val="accent1"/>
                </a:solidFill>
                <a:latin typeface="+mj-lt"/>
                <a:cs typeface="Arial"/>
              </a:defRPr>
            </a:lvl2pPr>
            <a:lvl3pPr marL="762132" indent="-285802">
              <a:lnSpc>
                <a:spcPct val="100000"/>
              </a:lnSpc>
              <a:buFont typeface="Arial" pitchFamily="34" charset="0"/>
              <a:buChar char="•"/>
              <a:defRPr sz="1498" b="0" i="0">
                <a:solidFill>
                  <a:schemeClr val="bg1"/>
                </a:solidFill>
                <a:latin typeface="+mj-lt"/>
                <a:cs typeface="Arial"/>
              </a:defRPr>
            </a:lvl3pPr>
            <a:lvl4pPr>
              <a:defRPr sz="2667" b="0" i="0">
                <a:latin typeface="Georgia" pitchFamily="18" charset="0"/>
              </a:defRPr>
            </a:lvl4pPr>
          </a:lstStyle>
          <a:p>
            <a:pPr lvl="0"/>
            <a:r>
              <a:rPr lang="en-US" noProof="0" dirty="0"/>
              <a:t>Callouts are 20pt Arial Bold sentence case 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consec</a:t>
            </a:r>
            <a:r>
              <a:rPr lang="en-US" noProof="0" dirty="0"/>
              <a:t> </a:t>
            </a:r>
            <a:r>
              <a:rPr lang="en-US" noProof="0" dirty="0" err="1"/>
              <a:t>tetuer</a:t>
            </a:r>
            <a:r>
              <a:rPr lang="en-US" noProof="0" dirty="0"/>
              <a:t> </a:t>
            </a:r>
            <a:r>
              <a:rPr lang="en-US" noProof="0" dirty="0" err="1"/>
              <a:t>adipiscing</a:t>
            </a:r>
            <a:r>
              <a:rPr lang="en-US" noProof="0" dirty="0"/>
              <a:t> </a:t>
            </a:r>
            <a:r>
              <a:rPr lang="en-US" noProof="0" dirty="0" err="1"/>
              <a:t>elit</a:t>
            </a:r>
            <a:r>
              <a:rPr lang="en-US" noProof="0" dirty="0"/>
              <a:t>, </a:t>
            </a:r>
            <a:r>
              <a:rPr lang="en-US" noProof="0" dirty="0" err="1"/>
              <a:t>sed</a:t>
            </a:r>
            <a:r>
              <a:rPr lang="en-US" noProof="0" dirty="0"/>
              <a:t> </a:t>
            </a:r>
            <a:r>
              <a:rPr lang="en-US" noProof="0" dirty="0" err="1"/>
              <a:t>diam</a:t>
            </a:r>
            <a:r>
              <a:rPr lang="en-US" noProof="0" dirty="0"/>
              <a:t> </a:t>
            </a:r>
            <a:r>
              <a:rPr lang="en-US" noProof="0" dirty="0" err="1"/>
              <a:t>nonummy</a:t>
            </a:r>
            <a:r>
              <a:rPr lang="en-US" noProof="0" dirty="0"/>
              <a:t> </a:t>
            </a:r>
            <a:r>
              <a:rPr lang="en-US" noProof="0" dirty="0" err="1"/>
              <a:t>nibh</a:t>
            </a:r>
            <a:r>
              <a:rPr lang="en-US" noProof="0" dirty="0"/>
              <a:t> </a:t>
            </a:r>
            <a:r>
              <a:rPr lang="en-US" noProof="0" dirty="0" err="1"/>
              <a:t>euismod</a:t>
            </a:r>
            <a:r>
              <a:rPr lang="en-US" noProof="0" dirty="0"/>
              <a:t> </a:t>
            </a:r>
            <a:r>
              <a:rPr lang="en-US" noProof="0" dirty="0" err="1"/>
              <a:t>tincidunt</a:t>
            </a:r>
            <a:r>
              <a:rPr lang="en-US" noProof="0" dirty="0"/>
              <a:t> </a:t>
            </a:r>
            <a:r>
              <a:rPr lang="en-US" noProof="0" dirty="0" err="1"/>
              <a:t>ut</a:t>
            </a:r>
            <a:r>
              <a:rPr lang="en-US" noProof="0" dirty="0"/>
              <a:t> </a:t>
            </a:r>
            <a:r>
              <a:rPr lang="en-US" noProof="0" dirty="0" err="1"/>
              <a:t>laoreet</a:t>
            </a:r>
            <a:r>
              <a:rPr lang="en-US" noProof="0" dirty="0"/>
              <a:t> dolore magna </a:t>
            </a:r>
            <a:r>
              <a:rPr lang="en-US" noProof="0" dirty="0" err="1"/>
              <a:t>aliquam</a:t>
            </a:r>
            <a:r>
              <a:rPr lang="en-US" noProof="0" dirty="0"/>
              <a:t> </a:t>
            </a:r>
            <a:r>
              <a:rPr lang="en-US" noProof="0" dirty="0" err="1"/>
              <a:t>erat</a:t>
            </a:r>
            <a:r>
              <a:rPr lang="en-US" noProof="0" dirty="0"/>
              <a:t> </a:t>
            </a:r>
            <a:r>
              <a:rPr lang="en-US" noProof="0" dirty="0" err="1"/>
              <a:t>volutpat</a:t>
            </a:r>
            <a:r>
              <a:rPr lang="en-US" noProof="0" dirty="0"/>
              <a:t>. 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80874" y="1352285"/>
            <a:ext cx="14173202" cy="50291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sz="2502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20pt Arial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90"/>
            <a:ext cx="14173202" cy="96032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60" name="Footer Placeholder 4">
            <a:extLst>
              <a:ext uri="{FF2B5EF4-FFF2-40B4-BE49-F238E27FC236}">
                <a16:creationId xmlns:a16="http://schemas.microsoft.com/office/drawing/2014/main" id="{02449CD6-629F-D647-95E7-AF3F9E15C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5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B5C6CE-599B-D241-B11C-1899212B39F3}"/>
              </a:ext>
            </a:extLst>
          </p:cNvPr>
          <p:cNvCxnSpPr>
            <a:cxnSpLocks/>
          </p:cNvCxnSpPr>
          <p:nvPr/>
        </p:nvCxnSpPr>
        <p:spPr>
          <a:xfrm>
            <a:off x="10165079" y="2231160"/>
            <a:ext cx="5185414" cy="0"/>
          </a:xfrm>
          <a:prstGeom prst="line">
            <a:avLst/>
          </a:prstGeom>
          <a:ln w="254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5A70D40F-E06E-4AAC-8094-BC565B24D95E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1328CB7-3B3E-0342-86D5-64775D744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7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B33977D-340C-C244-98B1-44E8B03BE8F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738928" y="2128287"/>
            <a:ext cx="6915145" cy="5726431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92D52BD9-DFA6-1D48-973A-A6C3C874E80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80875" y="2128288"/>
            <a:ext cx="6915145" cy="5722319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80874" y="1352285"/>
            <a:ext cx="14173202" cy="50291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502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20pt Arial Italic sentence case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90"/>
            <a:ext cx="14173202" cy="960329"/>
          </a:xfrm>
          <a:prstGeom prst="rect">
            <a:avLst/>
          </a:prstGeom>
        </p:spPr>
        <p:txBody>
          <a:bodyPr anchor="b" anchorCtr="0"/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7F2D66EE-4D77-E145-9576-4E9D03CE4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5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2DFA1798-9673-4022-816E-704E37E4DEA4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420C18B-DFBF-C046-8D9E-FB3BB18EF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2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_NoSubhead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B33977D-340C-C244-98B1-44E8B03BE8F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738928" y="1607950"/>
            <a:ext cx="6915145" cy="6242657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92D52BD9-DFA6-1D48-973A-A6C3C874E80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80875" y="1607950"/>
            <a:ext cx="6915145" cy="6242657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90"/>
            <a:ext cx="14173202" cy="960329"/>
          </a:xfrm>
          <a:prstGeom prst="rect">
            <a:avLst/>
          </a:prstGeom>
        </p:spPr>
        <p:txBody>
          <a:bodyPr anchor="b" anchorCtr="0"/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7F2D66EE-4D77-E145-9576-4E9D03CE4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5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4E4B32-E13F-4B83-8982-BF8073A1DC94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C061BF7-30ED-394B-918A-D1835A35BE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92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C2AC1106-6E0D-B341-B75A-C8C2F73E3F26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80873" y="2128288"/>
            <a:ext cx="4526281" cy="5722319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ABC0DBC1-9787-6A4E-A4B1-E0E8BE5E8F02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0127790" y="2128288"/>
            <a:ext cx="4526281" cy="5722319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88B0BB6F-D4FA-D54D-A387-A1834DE59B82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5304327" y="2128288"/>
            <a:ext cx="4526281" cy="5722319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80874" y="1352285"/>
            <a:ext cx="14173202" cy="50291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502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20pt Arial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90"/>
            <a:ext cx="14173202" cy="960329"/>
          </a:xfrm>
          <a:prstGeom prst="rect">
            <a:avLst/>
          </a:prstGeom>
        </p:spPr>
        <p:txBody>
          <a:bodyPr anchor="b" anchorCtr="0"/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61" name="Footer Placeholder 4">
            <a:extLst>
              <a:ext uri="{FF2B5EF4-FFF2-40B4-BE49-F238E27FC236}">
                <a16:creationId xmlns:a16="http://schemas.microsoft.com/office/drawing/2014/main" id="{2B619D02-ECD0-CE4F-A007-98E4EF45B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5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C02E0708-4D86-44F8-B4F9-1E6BEA5F1514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16763F-C469-814B-B3F1-2A463EAEA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62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90"/>
            <a:ext cx="14173202" cy="960329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B43D20F7-04AA-0E4D-91D5-5DB9ECAF9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5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5EA968B8-FA3A-4F62-92E8-E94086C1347B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12220C1-1EAE-C14B-89F3-9751E5993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182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head_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80874" y="1352285"/>
            <a:ext cx="14173202" cy="50291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502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Subheads are 20pt Arial Italic sentence case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80874" y="368090"/>
            <a:ext cx="14173202" cy="960329"/>
          </a:xfrm>
          <a:prstGeom prst="rect">
            <a:avLst/>
          </a:prstGeom>
        </p:spPr>
        <p:txBody>
          <a:bodyPr anchor="b" anchorCtr="0"/>
          <a:lstStyle>
            <a:lvl1pPr>
              <a:defRPr sz="3501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28pt Arial Bold sentence case</a:t>
            </a:r>
          </a:p>
        </p:txBody>
      </p:sp>
      <p:sp>
        <p:nvSpPr>
          <p:cNvPr id="55" name="Footer Placeholder 4">
            <a:extLst>
              <a:ext uri="{FF2B5EF4-FFF2-40B4-BE49-F238E27FC236}">
                <a16:creationId xmlns:a16="http://schemas.microsoft.com/office/drawing/2014/main" id="{76ED9213-76D9-7A47-BBC6-21289543A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5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1E387831-BA5F-49F6-AA7A-A7D23D1B4F4D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CBCE073-12D8-9D4F-9B15-2F9BE4AC3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36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EBE92459-5CCD-6042-9D0E-BAC9DA03F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5" y="7984824"/>
            <a:ext cx="11606853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5C2CC54-E1EC-4DF9-A3B0-2009DB97279A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B63251-79DB-3544-890F-9DDA614A5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36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DEFF783-1996-4984-99EE-7B1AC1AE1A34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169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38658025-8660-B74C-8ED5-6D1A405A1A70}"/>
              </a:ext>
            </a:extLst>
          </p:cNvPr>
          <p:cNvSpPr/>
          <p:nvPr/>
        </p:nvSpPr>
        <p:spPr bwMode="gray">
          <a:xfrm>
            <a:off x="441964" y="0"/>
            <a:ext cx="14356080" cy="85725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2811" dirty="0"/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C9B35E8-F292-2B42-952E-06F2F248C60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031" y="1952369"/>
            <a:ext cx="11454980" cy="5890781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2502"/>
              </a:spcBef>
              <a:buClr>
                <a:schemeClr val="accent1"/>
              </a:buClr>
              <a:buFont typeface="System Font Regular"/>
              <a:buChar char="+"/>
              <a:defRPr sz="225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ClrTx/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ClrTx/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ClrTx/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18pt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  <a:p>
            <a:pPr lvl="0"/>
            <a:r>
              <a:rPr lang="en-US" dirty="0"/>
              <a:t>Arial 18pt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3031" y="1029251"/>
            <a:ext cx="11454980" cy="742950"/>
          </a:xfrm>
          <a:prstGeom prst="rect">
            <a:avLst/>
          </a:prstGeom>
        </p:spPr>
        <p:txBody>
          <a:bodyPr anchor="ctr"/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Table of contents or Agenda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A1CD0AD-A634-4EA6-AE67-C63B52CE7B06}"/>
              </a:ext>
            </a:extLst>
          </p:cNvPr>
          <p:cNvGrpSpPr/>
          <p:nvPr/>
        </p:nvGrpSpPr>
        <p:grpSpPr>
          <a:xfrm>
            <a:off x="0" y="325405"/>
            <a:ext cx="1562988" cy="1969776"/>
            <a:chOff x="-1" y="260324"/>
            <a:chExt cx="1250388" cy="1575820"/>
          </a:xfrm>
          <a:solidFill>
            <a:schemeClr val="accent1"/>
          </a:solidFill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B2E777F5-EFF3-457A-8259-AC8F3FAFC249}"/>
                </a:ext>
              </a:extLst>
            </p:cNvPr>
            <p:cNvGrpSpPr/>
            <p:nvPr/>
          </p:nvGrpSpPr>
          <p:grpSpPr>
            <a:xfrm>
              <a:off x="686264" y="1652391"/>
              <a:ext cx="564123" cy="183753"/>
              <a:chOff x="876236" y="5534957"/>
              <a:chExt cx="1674271" cy="545364"/>
            </a:xfrm>
            <a:grpFill/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117E7E6-D510-412B-8045-21F2179CDBFD}"/>
                  </a:ext>
                </a:extLst>
              </p:cNvPr>
              <p:cNvSpPr/>
              <p:nvPr/>
            </p:nvSpPr>
            <p:spPr>
              <a:xfrm>
                <a:off x="1154393" y="5534957"/>
                <a:ext cx="1117582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79A544B5-B37E-40F9-A3D1-E4A00DF6E89F}"/>
                  </a:ext>
                </a:extLst>
              </p:cNvPr>
              <p:cNvSpPr/>
              <p:nvPr/>
            </p:nvSpPr>
            <p:spPr>
              <a:xfrm>
                <a:off x="2005143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EF1038BB-A4E9-41A9-B2F4-23E7F5CD6621}"/>
                  </a:ext>
                </a:extLst>
              </p:cNvPr>
              <p:cNvSpPr/>
              <p:nvPr/>
            </p:nvSpPr>
            <p:spPr>
              <a:xfrm>
                <a:off x="876236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29BE464-4CCF-4D58-8077-7337778D29CA}"/>
                </a:ext>
              </a:extLst>
            </p:cNvPr>
            <p:cNvGrpSpPr/>
            <p:nvPr/>
          </p:nvGrpSpPr>
          <p:grpSpPr>
            <a:xfrm>
              <a:off x="864211" y="1304375"/>
              <a:ext cx="386176" cy="183753"/>
              <a:chOff x="1404367" y="4502072"/>
              <a:chExt cx="1146140" cy="545364"/>
            </a:xfrm>
            <a:grpFill/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D0DC8CC7-4C81-439E-B602-330616AC3184}"/>
                  </a:ext>
                </a:extLst>
              </p:cNvPr>
              <p:cNvSpPr/>
              <p:nvPr/>
            </p:nvSpPr>
            <p:spPr>
              <a:xfrm>
                <a:off x="1682197" y="4502072"/>
                <a:ext cx="589775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ECB59EFB-5B99-4637-9821-186308CA811D}"/>
                  </a:ext>
                </a:extLst>
              </p:cNvPr>
              <p:cNvSpPr/>
              <p:nvPr/>
            </p:nvSpPr>
            <p:spPr>
              <a:xfrm>
                <a:off x="2005143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7060CC02-8F6C-45AF-9DBE-33B4EAA77FAE}"/>
                  </a:ext>
                </a:extLst>
              </p:cNvPr>
              <p:cNvSpPr/>
              <p:nvPr/>
            </p:nvSpPr>
            <p:spPr>
              <a:xfrm>
                <a:off x="1404367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EDBE8CF3-142D-438A-880B-7423D1E442C5}"/>
                </a:ext>
              </a:extLst>
            </p:cNvPr>
            <p:cNvGrpSpPr/>
            <p:nvPr/>
          </p:nvGrpSpPr>
          <p:grpSpPr>
            <a:xfrm>
              <a:off x="917753" y="956358"/>
              <a:ext cx="332634" cy="183753"/>
              <a:chOff x="1560101" y="3469185"/>
              <a:chExt cx="987231" cy="545364"/>
            </a:xfrm>
            <a:grpFill/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61D9E7AA-5FDE-45C3-B7AC-F8C06B142069}"/>
                  </a:ext>
                </a:extLst>
              </p:cNvPr>
              <p:cNvSpPr/>
              <p:nvPr/>
            </p:nvSpPr>
            <p:spPr>
              <a:xfrm>
                <a:off x="1560101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13502E5E-1590-4501-977E-A406C72F35D0}"/>
                  </a:ext>
                </a:extLst>
              </p:cNvPr>
              <p:cNvSpPr/>
              <p:nvPr/>
            </p:nvSpPr>
            <p:spPr>
              <a:xfrm>
                <a:off x="1825936" y="3469185"/>
                <a:ext cx="44603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849375F-4430-4BAF-8CD8-BABE2895B0CD}"/>
                  </a:ext>
                </a:extLst>
              </p:cNvPr>
              <p:cNvSpPr/>
              <p:nvPr/>
            </p:nvSpPr>
            <p:spPr>
              <a:xfrm>
                <a:off x="2001968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C368109-07EC-4B00-B53E-7AA055EEDBEE}"/>
                </a:ext>
              </a:extLst>
            </p:cNvPr>
            <p:cNvGrpSpPr/>
            <p:nvPr/>
          </p:nvGrpSpPr>
          <p:grpSpPr>
            <a:xfrm>
              <a:off x="868078" y="608341"/>
              <a:ext cx="382309" cy="183753"/>
              <a:chOff x="1415887" y="2436300"/>
              <a:chExt cx="1134663" cy="545364"/>
            </a:xfrm>
            <a:grpFill/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458E032A-AC8B-4235-848E-250F4190B814}"/>
                  </a:ext>
                </a:extLst>
              </p:cNvPr>
              <p:cNvSpPr/>
              <p:nvPr/>
            </p:nvSpPr>
            <p:spPr>
              <a:xfrm>
                <a:off x="2005186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6E7F926D-F5AA-4D9E-9C81-33784AC45D52}"/>
                  </a:ext>
                </a:extLst>
              </p:cNvPr>
              <p:cNvSpPr/>
              <p:nvPr/>
            </p:nvSpPr>
            <p:spPr>
              <a:xfrm>
                <a:off x="1415887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C1912F97-C2EB-4275-9791-4E9C64D9ACD9}"/>
                  </a:ext>
                </a:extLst>
              </p:cNvPr>
              <p:cNvSpPr/>
              <p:nvPr/>
            </p:nvSpPr>
            <p:spPr>
              <a:xfrm>
                <a:off x="1682240" y="2436300"/>
                <a:ext cx="58973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16323A1-198A-411C-8014-263092240122}"/>
                </a:ext>
              </a:extLst>
            </p:cNvPr>
            <p:cNvGrpSpPr/>
            <p:nvPr/>
          </p:nvGrpSpPr>
          <p:grpSpPr>
            <a:xfrm>
              <a:off x="693506" y="260324"/>
              <a:ext cx="556881" cy="183753"/>
              <a:chOff x="898206" y="1403413"/>
              <a:chExt cx="1652778" cy="545364"/>
            </a:xfrm>
            <a:grpFill/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BCE0676-4E25-4F10-A07B-A47F92C7CF81}"/>
                  </a:ext>
                </a:extLst>
              </p:cNvPr>
              <p:cNvSpPr/>
              <p:nvPr/>
            </p:nvSpPr>
            <p:spPr>
              <a:xfrm>
                <a:off x="2005620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54E9DB86-0937-4D11-B319-669FF994439C}"/>
                  </a:ext>
                </a:extLst>
              </p:cNvPr>
              <p:cNvSpPr/>
              <p:nvPr/>
            </p:nvSpPr>
            <p:spPr>
              <a:xfrm>
                <a:off x="898206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3D6AB82A-C88A-4E42-B5CF-C687B3371284}"/>
                  </a:ext>
                </a:extLst>
              </p:cNvPr>
              <p:cNvSpPr/>
              <p:nvPr/>
            </p:nvSpPr>
            <p:spPr>
              <a:xfrm>
                <a:off x="1164538" y="1403413"/>
                <a:ext cx="111758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54DFB64-FFE8-4762-8BD2-6D5B67A56394}"/>
                </a:ext>
              </a:extLst>
            </p:cNvPr>
            <p:cNvSpPr/>
            <p:nvPr/>
          </p:nvSpPr>
          <p:spPr>
            <a:xfrm>
              <a:off x="0" y="260324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82D6BF1B-7B4E-4715-B3AA-0137D5565B61}"/>
                </a:ext>
              </a:extLst>
            </p:cNvPr>
            <p:cNvSpPr/>
            <p:nvPr/>
          </p:nvSpPr>
          <p:spPr>
            <a:xfrm>
              <a:off x="-1" y="608341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DFFECD78-AD3E-430A-825C-361F3F0A6DF1}"/>
                </a:ext>
              </a:extLst>
            </p:cNvPr>
            <p:cNvSpPr/>
            <p:nvPr/>
          </p:nvSpPr>
          <p:spPr>
            <a:xfrm>
              <a:off x="0" y="952508"/>
              <a:ext cx="786403" cy="183006"/>
            </a:xfrm>
            <a:custGeom>
              <a:avLst/>
              <a:gdLst>
                <a:gd name="connsiteX0" fmla="*/ 0 w 786403"/>
                <a:gd name="connsiteY0" fmla="*/ 0 h 183006"/>
                <a:gd name="connsiteX1" fmla="*/ 692936 w 786403"/>
                <a:gd name="connsiteY1" fmla="*/ 0 h 183006"/>
                <a:gd name="connsiteX2" fmla="*/ 692936 w 786403"/>
                <a:gd name="connsiteY2" fmla="*/ 397 h 183006"/>
                <a:gd name="connsiteX3" fmla="*/ 694900 w 786403"/>
                <a:gd name="connsiteY3" fmla="*/ 0 h 183006"/>
                <a:gd name="connsiteX4" fmla="*/ 786403 w 786403"/>
                <a:gd name="connsiteY4" fmla="*/ 91503 h 183006"/>
                <a:gd name="connsiteX5" fmla="*/ 694900 w 786403"/>
                <a:gd name="connsiteY5" fmla="*/ 183006 h 183006"/>
                <a:gd name="connsiteX6" fmla="*/ 692936 w 786403"/>
                <a:gd name="connsiteY6" fmla="*/ 182610 h 183006"/>
                <a:gd name="connsiteX7" fmla="*/ 692936 w 786403"/>
                <a:gd name="connsiteY7" fmla="*/ 183006 h 183006"/>
                <a:gd name="connsiteX8" fmla="*/ 0 w 786403"/>
                <a:gd name="connsiteY8" fmla="*/ 183006 h 183006"/>
                <a:gd name="connsiteX9" fmla="*/ 0 w 786403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6403" h="183006">
                  <a:moveTo>
                    <a:pt x="0" y="0"/>
                  </a:moveTo>
                  <a:lnTo>
                    <a:pt x="692936" y="0"/>
                  </a:lnTo>
                  <a:lnTo>
                    <a:pt x="692936" y="397"/>
                  </a:lnTo>
                  <a:lnTo>
                    <a:pt x="694900" y="0"/>
                  </a:lnTo>
                  <a:cubicBezTo>
                    <a:pt x="745436" y="0"/>
                    <a:pt x="786403" y="40967"/>
                    <a:pt x="786403" y="91503"/>
                  </a:cubicBezTo>
                  <a:cubicBezTo>
                    <a:pt x="786403" y="142039"/>
                    <a:pt x="745436" y="183006"/>
                    <a:pt x="694900" y="183006"/>
                  </a:cubicBezTo>
                  <a:lnTo>
                    <a:pt x="692936" y="182610"/>
                  </a:lnTo>
                  <a:lnTo>
                    <a:pt x="69293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01864E2F-2224-4B8D-A54C-010E70A5006D}"/>
                </a:ext>
              </a:extLst>
            </p:cNvPr>
            <p:cNvSpPr/>
            <p:nvPr/>
          </p:nvSpPr>
          <p:spPr>
            <a:xfrm>
              <a:off x="-1" y="1304902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652EA3D-B91A-4960-BC33-8380D943F8F9}"/>
                </a:ext>
              </a:extLst>
            </p:cNvPr>
            <p:cNvSpPr/>
            <p:nvPr/>
          </p:nvSpPr>
          <p:spPr>
            <a:xfrm>
              <a:off x="0" y="1649603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8FC357D-3DB1-1B43-8FB6-6F70286F74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68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_Two Column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38658025-8660-B74C-8ED5-6D1A405A1A70}"/>
              </a:ext>
            </a:extLst>
          </p:cNvPr>
          <p:cNvSpPr/>
          <p:nvPr/>
        </p:nvSpPr>
        <p:spPr bwMode="gray">
          <a:xfrm>
            <a:off x="441964" y="0"/>
            <a:ext cx="14356080" cy="85725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2811" dirty="0"/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C9B35E8-F292-2B42-952E-06F2F248C60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032" y="1952369"/>
            <a:ext cx="5553477" cy="5890781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2502"/>
              </a:spcBef>
              <a:buClr>
                <a:schemeClr val="accent1"/>
              </a:buClr>
              <a:buFont typeface="System Font Regular"/>
              <a:buChar char="+"/>
              <a:defRPr sz="225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ClrTx/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ClrTx/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ClrTx/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18pt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  <a:p>
            <a:pPr lvl="0"/>
            <a:r>
              <a:rPr lang="en-US" dirty="0"/>
              <a:t>Arial 18pt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3031" y="1029251"/>
            <a:ext cx="11454980" cy="742950"/>
          </a:xfrm>
          <a:prstGeom prst="rect">
            <a:avLst/>
          </a:prstGeom>
        </p:spPr>
        <p:txBody>
          <a:bodyPr anchor="ctr"/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Table of contents or Agenda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A1CD0AD-A634-4EA6-AE67-C63B52CE7B06}"/>
              </a:ext>
            </a:extLst>
          </p:cNvPr>
          <p:cNvGrpSpPr/>
          <p:nvPr/>
        </p:nvGrpSpPr>
        <p:grpSpPr>
          <a:xfrm>
            <a:off x="0" y="325405"/>
            <a:ext cx="1562988" cy="1969776"/>
            <a:chOff x="-1" y="260324"/>
            <a:chExt cx="1250388" cy="1575820"/>
          </a:xfrm>
          <a:solidFill>
            <a:schemeClr val="accent1"/>
          </a:solidFill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B2E777F5-EFF3-457A-8259-AC8F3FAFC249}"/>
                </a:ext>
              </a:extLst>
            </p:cNvPr>
            <p:cNvGrpSpPr/>
            <p:nvPr/>
          </p:nvGrpSpPr>
          <p:grpSpPr>
            <a:xfrm>
              <a:off x="686264" y="1652391"/>
              <a:ext cx="564123" cy="183753"/>
              <a:chOff x="876236" y="5534957"/>
              <a:chExt cx="1674271" cy="545364"/>
            </a:xfrm>
            <a:grpFill/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117E7E6-D510-412B-8045-21F2179CDBFD}"/>
                  </a:ext>
                </a:extLst>
              </p:cNvPr>
              <p:cNvSpPr/>
              <p:nvPr/>
            </p:nvSpPr>
            <p:spPr>
              <a:xfrm>
                <a:off x="1154393" y="5534957"/>
                <a:ext cx="1117582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79A544B5-B37E-40F9-A3D1-E4A00DF6E89F}"/>
                  </a:ext>
                </a:extLst>
              </p:cNvPr>
              <p:cNvSpPr/>
              <p:nvPr/>
            </p:nvSpPr>
            <p:spPr>
              <a:xfrm>
                <a:off x="2005143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EF1038BB-A4E9-41A9-B2F4-23E7F5CD6621}"/>
                  </a:ext>
                </a:extLst>
              </p:cNvPr>
              <p:cNvSpPr/>
              <p:nvPr/>
            </p:nvSpPr>
            <p:spPr>
              <a:xfrm>
                <a:off x="876236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29BE464-4CCF-4D58-8077-7337778D29CA}"/>
                </a:ext>
              </a:extLst>
            </p:cNvPr>
            <p:cNvGrpSpPr/>
            <p:nvPr/>
          </p:nvGrpSpPr>
          <p:grpSpPr>
            <a:xfrm>
              <a:off x="864211" y="1304375"/>
              <a:ext cx="386176" cy="183753"/>
              <a:chOff x="1404367" y="4502072"/>
              <a:chExt cx="1146140" cy="545364"/>
            </a:xfrm>
            <a:grpFill/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D0DC8CC7-4C81-439E-B602-330616AC3184}"/>
                  </a:ext>
                </a:extLst>
              </p:cNvPr>
              <p:cNvSpPr/>
              <p:nvPr/>
            </p:nvSpPr>
            <p:spPr>
              <a:xfrm>
                <a:off x="1682197" y="4502072"/>
                <a:ext cx="589775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ECB59EFB-5B99-4637-9821-186308CA811D}"/>
                  </a:ext>
                </a:extLst>
              </p:cNvPr>
              <p:cNvSpPr/>
              <p:nvPr/>
            </p:nvSpPr>
            <p:spPr>
              <a:xfrm>
                <a:off x="2005143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7060CC02-8F6C-45AF-9DBE-33B4EAA77FAE}"/>
                  </a:ext>
                </a:extLst>
              </p:cNvPr>
              <p:cNvSpPr/>
              <p:nvPr/>
            </p:nvSpPr>
            <p:spPr>
              <a:xfrm>
                <a:off x="1404367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EDBE8CF3-142D-438A-880B-7423D1E442C5}"/>
                </a:ext>
              </a:extLst>
            </p:cNvPr>
            <p:cNvGrpSpPr/>
            <p:nvPr/>
          </p:nvGrpSpPr>
          <p:grpSpPr>
            <a:xfrm>
              <a:off x="917753" y="956358"/>
              <a:ext cx="332634" cy="183753"/>
              <a:chOff x="1560101" y="3469185"/>
              <a:chExt cx="987231" cy="545364"/>
            </a:xfrm>
            <a:grpFill/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61D9E7AA-5FDE-45C3-B7AC-F8C06B142069}"/>
                  </a:ext>
                </a:extLst>
              </p:cNvPr>
              <p:cNvSpPr/>
              <p:nvPr/>
            </p:nvSpPr>
            <p:spPr>
              <a:xfrm>
                <a:off x="1560101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13502E5E-1590-4501-977E-A406C72F35D0}"/>
                  </a:ext>
                </a:extLst>
              </p:cNvPr>
              <p:cNvSpPr/>
              <p:nvPr/>
            </p:nvSpPr>
            <p:spPr>
              <a:xfrm>
                <a:off x="1825936" y="3469185"/>
                <a:ext cx="44603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849375F-4430-4BAF-8CD8-BABE2895B0CD}"/>
                  </a:ext>
                </a:extLst>
              </p:cNvPr>
              <p:cNvSpPr/>
              <p:nvPr/>
            </p:nvSpPr>
            <p:spPr>
              <a:xfrm>
                <a:off x="2001968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C368109-07EC-4B00-B53E-7AA055EEDBEE}"/>
                </a:ext>
              </a:extLst>
            </p:cNvPr>
            <p:cNvGrpSpPr/>
            <p:nvPr/>
          </p:nvGrpSpPr>
          <p:grpSpPr>
            <a:xfrm>
              <a:off x="868078" y="608341"/>
              <a:ext cx="382309" cy="183753"/>
              <a:chOff x="1415887" y="2436300"/>
              <a:chExt cx="1134663" cy="545364"/>
            </a:xfrm>
            <a:grpFill/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458E032A-AC8B-4235-848E-250F4190B814}"/>
                  </a:ext>
                </a:extLst>
              </p:cNvPr>
              <p:cNvSpPr/>
              <p:nvPr/>
            </p:nvSpPr>
            <p:spPr>
              <a:xfrm>
                <a:off x="2005186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6E7F926D-F5AA-4D9E-9C81-33784AC45D52}"/>
                  </a:ext>
                </a:extLst>
              </p:cNvPr>
              <p:cNvSpPr/>
              <p:nvPr/>
            </p:nvSpPr>
            <p:spPr>
              <a:xfrm>
                <a:off x="1415887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C1912F97-C2EB-4275-9791-4E9C64D9ACD9}"/>
                  </a:ext>
                </a:extLst>
              </p:cNvPr>
              <p:cNvSpPr/>
              <p:nvPr/>
            </p:nvSpPr>
            <p:spPr>
              <a:xfrm>
                <a:off x="1682240" y="2436300"/>
                <a:ext cx="58973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16323A1-198A-411C-8014-263092240122}"/>
                </a:ext>
              </a:extLst>
            </p:cNvPr>
            <p:cNvGrpSpPr/>
            <p:nvPr/>
          </p:nvGrpSpPr>
          <p:grpSpPr>
            <a:xfrm>
              <a:off x="693506" y="260324"/>
              <a:ext cx="556881" cy="183753"/>
              <a:chOff x="898206" y="1403413"/>
              <a:chExt cx="1652778" cy="545364"/>
            </a:xfrm>
            <a:grpFill/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BCE0676-4E25-4F10-A07B-A47F92C7CF81}"/>
                  </a:ext>
                </a:extLst>
              </p:cNvPr>
              <p:cNvSpPr/>
              <p:nvPr/>
            </p:nvSpPr>
            <p:spPr>
              <a:xfrm>
                <a:off x="2005620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54E9DB86-0937-4D11-B319-669FF994439C}"/>
                  </a:ext>
                </a:extLst>
              </p:cNvPr>
              <p:cNvSpPr/>
              <p:nvPr/>
            </p:nvSpPr>
            <p:spPr>
              <a:xfrm>
                <a:off x="898206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3D6AB82A-C88A-4E42-B5CF-C687B3371284}"/>
                  </a:ext>
                </a:extLst>
              </p:cNvPr>
              <p:cNvSpPr/>
              <p:nvPr/>
            </p:nvSpPr>
            <p:spPr>
              <a:xfrm>
                <a:off x="1164538" y="1403413"/>
                <a:ext cx="111758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54DFB64-FFE8-4762-8BD2-6D5B67A56394}"/>
                </a:ext>
              </a:extLst>
            </p:cNvPr>
            <p:cNvSpPr/>
            <p:nvPr/>
          </p:nvSpPr>
          <p:spPr>
            <a:xfrm>
              <a:off x="0" y="260324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82D6BF1B-7B4E-4715-B3AA-0137D5565B61}"/>
                </a:ext>
              </a:extLst>
            </p:cNvPr>
            <p:cNvSpPr/>
            <p:nvPr/>
          </p:nvSpPr>
          <p:spPr>
            <a:xfrm>
              <a:off x="-1" y="608341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DFFECD78-AD3E-430A-825C-361F3F0A6DF1}"/>
                </a:ext>
              </a:extLst>
            </p:cNvPr>
            <p:cNvSpPr/>
            <p:nvPr/>
          </p:nvSpPr>
          <p:spPr>
            <a:xfrm>
              <a:off x="0" y="952508"/>
              <a:ext cx="786403" cy="183006"/>
            </a:xfrm>
            <a:custGeom>
              <a:avLst/>
              <a:gdLst>
                <a:gd name="connsiteX0" fmla="*/ 0 w 786403"/>
                <a:gd name="connsiteY0" fmla="*/ 0 h 183006"/>
                <a:gd name="connsiteX1" fmla="*/ 692936 w 786403"/>
                <a:gd name="connsiteY1" fmla="*/ 0 h 183006"/>
                <a:gd name="connsiteX2" fmla="*/ 692936 w 786403"/>
                <a:gd name="connsiteY2" fmla="*/ 397 h 183006"/>
                <a:gd name="connsiteX3" fmla="*/ 694900 w 786403"/>
                <a:gd name="connsiteY3" fmla="*/ 0 h 183006"/>
                <a:gd name="connsiteX4" fmla="*/ 786403 w 786403"/>
                <a:gd name="connsiteY4" fmla="*/ 91503 h 183006"/>
                <a:gd name="connsiteX5" fmla="*/ 694900 w 786403"/>
                <a:gd name="connsiteY5" fmla="*/ 183006 h 183006"/>
                <a:gd name="connsiteX6" fmla="*/ 692936 w 786403"/>
                <a:gd name="connsiteY6" fmla="*/ 182610 h 183006"/>
                <a:gd name="connsiteX7" fmla="*/ 692936 w 786403"/>
                <a:gd name="connsiteY7" fmla="*/ 183006 h 183006"/>
                <a:gd name="connsiteX8" fmla="*/ 0 w 786403"/>
                <a:gd name="connsiteY8" fmla="*/ 183006 h 183006"/>
                <a:gd name="connsiteX9" fmla="*/ 0 w 786403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6403" h="183006">
                  <a:moveTo>
                    <a:pt x="0" y="0"/>
                  </a:moveTo>
                  <a:lnTo>
                    <a:pt x="692936" y="0"/>
                  </a:lnTo>
                  <a:lnTo>
                    <a:pt x="692936" y="397"/>
                  </a:lnTo>
                  <a:lnTo>
                    <a:pt x="694900" y="0"/>
                  </a:lnTo>
                  <a:cubicBezTo>
                    <a:pt x="745436" y="0"/>
                    <a:pt x="786403" y="40967"/>
                    <a:pt x="786403" y="91503"/>
                  </a:cubicBezTo>
                  <a:cubicBezTo>
                    <a:pt x="786403" y="142039"/>
                    <a:pt x="745436" y="183006"/>
                    <a:pt x="694900" y="183006"/>
                  </a:cubicBezTo>
                  <a:lnTo>
                    <a:pt x="692936" y="182610"/>
                  </a:lnTo>
                  <a:lnTo>
                    <a:pt x="69293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01864E2F-2224-4B8D-A54C-010E70A5006D}"/>
                </a:ext>
              </a:extLst>
            </p:cNvPr>
            <p:cNvSpPr/>
            <p:nvPr/>
          </p:nvSpPr>
          <p:spPr>
            <a:xfrm>
              <a:off x="-1" y="1304902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652EA3D-B91A-4960-BC33-8380D943F8F9}"/>
                </a:ext>
              </a:extLst>
            </p:cNvPr>
            <p:cNvSpPr/>
            <p:nvPr/>
          </p:nvSpPr>
          <p:spPr>
            <a:xfrm>
              <a:off x="0" y="1649603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A38DDCEC-B402-6B40-82F9-F72F5C447EC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49408" y="1952369"/>
            <a:ext cx="5558599" cy="5890781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2502"/>
              </a:spcBef>
              <a:buClr>
                <a:schemeClr val="accent1"/>
              </a:buClr>
              <a:buFont typeface="System Font Regular"/>
              <a:buChar char="+"/>
              <a:defRPr sz="225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ClrTx/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ClrTx/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ClrTx/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18pt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  <a:p>
            <a:pPr lvl="0"/>
            <a:r>
              <a:rPr lang="en-US" dirty="0"/>
              <a:t>Arial 18pt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9C8C25AB-04B1-1747-A689-D16DAAB4C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32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hoto Lef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7A7498E-6C5A-334A-934D-1310A3997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7635242" cy="8572500"/>
          </a:xfrm>
          <a:prstGeom prst="rect">
            <a:avLst/>
          </a:prstGeom>
          <a:blipFill>
            <a:blip r:embed="rId2"/>
            <a:stretch>
              <a:fillRect l="1"/>
            </a:stretch>
          </a:blipFill>
          <a:effectLst/>
        </p:spPr>
        <p:txBody>
          <a:bodyPr anchor="ctr"/>
          <a:lstStyle>
            <a:lvl1pPr marL="0" marR="0" indent="0" algn="l" defTabSz="1143236" rtl="0" eaLnBrk="1" fontAlgn="auto" latinLnBrk="0" hangingPunct="1">
              <a:lnSpc>
                <a:spcPct val="90000"/>
              </a:lnSpc>
              <a:spcBef>
                <a:spcPts val="12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7501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B33977D-340C-C244-98B1-44E8B03BE8F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129622" y="2599166"/>
            <a:ext cx="6524453" cy="5251443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8107146" y="1349495"/>
            <a:ext cx="6546929" cy="960329"/>
          </a:xfrm>
          <a:prstGeom prst="rect">
            <a:avLst/>
          </a:prstGeom>
        </p:spPr>
        <p:txBody>
          <a:bodyPr anchor="b" anchorCtr="0"/>
          <a:lstStyle>
            <a:lvl1pPr>
              <a:defRPr sz="2502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20pt Arial Bold sentence case</a:t>
            </a:r>
          </a:p>
        </p:txBody>
      </p: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7F2D66EE-4D77-E145-9576-4E9D03CE4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8107138" y="7984824"/>
            <a:ext cx="3980588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4E4B32-E13F-4B83-8982-BF8073A1DC94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959CA0"/>
                </a:solidFill>
              </a:rPr>
              <a:t>‹#›</a:t>
            </a:fld>
            <a:endParaRPr lang="en-US" sz="1003" b="0" dirty="0">
              <a:solidFill>
                <a:srgbClr val="959CA0"/>
              </a:solidFill>
            </a:endParaRP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0A3F7CAF-2DCF-AE44-8B02-C3A9F59943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" y="8712200"/>
            <a:ext cx="10021185" cy="378638"/>
          </a:xfrm>
          <a:prstGeom prst="rect">
            <a:avLst/>
          </a:prstGeom>
          <a:solidFill>
            <a:srgbClr val="DA291C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48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NOTE: All photos used in this layout must be cropped to 6.68” wide X 7.5” tall at 150dpi resolution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B9E4976-132F-F449-8124-B504F37C98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70377" y="8169993"/>
            <a:ext cx="1428753" cy="26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38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hoto Righ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08ABCCBF-3981-0241-8287-3903E624904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04759" y="0"/>
            <a:ext cx="7635242" cy="8572500"/>
          </a:xfrm>
          <a:prstGeom prst="rect">
            <a:avLst/>
          </a:prstGeom>
          <a:blipFill>
            <a:blip r:embed="rId2"/>
            <a:stretch>
              <a:fillRect l="1"/>
            </a:stretch>
          </a:blipFill>
          <a:effectLst/>
        </p:spPr>
        <p:txBody>
          <a:bodyPr anchor="ctr"/>
          <a:lstStyle>
            <a:lvl1pPr marL="0" marR="0" indent="0" algn="l" defTabSz="1143236" rtl="0" eaLnBrk="1" fontAlgn="auto" latinLnBrk="0" hangingPunct="1">
              <a:lnSpc>
                <a:spcPct val="90000"/>
              </a:lnSpc>
              <a:spcBef>
                <a:spcPts val="12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7501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4E4B32-E13F-4B83-8982-BF8073A1DC94}"/>
              </a:ext>
            </a:extLst>
          </p:cNvPr>
          <p:cNvSpPr txBox="1">
            <a:spLocks/>
          </p:cNvSpPr>
          <p:nvPr/>
        </p:nvSpPr>
        <p:spPr bwMode="white">
          <a:xfrm>
            <a:off x="14654077" y="8180935"/>
            <a:ext cx="441359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chemeClr val="bg1"/>
                </a:solidFill>
              </a:rPr>
              <a:t>‹#›</a:t>
            </a:fld>
            <a:endParaRPr lang="en-US" sz="1003" b="0" dirty="0">
              <a:solidFill>
                <a:schemeClr val="bg1"/>
              </a:solidFill>
            </a:endParaRP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0A3F7CAF-2DCF-AE44-8B02-C3A9F59943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" y="8712200"/>
            <a:ext cx="10021185" cy="378638"/>
          </a:xfrm>
          <a:prstGeom prst="rect">
            <a:avLst/>
          </a:prstGeom>
          <a:solidFill>
            <a:srgbClr val="DA291C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48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NOTE: All photos used in this layout must be cropped to 6.68” wide X 7.5” tall at 150dpi resolution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B8F1DF2-27A3-8249-8796-6A002E0D8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873" y="1349495"/>
            <a:ext cx="6546929" cy="960329"/>
          </a:xfrm>
          <a:prstGeom prst="rect">
            <a:avLst/>
          </a:prstGeom>
        </p:spPr>
        <p:txBody>
          <a:bodyPr anchor="b" anchorCtr="0"/>
          <a:lstStyle>
            <a:lvl1pPr>
              <a:defRPr sz="2502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Headlines are 20pt Arial Bold sentence case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DD56D8B-7A45-7247-92A2-DECA0DA4B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873" y="7984824"/>
            <a:ext cx="6546929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4B5D617-8638-9248-B078-99CA6D58FCAF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503348" y="2599166"/>
            <a:ext cx="6524453" cy="5251443"/>
          </a:xfrm>
          <a:prstGeom prst="rect">
            <a:avLst/>
          </a:prstGeom>
        </p:spPr>
        <p:txBody>
          <a:bodyPr/>
          <a:lstStyle>
            <a:lvl1pPr marL="228647" indent="-228647">
              <a:lnSpc>
                <a:spcPct val="100000"/>
              </a:lnSpc>
              <a:spcBef>
                <a:spcPts val="1249"/>
              </a:spcBef>
              <a:defRPr sz="2002">
                <a:solidFill>
                  <a:schemeClr val="tx1"/>
                </a:solidFill>
              </a:defRPr>
            </a:lvl1pPr>
            <a:lvl2pPr marL="457295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2002">
                <a:solidFill>
                  <a:schemeClr val="tx1"/>
                </a:solidFill>
              </a:defRPr>
            </a:lvl2pPr>
            <a:lvl3pPr marL="685941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2002">
                <a:solidFill>
                  <a:schemeClr val="tx1"/>
                </a:solidFill>
              </a:defRPr>
            </a:lvl3pPr>
            <a:lvl4pPr marL="914584" indent="-228647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2002">
                <a:solidFill>
                  <a:schemeClr val="tx1"/>
                </a:solidFill>
              </a:defRPr>
            </a:lvl4pPr>
            <a:lvl5pPr marL="1143236" indent="-228647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200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Arial 16pt bullet level 1</a:t>
            </a:r>
          </a:p>
          <a:p>
            <a:pPr lvl="1"/>
            <a:r>
              <a:rPr lang="en-US" dirty="0"/>
              <a:t>Arial 16pt bullet level 2</a:t>
            </a:r>
          </a:p>
          <a:p>
            <a:pPr lvl="2"/>
            <a:r>
              <a:rPr lang="en-US" dirty="0"/>
              <a:t>Arial 16pt bullet level 3</a:t>
            </a:r>
          </a:p>
          <a:p>
            <a:pPr lvl="3"/>
            <a:r>
              <a:rPr lang="en-US" dirty="0"/>
              <a:t>Arial 16pt bullet level 4</a:t>
            </a:r>
          </a:p>
          <a:p>
            <a:pPr lvl="4"/>
            <a:r>
              <a:rPr lang="en-US" dirty="0"/>
              <a:t>Arial 16pt bullet level 5</a:t>
            </a:r>
          </a:p>
        </p:txBody>
      </p:sp>
    </p:spTree>
    <p:extLst>
      <p:ext uri="{BB962C8B-B14F-4D97-AF65-F5344CB8AC3E}">
        <p14:creationId xmlns:p14="http://schemas.microsoft.com/office/powerpoint/2010/main" val="219680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hoto Left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1EBA7B86-AF66-5642-80C5-A8A4D9FEB9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5240000" cy="85725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effectLst/>
        </p:spPr>
        <p:txBody>
          <a:bodyPr anchor="ctr"/>
          <a:lstStyle>
            <a:lvl1pPr marL="0" marR="0" indent="0" algn="l" defTabSz="1143236" rtl="0" eaLnBrk="1" fontAlgn="auto" latinLnBrk="0" hangingPunct="1">
              <a:lnSpc>
                <a:spcPct val="90000"/>
              </a:lnSpc>
              <a:spcBef>
                <a:spcPts val="12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7501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3B40F6B-0093-4E4E-93B6-688B272C1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305139" y="1"/>
            <a:ext cx="5143501" cy="37147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lIns="274320" anchor="ctr" anchorCtr="0"/>
          <a:lstStyle>
            <a:lvl1pPr>
              <a:lnSpc>
                <a:spcPct val="100000"/>
              </a:lnSpc>
              <a:defRPr sz="4504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Photo dividers with text on left 36pt Arial Bold sentence case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D62E9D9-E5C1-F84F-9915-F25709579CD2}"/>
              </a:ext>
            </a:extLst>
          </p:cNvPr>
          <p:cNvSpPr txBox="1">
            <a:spLocks/>
          </p:cNvSpPr>
          <p:nvPr/>
        </p:nvSpPr>
        <p:spPr bwMode="white">
          <a:xfrm>
            <a:off x="14635569" y="8185182"/>
            <a:ext cx="459860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chemeClr val="bg1"/>
                </a:solidFill>
              </a:rPr>
              <a:t>‹#›</a:t>
            </a:fld>
            <a:endParaRPr lang="en-US" sz="1003" b="0" dirty="0">
              <a:solidFill>
                <a:schemeClr val="bg1"/>
              </a:solidFill>
            </a:endParaRP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72E2FA7F-1AB5-4252-BF66-00A17FC6F0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" y="8712200"/>
            <a:ext cx="10021185" cy="378638"/>
          </a:xfrm>
          <a:prstGeom prst="rect">
            <a:avLst/>
          </a:prstGeom>
          <a:solidFill>
            <a:srgbClr val="DA291C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48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NOTE: All photos used in this layout must be cropped to 13.33” wide X 7.5” tall at 150dpi resolution</a:t>
            </a:r>
          </a:p>
        </p:txBody>
      </p:sp>
    </p:spTree>
    <p:extLst>
      <p:ext uri="{BB962C8B-B14F-4D97-AF65-F5344CB8AC3E}">
        <p14:creationId xmlns:p14="http://schemas.microsoft.com/office/powerpoint/2010/main" val="1648039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hoto Righ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D8C96C06-AFDA-BB43-A8AD-9713C5A7978C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0" y="0"/>
            <a:ext cx="15240000" cy="85725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effectLst/>
        </p:spPr>
        <p:txBody>
          <a:bodyPr anchor="ctr"/>
          <a:lstStyle>
            <a:lvl1pPr marL="0" marR="0" indent="0" algn="l" defTabSz="1143236" rtl="0" eaLnBrk="1" fontAlgn="auto" latinLnBrk="0" hangingPunct="1">
              <a:lnSpc>
                <a:spcPct val="90000"/>
              </a:lnSpc>
              <a:spcBef>
                <a:spcPts val="12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7501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E2810-5A25-4006-AC1A-C7724FC47010}"/>
              </a:ext>
            </a:extLst>
          </p:cNvPr>
          <p:cNvSpPr txBox="1">
            <a:spLocks/>
          </p:cNvSpPr>
          <p:nvPr/>
        </p:nvSpPr>
        <p:spPr bwMode="white">
          <a:xfrm>
            <a:off x="14635569" y="8185182"/>
            <a:ext cx="459860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chemeClr val="bg1"/>
                </a:solidFill>
              </a:rPr>
              <a:t>‹#›</a:t>
            </a:fld>
            <a:endParaRPr lang="en-US" sz="1003" b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374672-D2D3-4DCE-8649-950F3EAEDB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8791366" y="1"/>
            <a:ext cx="5143501" cy="3714750"/>
          </a:xfrm>
          <a:prstGeom prst="rect">
            <a:avLst/>
          </a:prstGeom>
          <a:solidFill>
            <a:srgbClr val="F4F4F4"/>
          </a:solidFill>
        </p:spPr>
        <p:txBody>
          <a:bodyPr lIns="274320" anchor="ctr" anchorCtr="0"/>
          <a:lstStyle>
            <a:lvl1pPr>
              <a:lnSpc>
                <a:spcPct val="100000"/>
              </a:lnSpc>
              <a:defRPr sz="4504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Photo dividers with text on right 36pt Arial Bold sentence case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24BBE5E7-5805-45C0-A8D8-6F96062DEC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" y="8712200"/>
            <a:ext cx="10021185" cy="378638"/>
          </a:xfrm>
          <a:prstGeom prst="rect">
            <a:avLst/>
          </a:prstGeom>
          <a:solidFill>
            <a:srgbClr val="DA291C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748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NOTE: All photos used in this layout must be cropped to 13.33” wide X 7.5” tall at 150dpi resolution</a:t>
            </a:r>
          </a:p>
        </p:txBody>
      </p:sp>
    </p:spTree>
    <p:extLst>
      <p:ext uri="{BB962C8B-B14F-4D97-AF65-F5344CB8AC3E}">
        <p14:creationId xmlns:p14="http://schemas.microsoft.com/office/powerpoint/2010/main" val="2088556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IQVIA">
    <p:bg>
      <p:bgPr>
        <a:gradFill>
          <a:gsLst>
            <a:gs pos="20000">
              <a:schemeClr val="tx1"/>
            </a:gs>
            <a:gs pos="80000">
              <a:srgbClr val="606B7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1">
            <a:extLst>
              <a:ext uri="{FF2B5EF4-FFF2-40B4-BE49-F238E27FC236}">
                <a16:creationId xmlns:a16="http://schemas.microsoft.com/office/drawing/2014/main" id="{B8567F05-315D-614C-B916-932362171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296073" y="2244421"/>
            <a:ext cx="6986057" cy="5427419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4504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Dividers are 36pt Arial Bold sentence case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58BFCDA-FC31-2A4E-97D4-B728D66FDDB6}"/>
              </a:ext>
            </a:extLst>
          </p:cNvPr>
          <p:cNvSpPr txBox="1">
            <a:spLocks/>
          </p:cNvSpPr>
          <p:nvPr/>
        </p:nvSpPr>
        <p:spPr bwMode="white">
          <a:xfrm>
            <a:off x="14635569" y="8185182"/>
            <a:ext cx="459860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chemeClr val="bg1"/>
                </a:solidFill>
              </a:rPr>
              <a:t>‹#›</a:t>
            </a:fld>
            <a:endParaRPr lang="en-US" sz="1003" b="0" dirty="0">
              <a:solidFill>
                <a:schemeClr val="bg1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BAD41B1-1630-BD43-A04E-438392C529EA}"/>
              </a:ext>
            </a:extLst>
          </p:cNvPr>
          <p:cNvGrpSpPr/>
          <p:nvPr/>
        </p:nvGrpSpPr>
        <p:grpSpPr>
          <a:xfrm>
            <a:off x="8795309" y="3440023"/>
            <a:ext cx="6444694" cy="462915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44435BD-EEDE-4C41-A1F2-ABC0999A168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1C4729E5-C07B-2441-A6B5-D4DA9E028AEC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C3C7C95F-71E5-2D48-9ED1-A6A7A40FCE53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8D53D1E7-5120-0F4B-B38C-FAE533E99835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B9A207CB-7D3D-2245-B4EB-AB96C5D60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7" y="919321"/>
            <a:ext cx="2809875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36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Light Grey - IQVIA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C0F63227-657D-4706-8FAB-F4C1769683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7" y="919321"/>
            <a:ext cx="2809875" cy="508000"/>
          </a:xfrm>
          <a:prstGeom prst="rect">
            <a:avLst/>
          </a:prstGeom>
        </p:spPr>
      </p:pic>
      <p:sp>
        <p:nvSpPr>
          <p:cNvPr id="60" name="Title 1">
            <a:extLst>
              <a:ext uri="{FF2B5EF4-FFF2-40B4-BE49-F238E27FC236}">
                <a16:creationId xmlns:a16="http://schemas.microsoft.com/office/drawing/2014/main" id="{B8567F05-315D-614C-B916-932362171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296073" y="2244421"/>
            <a:ext cx="6986057" cy="5427419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4504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Dividers are 36pt Arial Bold sentence case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58BFCDA-FC31-2A4E-97D4-B728D66FDDB6}"/>
              </a:ext>
            </a:extLst>
          </p:cNvPr>
          <p:cNvSpPr txBox="1">
            <a:spLocks/>
          </p:cNvSpPr>
          <p:nvPr/>
        </p:nvSpPr>
        <p:spPr bwMode="white">
          <a:xfrm>
            <a:off x="14635569" y="8185182"/>
            <a:ext cx="459860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chemeClr val="bg1"/>
                </a:solidFill>
              </a:rPr>
              <a:t>‹#›</a:t>
            </a:fld>
            <a:endParaRPr lang="en-US" sz="1003" b="0" dirty="0">
              <a:solidFill>
                <a:schemeClr val="bg1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BAD41B1-1630-BD43-A04E-438392C529EA}"/>
              </a:ext>
            </a:extLst>
          </p:cNvPr>
          <p:cNvGrpSpPr/>
          <p:nvPr/>
        </p:nvGrpSpPr>
        <p:grpSpPr>
          <a:xfrm>
            <a:off x="8795309" y="3440023"/>
            <a:ext cx="6444694" cy="462915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44435BD-EEDE-4C41-A1F2-ABC0999A168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1C4729E5-C07B-2441-A6B5-D4DA9E028AEC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C3C7C95F-71E5-2D48-9ED1-A6A7A40FCE53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8D53D1E7-5120-0F4B-B38C-FAE533E99835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</p:spTree>
    <p:extLst>
      <p:ext uri="{BB962C8B-B14F-4D97-AF65-F5344CB8AC3E}">
        <p14:creationId xmlns:p14="http://schemas.microsoft.com/office/powerpoint/2010/main" val="16482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4E85BE28-1C3E-4A79-9B84-3BC2D0438DD8}"/>
              </a:ext>
            </a:extLst>
          </p:cNvPr>
          <p:cNvSpPr/>
          <p:nvPr/>
        </p:nvSpPr>
        <p:spPr bwMode="gray">
          <a:xfrm>
            <a:off x="442351" y="0"/>
            <a:ext cx="14355306" cy="85725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2002" dirty="0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B2BC05FF-F7B1-2643-B9FF-FE7362631CA8}"/>
              </a:ext>
            </a:extLst>
          </p:cNvPr>
          <p:cNvGrpSpPr/>
          <p:nvPr/>
        </p:nvGrpSpPr>
        <p:grpSpPr>
          <a:xfrm>
            <a:off x="8795309" y="3440023"/>
            <a:ext cx="6444694" cy="462915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54AF320E-9B8F-3143-935B-C21387DC95B0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4B250C1E-384C-5A4D-B493-4F16109AFBFE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5A2F5A00-A48E-1A46-9393-ED80FF031B14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796862EF-B16A-7B49-B5EF-1F789A62F17C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sp>
        <p:nvSpPr>
          <p:cNvPr id="82" name="Text Placeholder 3">
            <a:extLst>
              <a:ext uri="{FF2B5EF4-FFF2-40B4-BE49-F238E27FC236}">
                <a16:creationId xmlns:a16="http://schemas.microsoft.com/office/drawing/2014/main" id="{43B517CD-81B5-1241-9C7C-2B8168938C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2771" y="6235660"/>
            <a:ext cx="6727111" cy="4572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buNone/>
              <a:defRPr sz="2252" b="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— Attribution Line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52769" y="2261750"/>
            <a:ext cx="7232038" cy="3713124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114323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 i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Place quote here in 32pt Arial sentence case with quote attribution. Up to 6 lines of text can be used.”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A04865E-13FE-4711-97A9-D413EE17A679}"/>
              </a:ext>
            </a:extLst>
          </p:cNvPr>
          <p:cNvSpPr txBox="1"/>
          <p:nvPr/>
        </p:nvSpPr>
        <p:spPr>
          <a:xfrm>
            <a:off x="473933" y="1770129"/>
            <a:ext cx="1171551" cy="1939634"/>
          </a:xfrm>
          <a:custGeom>
            <a:avLst/>
            <a:gdLst>
              <a:gd name="connsiteX0" fmla="*/ 0 w 937240"/>
              <a:gd name="connsiteY0" fmla="*/ 0 h 1862048"/>
              <a:gd name="connsiteX1" fmla="*/ 937240 w 937240"/>
              <a:gd name="connsiteY1" fmla="*/ 0 h 1862048"/>
              <a:gd name="connsiteX2" fmla="*/ 937240 w 937240"/>
              <a:gd name="connsiteY2" fmla="*/ 1862048 h 1862048"/>
              <a:gd name="connsiteX3" fmla="*/ 0 w 937240"/>
              <a:gd name="connsiteY3" fmla="*/ 1862048 h 1862048"/>
              <a:gd name="connsiteX4" fmla="*/ 0 w 937240"/>
              <a:gd name="connsiteY4" fmla="*/ 0 h 1862048"/>
              <a:gd name="connsiteX0" fmla="*/ 0 w 937240"/>
              <a:gd name="connsiteY0" fmla="*/ 0 h 1862048"/>
              <a:gd name="connsiteX1" fmla="*/ 937240 w 937240"/>
              <a:gd name="connsiteY1" fmla="*/ 0 h 1862048"/>
              <a:gd name="connsiteX2" fmla="*/ 698700 w 937240"/>
              <a:gd name="connsiteY2" fmla="*/ 1225944 h 1862048"/>
              <a:gd name="connsiteX3" fmla="*/ 0 w 937240"/>
              <a:gd name="connsiteY3" fmla="*/ 1862048 h 1862048"/>
              <a:gd name="connsiteX4" fmla="*/ 0 w 937240"/>
              <a:gd name="connsiteY4" fmla="*/ 0 h 1862048"/>
              <a:gd name="connsiteX0" fmla="*/ 0 w 937240"/>
              <a:gd name="connsiteY0" fmla="*/ 0 h 1225944"/>
              <a:gd name="connsiteX1" fmla="*/ 937240 w 937240"/>
              <a:gd name="connsiteY1" fmla="*/ 0 h 1225944"/>
              <a:gd name="connsiteX2" fmla="*/ 698700 w 937240"/>
              <a:gd name="connsiteY2" fmla="*/ 1225944 h 1225944"/>
              <a:gd name="connsiteX3" fmla="*/ 53009 w 937240"/>
              <a:gd name="connsiteY3" fmla="*/ 960901 h 1225944"/>
              <a:gd name="connsiteX4" fmla="*/ 0 w 937240"/>
              <a:gd name="connsiteY4" fmla="*/ 0 h 1225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7240" h="1225944">
                <a:moveTo>
                  <a:pt x="0" y="0"/>
                </a:moveTo>
                <a:lnTo>
                  <a:pt x="937240" y="0"/>
                </a:lnTo>
                <a:lnTo>
                  <a:pt x="698700" y="1225944"/>
                </a:lnTo>
                <a:lnTo>
                  <a:pt x="53009" y="96090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rtlCol="0">
            <a:spAutoFit/>
          </a:bodyPr>
          <a:lstStyle/>
          <a:p>
            <a:r>
              <a:rPr lang="en-US" sz="12004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</p:txBody>
      </p:sp>
      <p:sp>
        <p:nvSpPr>
          <p:cNvPr id="65" name="Footer Placeholder 4">
            <a:extLst>
              <a:ext uri="{FF2B5EF4-FFF2-40B4-BE49-F238E27FC236}">
                <a16:creationId xmlns:a16="http://schemas.microsoft.com/office/drawing/2014/main" id="{2B5EAC86-5955-6C44-B473-E9638CE45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1352767" y="7984824"/>
            <a:ext cx="10734959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6" name="Slide Number Placeholder 5">
            <a:extLst>
              <a:ext uri="{FF2B5EF4-FFF2-40B4-BE49-F238E27FC236}">
                <a16:creationId xmlns:a16="http://schemas.microsoft.com/office/drawing/2014/main" id="{0B8041C5-D44C-8F4A-BD08-5435D5173B91}"/>
              </a:ext>
            </a:extLst>
          </p:cNvPr>
          <p:cNvSpPr txBox="1">
            <a:spLocks/>
          </p:cNvSpPr>
          <p:nvPr/>
        </p:nvSpPr>
        <p:spPr bwMode="white">
          <a:xfrm>
            <a:off x="14635569" y="8185182"/>
            <a:ext cx="459860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rgbClr val="7F7F7F"/>
                </a:solidFill>
              </a:rPr>
              <a:t>‹#›</a:t>
            </a:fld>
            <a:endParaRPr lang="en-US" sz="1003" b="0" dirty="0">
              <a:solidFill>
                <a:srgbClr val="7F7F7F"/>
              </a:solidFill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676FBE2-B43F-5C47-8389-AD3C99D97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7" y="919321"/>
            <a:ext cx="2809875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27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ought Slide - IQVIA">
    <p:bg>
      <p:bgPr>
        <a:gradFill>
          <a:gsLst>
            <a:gs pos="20000">
              <a:schemeClr val="accent2"/>
            </a:gs>
            <a:gs pos="80000">
              <a:schemeClr val="accent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E54A23A-653F-044A-872E-96D84FA8FBB7}"/>
              </a:ext>
            </a:extLst>
          </p:cNvPr>
          <p:cNvGrpSpPr/>
          <p:nvPr/>
        </p:nvGrpSpPr>
        <p:grpSpPr>
          <a:xfrm>
            <a:off x="5" y="1825706"/>
            <a:ext cx="3188732" cy="5846136"/>
            <a:chOff x="0" y="1403413"/>
            <a:chExt cx="2550984" cy="4676908"/>
          </a:xfrm>
          <a:solidFill>
            <a:schemeClr val="accent1"/>
          </a:solidFill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44260B0-4CB4-D64E-9C92-5124265DA7A3}"/>
                </a:ext>
              </a:extLst>
            </p:cNvPr>
            <p:cNvGrpSpPr/>
            <p:nvPr/>
          </p:nvGrpSpPr>
          <p:grpSpPr>
            <a:xfrm>
              <a:off x="1" y="4502072"/>
              <a:ext cx="1013573" cy="545364"/>
              <a:chOff x="1" y="4502072"/>
              <a:chExt cx="1013573" cy="545364"/>
            </a:xfrm>
            <a:grpFill/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AFE54BDC-92F7-FF47-96F4-48A8CED3C760}"/>
                  </a:ext>
                </a:extLst>
              </p:cNvPr>
              <p:cNvSpPr/>
              <p:nvPr/>
            </p:nvSpPr>
            <p:spPr>
              <a:xfrm>
                <a:off x="1" y="4502072"/>
                <a:ext cx="735042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BBC52103-9224-6C4C-89DA-F8113C00854E}"/>
                  </a:ext>
                </a:extLst>
              </p:cNvPr>
              <p:cNvSpPr/>
              <p:nvPr/>
            </p:nvSpPr>
            <p:spPr>
              <a:xfrm>
                <a:off x="468210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0C066D0-213A-4E42-B2BA-FB39C744A96E}"/>
                </a:ext>
              </a:extLst>
            </p:cNvPr>
            <p:cNvGrpSpPr/>
            <p:nvPr/>
          </p:nvGrpSpPr>
          <p:grpSpPr>
            <a:xfrm>
              <a:off x="0" y="3469185"/>
              <a:ext cx="1162174" cy="545364"/>
              <a:chOff x="0" y="3469185"/>
              <a:chExt cx="1162174" cy="545364"/>
            </a:xfrm>
            <a:grpFill/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DA67A407-7D4D-3749-9A23-617DCB2CC42B}"/>
                  </a:ext>
                </a:extLst>
              </p:cNvPr>
              <p:cNvSpPr/>
              <p:nvPr/>
            </p:nvSpPr>
            <p:spPr>
              <a:xfrm>
                <a:off x="0" y="3469185"/>
                <a:ext cx="88363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5FFBBA7-854B-B748-B093-1CE3952BB1BD}"/>
                  </a:ext>
                </a:extLst>
              </p:cNvPr>
              <p:cNvSpPr/>
              <p:nvPr/>
            </p:nvSpPr>
            <p:spPr>
              <a:xfrm>
                <a:off x="616810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0143330-49E8-4D4D-A683-BA5AC4536F35}"/>
                </a:ext>
              </a:extLst>
            </p:cNvPr>
            <p:cNvGrpSpPr/>
            <p:nvPr/>
          </p:nvGrpSpPr>
          <p:grpSpPr>
            <a:xfrm>
              <a:off x="0" y="2436300"/>
              <a:ext cx="1023436" cy="545364"/>
              <a:chOff x="0" y="2440184"/>
              <a:chExt cx="1023436" cy="545364"/>
            </a:xfrm>
            <a:grpFill/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8036A379-1707-5D4E-AAD8-4CD10718D475}"/>
                  </a:ext>
                </a:extLst>
              </p:cNvPr>
              <p:cNvSpPr/>
              <p:nvPr/>
            </p:nvSpPr>
            <p:spPr>
              <a:xfrm>
                <a:off x="0" y="2440184"/>
                <a:ext cx="74406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EB1666CD-BEF0-4D4B-BA70-902CCBD452A2}"/>
                  </a:ext>
                </a:extLst>
              </p:cNvPr>
              <p:cNvSpPr/>
              <p:nvPr/>
            </p:nvSpPr>
            <p:spPr>
              <a:xfrm>
                <a:off x="478072" y="2440184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6437A27-019B-564D-B996-C91C1F5CC2C9}"/>
                </a:ext>
              </a:extLst>
            </p:cNvPr>
            <p:cNvGrpSpPr/>
            <p:nvPr/>
          </p:nvGrpSpPr>
          <p:grpSpPr>
            <a:xfrm>
              <a:off x="876713" y="5534957"/>
              <a:ext cx="1674271" cy="545364"/>
              <a:chOff x="876236" y="5534957"/>
              <a:chExt cx="1674271" cy="545364"/>
            </a:xfrm>
            <a:grpFill/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AA63EA5C-5E6E-BC4A-9E7A-94DE3B6280E8}"/>
                  </a:ext>
                </a:extLst>
              </p:cNvPr>
              <p:cNvSpPr/>
              <p:nvPr/>
            </p:nvSpPr>
            <p:spPr>
              <a:xfrm>
                <a:off x="1154393" y="5534957"/>
                <a:ext cx="1117582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7A0BB5E6-BAD7-3F49-A359-BE26A2F6BE4C}"/>
                  </a:ext>
                </a:extLst>
              </p:cNvPr>
              <p:cNvSpPr/>
              <p:nvPr/>
            </p:nvSpPr>
            <p:spPr>
              <a:xfrm>
                <a:off x="2005143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1C16252C-42E7-844C-86B3-C65D63364C8F}"/>
                  </a:ext>
                </a:extLst>
              </p:cNvPr>
              <p:cNvSpPr/>
              <p:nvPr/>
            </p:nvSpPr>
            <p:spPr>
              <a:xfrm>
                <a:off x="876236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DF5CA18-ACA9-2A42-A4F3-CA7027AC1183}"/>
                </a:ext>
              </a:extLst>
            </p:cNvPr>
            <p:cNvGrpSpPr/>
            <p:nvPr/>
          </p:nvGrpSpPr>
          <p:grpSpPr>
            <a:xfrm>
              <a:off x="1404844" y="4502072"/>
              <a:ext cx="1146140" cy="545364"/>
              <a:chOff x="1404367" y="4502072"/>
              <a:chExt cx="1146140" cy="545364"/>
            </a:xfrm>
            <a:grpFill/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F9009F8-F40E-4142-9FD4-5F82D827183E}"/>
                  </a:ext>
                </a:extLst>
              </p:cNvPr>
              <p:cNvSpPr/>
              <p:nvPr/>
            </p:nvSpPr>
            <p:spPr>
              <a:xfrm>
                <a:off x="1682197" y="4502072"/>
                <a:ext cx="589775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F656972E-4EE4-B440-BF3B-7C50C2F4AFD2}"/>
                  </a:ext>
                </a:extLst>
              </p:cNvPr>
              <p:cNvSpPr/>
              <p:nvPr/>
            </p:nvSpPr>
            <p:spPr>
              <a:xfrm>
                <a:off x="2005143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856FC643-92EC-5446-B635-5272B44ABBC4}"/>
                  </a:ext>
                </a:extLst>
              </p:cNvPr>
              <p:cNvSpPr/>
              <p:nvPr/>
            </p:nvSpPr>
            <p:spPr>
              <a:xfrm>
                <a:off x="1404367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7F13C1C-5A0B-E349-81D8-289CF597EFF6}"/>
                </a:ext>
              </a:extLst>
            </p:cNvPr>
            <p:cNvGrpSpPr/>
            <p:nvPr/>
          </p:nvGrpSpPr>
          <p:grpSpPr>
            <a:xfrm>
              <a:off x="1563753" y="3469185"/>
              <a:ext cx="987231" cy="545364"/>
              <a:chOff x="1560101" y="3469185"/>
              <a:chExt cx="987231" cy="545364"/>
            </a:xfrm>
            <a:grpFill/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B4037E36-7ECF-7242-B733-14F93EF6E7A7}"/>
                  </a:ext>
                </a:extLst>
              </p:cNvPr>
              <p:cNvSpPr/>
              <p:nvPr/>
            </p:nvSpPr>
            <p:spPr>
              <a:xfrm>
                <a:off x="1560101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13A075E0-B627-254E-A4FB-378B4E95EDE4}"/>
                  </a:ext>
                </a:extLst>
              </p:cNvPr>
              <p:cNvSpPr/>
              <p:nvPr/>
            </p:nvSpPr>
            <p:spPr>
              <a:xfrm>
                <a:off x="1825936" y="3469185"/>
                <a:ext cx="44603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B2AE0DCE-94BE-7947-8768-92F78F9D7213}"/>
                  </a:ext>
                </a:extLst>
              </p:cNvPr>
              <p:cNvSpPr/>
              <p:nvPr/>
            </p:nvSpPr>
            <p:spPr>
              <a:xfrm>
                <a:off x="2001968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6D361C0-AC3B-D84D-9A88-5FC411D00470}"/>
                </a:ext>
              </a:extLst>
            </p:cNvPr>
            <p:cNvGrpSpPr/>
            <p:nvPr/>
          </p:nvGrpSpPr>
          <p:grpSpPr>
            <a:xfrm>
              <a:off x="1416321" y="2436300"/>
              <a:ext cx="1134663" cy="545364"/>
              <a:chOff x="1415887" y="2436300"/>
              <a:chExt cx="1134663" cy="545364"/>
            </a:xfrm>
            <a:grpFill/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1603488A-FE35-DC44-B59F-D73A4174124C}"/>
                  </a:ext>
                </a:extLst>
              </p:cNvPr>
              <p:cNvSpPr/>
              <p:nvPr/>
            </p:nvSpPr>
            <p:spPr>
              <a:xfrm>
                <a:off x="2005186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F562BC2A-8E8F-8F4A-AF64-D93514A83DE2}"/>
                  </a:ext>
                </a:extLst>
              </p:cNvPr>
              <p:cNvSpPr/>
              <p:nvPr/>
            </p:nvSpPr>
            <p:spPr>
              <a:xfrm>
                <a:off x="1415887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45DA935B-E728-D449-B962-9C993F9194C3}"/>
                  </a:ext>
                </a:extLst>
              </p:cNvPr>
              <p:cNvSpPr/>
              <p:nvPr/>
            </p:nvSpPr>
            <p:spPr>
              <a:xfrm>
                <a:off x="1682240" y="2436300"/>
                <a:ext cx="58973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7C5B5FC-28F8-6A43-9D03-F89AA5DADC09}"/>
                </a:ext>
              </a:extLst>
            </p:cNvPr>
            <p:cNvGrpSpPr/>
            <p:nvPr/>
          </p:nvGrpSpPr>
          <p:grpSpPr>
            <a:xfrm>
              <a:off x="898206" y="1403413"/>
              <a:ext cx="1652778" cy="545364"/>
              <a:chOff x="898206" y="1403413"/>
              <a:chExt cx="1652778" cy="545364"/>
            </a:xfrm>
            <a:grpFill/>
          </p:grpSpPr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B34D7784-E348-154F-80D9-BA83F6D4D68E}"/>
                  </a:ext>
                </a:extLst>
              </p:cNvPr>
              <p:cNvSpPr/>
              <p:nvPr/>
            </p:nvSpPr>
            <p:spPr>
              <a:xfrm>
                <a:off x="2005620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2849EC6B-F9A7-F742-813C-BBB1639B37A5}"/>
                  </a:ext>
                </a:extLst>
              </p:cNvPr>
              <p:cNvSpPr/>
              <p:nvPr/>
            </p:nvSpPr>
            <p:spPr>
              <a:xfrm>
                <a:off x="898206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81DB5796-D137-AF40-AB92-A11E96841BD6}"/>
                  </a:ext>
                </a:extLst>
              </p:cNvPr>
              <p:cNvSpPr/>
              <p:nvPr/>
            </p:nvSpPr>
            <p:spPr>
              <a:xfrm>
                <a:off x="1164538" y="1403413"/>
                <a:ext cx="111758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2002" dirty="0"/>
              </a:p>
            </p:txBody>
          </p:sp>
        </p:grp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2606B288-B2E5-CB4F-9CD4-6304B4259D84}"/>
                </a:ext>
              </a:extLst>
            </p:cNvPr>
            <p:cNvSpPr/>
            <p:nvPr/>
          </p:nvSpPr>
          <p:spPr>
            <a:xfrm>
              <a:off x="1945" y="5534957"/>
              <a:ext cx="476127" cy="545364"/>
            </a:xfrm>
            <a:custGeom>
              <a:avLst/>
              <a:gdLst>
                <a:gd name="connsiteX0" fmla="*/ 0 w 476127"/>
                <a:gd name="connsiteY0" fmla="*/ 0 h 545364"/>
                <a:gd name="connsiteX1" fmla="*/ 197590 w 476127"/>
                <a:gd name="connsiteY1" fmla="*/ 0 h 545364"/>
                <a:gd name="connsiteX2" fmla="*/ 197590 w 476127"/>
                <a:gd name="connsiteY2" fmla="*/ 590 h 545364"/>
                <a:gd name="connsiteX3" fmla="*/ 203445 w 476127"/>
                <a:gd name="connsiteY3" fmla="*/ 0 h 545364"/>
                <a:gd name="connsiteX4" fmla="*/ 476127 w 476127"/>
                <a:gd name="connsiteY4" fmla="*/ 272682 h 545364"/>
                <a:gd name="connsiteX5" fmla="*/ 203445 w 476127"/>
                <a:gd name="connsiteY5" fmla="*/ 545364 h 545364"/>
                <a:gd name="connsiteX6" fmla="*/ 197590 w 476127"/>
                <a:gd name="connsiteY6" fmla="*/ 544774 h 545364"/>
                <a:gd name="connsiteX7" fmla="*/ 197590 w 476127"/>
                <a:gd name="connsiteY7" fmla="*/ 545364 h 545364"/>
                <a:gd name="connsiteX8" fmla="*/ 0 w 476127"/>
                <a:gd name="connsiteY8" fmla="*/ 545364 h 545364"/>
                <a:gd name="connsiteX9" fmla="*/ 0 w 476127"/>
                <a:gd name="connsiteY9" fmla="*/ 452614 h 545364"/>
                <a:gd name="connsiteX10" fmla="*/ 0 w 476127"/>
                <a:gd name="connsiteY10" fmla="*/ 92750 h 54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76127" h="545364">
                  <a:moveTo>
                    <a:pt x="0" y="0"/>
                  </a:moveTo>
                  <a:lnTo>
                    <a:pt x="197590" y="0"/>
                  </a:lnTo>
                  <a:lnTo>
                    <a:pt x="197590" y="590"/>
                  </a:lnTo>
                  <a:lnTo>
                    <a:pt x="203445" y="0"/>
                  </a:lnTo>
                  <a:cubicBezTo>
                    <a:pt x="354043" y="0"/>
                    <a:pt x="476127" y="122084"/>
                    <a:pt x="476127" y="272682"/>
                  </a:cubicBezTo>
                  <a:cubicBezTo>
                    <a:pt x="476127" y="423280"/>
                    <a:pt x="354043" y="545364"/>
                    <a:pt x="203445" y="545364"/>
                  </a:cubicBezTo>
                  <a:lnTo>
                    <a:pt x="197590" y="544774"/>
                  </a:lnTo>
                  <a:lnTo>
                    <a:pt x="197590" y="545364"/>
                  </a:lnTo>
                  <a:lnTo>
                    <a:pt x="0" y="545364"/>
                  </a:lnTo>
                  <a:lnTo>
                    <a:pt x="0" y="452614"/>
                  </a:lnTo>
                  <a:lnTo>
                    <a:pt x="0" y="9275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18324F76-739D-5A41-8026-F96B96947F97}"/>
                </a:ext>
              </a:extLst>
            </p:cNvPr>
            <p:cNvSpPr/>
            <p:nvPr/>
          </p:nvSpPr>
          <p:spPr>
            <a:xfrm>
              <a:off x="0" y="1403413"/>
              <a:ext cx="501699" cy="545364"/>
            </a:xfrm>
            <a:custGeom>
              <a:avLst/>
              <a:gdLst>
                <a:gd name="connsiteX0" fmla="*/ 1 w 501699"/>
                <a:gd name="connsiteY0" fmla="*/ 0 h 545364"/>
                <a:gd name="connsiteX1" fmla="*/ 223169 w 501699"/>
                <a:gd name="connsiteY1" fmla="*/ 0 h 545364"/>
                <a:gd name="connsiteX2" fmla="*/ 223169 w 501699"/>
                <a:gd name="connsiteY2" fmla="*/ 590 h 545364"/>
                <a:gd name="connsiteX3" fmla="*/ 229017 w 501699"/>
                <a:gd name="connsiteY3" fmla="*/ 0 h 545364"/>
                <a:gd name="connsiteX4" fmla="*/ 501699 w 501699"/>
                <a:gd name="connsiteY4" fmla="*/ 272682 h 545364"/>
                <a:gd name="connsiteX5" fmla="*/ 229017 w 501699"/>
                <a:gd name="connsiteY5" fmla="*/ 545364 h 545364"/>
                <a:gd name="connsiteX6" fmla="*/ 223169 w 501699"/>
                <a:gd name="connsiteY6" fmla="*/ 544775 h 545364"/>
                <a:gd name="connsiteX7" fmla="*/ 223169 w 501699"/>
                <a:gd name="connsiteY7" fmla="*/ 545364 h 545364"/>
                <a:gd name="connsiteX8" fmla="*/ 1 w 501699"/>
                <a:gd name="connsiteY8" fmla="*/ 545364 h 545364"/>
                <a:gd name="connsiteX9" fmla="*/ 1 w 501699"/>
                <a:gd name="connsiteY9" fmla="*/ 419791 h 545364"/>
                <a:gd name="connsiteX10" fmla="*/ 0 w 501699"/>
                <a:gd name="connsiteY10" fmla="*/ 419789 h 545364"/>
                <a:gd name="connsiteX11" fmla="*/ 0 w 501699"/>
                <a:gd name="connsiteY11" fmla="*/ 125575 h 545364"/>
                <a:gd name="connsiteX12" fmla="*/ 1 w 501699"/>
                <a:gd name="connsiteY12" fmla="*/ 125573 h 54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01699" h="545364">
                  <a:moveTo>
                    <a:pt x="1" y="0"/>
                  </a:moveTo>
                  <a:lnTo>
                    <a:pt x="223169" y="0"/>
                  </a:lnTo>
                  <a:lnTo>
                    <a:pt x="223169" y="590"/>
                  </a:lnTo>
                  <a:lnTo>
                    <a:pt x="229017" y="0"/>
                  </a:lnTo>
                  <a:cubicBezTo>
                    <a:pt x="379615" y="0"/>
                    <a:pt x="501699" y="122084"/>
                    <a:pt x="501699" y="272682"/>
                  </a:cubicBezTo>
                  <a:cubicBezTo>
                    <a:pt x="501699" y="423280"/>
                    <a:pt x="379615" y="545364"/>
                    <a:pt x="229017" y="545364"/>
                  </a:cubicBezTo>
                  <a:lnTo>
                    <a:pt x="223169" y="544775"/>
                  </a:lnTo>
                  <a:lnTo>
                    <a:pt x="223169" y="545364"/>
                  </a:lnTo>
                  <a:lnTo>
                    <a:pt x="1" y="545364"/>
                  </a:lnTo>
                  <a:lnTo>
                    <a:pt x="1" y="419791"/>
                  </a:lnTo>
                  <a:lnTo>
                    <a:pt x="0" y="419789"/>
                  </a:lnTo>
                  <a:lnTo>
                    <a:pt x="0" y="125575"/>
                  </a:lnTo>
                  <a:lnTo>
                    <a:pt x="1" y="12557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sp>
        <p:nvSpPr>
          <p:cNvPr id="60" name="Title 1">
            <a:extLst>
              <a:ext uri="{FF2B5EF4-FFF2-40B4-BE49-F238E27FC236}">
                <a16:creationId xmlns:a16="http://schemas.microsoft.com/office/drawing/2014/main" id="{99B32E9C-8531-8F42-88AC-648425B4B1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241710" y="1825706"/>
            <a:ext cx="9985634" cy="5846136"/>
          </a:xfrm>
          <a:prstGeom prst="rect">
            <a:avLst/>
          </a:prstGeom>
        </p:spPr>
        <p:txBody>
          <a:bodyPr anchor="ctr" anchorCtr="0"/>
          <a:lstStyle>
            <a:lvl1pPr marL="0" marR="0" indent="0" algn="l" defTabSz="114323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4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Thought slides are 36pt </a:t>
            </a:r>
            <a:br>
              <a:rPr lang="en-US" dirty="0"/>
            </a:br>
            <a:r>
              <a:rPr lang="en-US" dirty="0"/>
              <a:t>Arial Bold sentence case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DBE3E6C0-8C36-8B43-957E-48824B0A0BBC}"/>
              </a:ext>
            </a:extLst>
          </p:cNvPr>
          <p:cNvSpPr txBox="1">
            <a:spLocks/>
          </p:cNvSpPr>
          <p:nvPr/>
        </p:nvSpPr>
        <p:spPr bwMode="white">
          <a:xfrm>
            <a:off x="14635569" y="8185182"/>
            <a:ext cx="459860" cy="222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1003" b="0" smtClean="0">
                <a:solidFill>
                  <a:schemeClr val="bg1"/>
                </a:solidFill>
              </a:rPr>
              <a:t>‹#›</a:t>
            </a:fld>
            <a:endParaRPr lang="en-US" sz="1003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16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- IQVIA">
    <p:bg>
      <p:bgPr>
        <a:gradFill>
          <a:gsLst>
            <a:gs pos="20000">
              <a:schemeClr val="tx1"/>
            </a:gs>
            <a:gs pos="80000">
              <a:srgbClr val="606B7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117F4479-AB2F-544F-914C-7C68ABE310F0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296077" y="4010189"/>
            <a:ext cx="6986057" cy="3661655"/>
          </a:xfrm>
          <a:prstGeom prst="rect">
            <a:avLst/>
          </a:prstGeom>
        </p:spPr>
        <p:txBody>
          <a:bodyPr/>
          <a:lstStyle>
            <a:lvl1pPr marL="342971" indent="-342971">
              <a:lnSpc>
                <a:spcPct val="100000"/>
              </a:lnSpc>
              <a:spcBef>
                <a:spcPts val="1249"/>
              </a:spcBef>
              <a:defRPr sz="3005">
                <a:solidFill>
                  <a:schemeClr val="bg1"/>
                </a:solidFill>
              </a:defRPr>
            </a:lvl1pPr>
            <a:lvl2pPr marL="685941" indent="-342971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-"/>
              <a:defRPr sz="3005">
                <a:solidFill>
                  <a:schemeClr val="bg1"/>
                </a:solidFill>
              </a:defRPr>
            </a:lvl2pPr>
            <a:lvl3pPr marL="1028908" indent="-342971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›"/>
              <a:defRPr sz="3005">
                <a:solidFill>
                  <a:schemeClr val="bg1"/>
                </a:solidFill>
              </a:defRPr>
            </a:lvl3pPr>
            <a:lvl4pPr marL="1371879" indent="-342971">
              <a:lnSpc>
                <a:spcPct val="100000"/>
              </a:lnSpc>
              <a:spcBef>
                <a:spcPts val="1003"/>
              </a:spcBef>
              <a:buFont typeface="Arial" panose="020B0604020202020204" pitchFamily="34" charset="0"/>
              <a:buChar char="»"/>
              <a:defRPr sz="3005">
                <a:solidFill>
                  <a:schemeClr val="bg1"/>
                </a:solidFill>
              </a:defRPr>
            </a:lvl4pPr>
            <a:lvl5pPr marL="1714850" indent="-342971">
              <a:lnSpc>
                <a:spcPct val="100000"/>
              </a:lnSpc>
              <a:spcBef>
                <a:spcPts val="1003"/>
              </a:spcBef>
              <a:buSzPct val="75000"/>
              <a:buFont typeface="Wingdings" panose="05000000000000000000" pitchFamily="2" charset="2"/>
              <a:buChar char="§"/>
              <a:defRPr sz="300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Arial 24pt bullet level 1</a:t>
            </a:r>
          </a:p>
          <a:p>
            <a:pPr lvl="1"/>
            <a:r>
              <a:rPr lang="en-US" dirty="0"/>
              <a:t>Arial 24pt bullet level 2</a:t>
            </a:r>
          </a:p>
          <a:p>
            <a:pPr lvl="2"/>
            <a:r>
              <a:rPr lang="en-US" dirty="0"/>
              <a:t>Arial 24pt bullet level 3</a:t>
            </a:r>
          </a:p>
          <a:p>
            <a:pPr lvl="3"/>
            <a:r>
              <a:rPr lang="en-US" dirty="0"/>
              <a:t>Arial 24pt bullet level 4</a:t>
            </a:r>
          </a:p>
          <a:p>
            <a:pPr lvl="4"/>
            <a:r>
              <a:rPr lang="en-US" dirty="0"/>
              <a:t>Arial 24pt bullet level 5</a:t>
            </a: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77FA37B5-B8A2-E447-B5FC-531DD50C1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909" y="2244422"/>
            <a:ext cx="9539619" cy="1468283"/>
          </a:xfrm>
          <a:prstGeom prst="rect">
            <a:avLst/>
          </a:prstGeom>
        </p:spPr>
        <p:txBody>
          <a:bodyPr anchor="b" anchorCtr="0"/>
          <a:lstStyle>
            <a:lvl1pPr>
              <a:defRPr sz="4504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Closing slides are 36pt Arial Bold sentence case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364B443-1067-8D4E-8347-69E3D88570DB}"/>
              </a:ext>
            </a:extLst>
          </p:cNvPr>
          <p:cNvGrpSpPr/>
          <p:nvPr/>
        </p:nvGrpSpPr>
        <p:grpSpPr>
          <a:xfrm>
            <a:off x="8795309" y="3440023"/>
            <a:ext cx="6444694" cy="462915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23B4D94-914D-6A47-AF73-BDD6ABF78CB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941EA1A-7BCD-E547-9195-3AF3CBAB9DED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2002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9BF4E84-D8C8-3340-8821-E170F38BCB95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4358390-5EFC-484C-9E81-E6E1DFD520E7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2002" dirty="0"/>
            </a:p>
          </p:txBody>
        </p:sp>
      </p:grpSp>
      <p:pic>
        <p:nvPicPr>
          <p:cNvPr id="11" name="Graphic 10">
            <a:extLst>
              <a:ext uri="{FF2B5EF4-FFF2-40B4-BE49-F238E27FC236}">
                <a16:creationId xmlns:a16="http://schemas.microsoft.com/office/drawing/2014/main" id="{29E62D4C-ACB0-644F-9042-ADF3C890F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897" y="919321"/>
            <a:ext cx="2809875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13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480874" y="7984824"/>
            <a:ext cx="11612880" cy="422610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1003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C58985-6F6A-8540-ABC2-450EF4A8FB42}"/>
              </a:ext>
            </a:extLst>
          </p:cNvPr>
          <p:cNvSpPr txBox="1"/>
          <p:nvPr/>
        </p:nvSpPr>
        <p:spPr bwMode="black">
          <a:xfrm>
            <a:off x="7620002" y="8572665"/>
            <a:ext cx="7620000" cy="345931"/>
          </a:xfrm>
          <a:prstGeom prst="rect">
            <a:avLst/>
          </a:prstGeom>
          <a:ln>
            <a:noFill/>
          </a:ln>
        </p:spPr>
        <p:txBody>
          <a:bodyPr vert="horz" wrap="square" lIns="114298" tIns="57151" rIns="114298" bIns="5715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11432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98" b="1" i="0" u="none" strike="noStrike" kern="120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IQVIA Template (V2.1.0)</a:t>
            </a:r>
            <a:endParaRPr lang="en-US" sz="1249" kern="1200" dirty="0">
              <a:solidFill>
                <a:schemeClr val="bg1">
                  <a:lumMod val="50000"/>
                </a:schemeClr>
              </a:solidFill>
              <a:latin typeface="+mn-lt"/>
              <a:ea typeface="Arial" charset="0"/>
              <a:cs typeface="Arial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907A176-04FF-4600-9428-258A4B331C28}"/>
              </a:ext>
            </a:extLst>
          </p:cNvPr>
          <p:cNvGrpSpPr/>
          <p:nvPr userDrawn="1"/>
        </p:nvGrpSpPr>
        <p:grpSpPr>
          <a:xfrm>
            <a:off x="15385107" y="3"/>
            <a:ext cx="1064681" cy="3809736"/>
            <a:chOff x="12233656" y="25480"/>
            <a:chExt cx="851744" cy="304778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6790172-6CDB-486B-8C9C-5719F944A1E5}"/>
                </a:ext>
              </a:extLst>
            </p:cNvPr>
            <p:cNvSpPr/>
            <p:nvPr/>
          </p:nvSpPr>
          <p:spPr bwMode="gray">
            <a:xfrm>
              <a:off x="12233656" y="2584077"/>
              <a:ext cx="187184" cy="1871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34110EB-1D9F-40AA-85D6-0DCE03E31FF6}"/>
                </a:ext>
              </a:extLst>
            </p:cNvPr>
            <p:cNvSpPr/>
            <p:nvPr/>
          </p:nvSpPr>
          <p:spPr bwMode="gray">
            <a:xfrm>
              <a:off x="12676696" y="2584077"/>
              <a:ext cx="187184" cy="187184"/>
            </a:xfrm>
            <a:prstGeom prst="rect">
              <a:avLst/>
            </a:prstGeom>
            <a:solidFill>
              <a:srgbClr val="606B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4C9A453-AE8F-4383-BD8F-32DA97D7AAF2}"/>
                </a:ext>
              </a:extLst>
            </p:cNvPr>
            <p:cNvSpPr/>
            <p:nvPr/>
          </p:nvSpPr>
          <p:spPr bwMode="gray">
            <a:xfrm>
              <a:off x="12898215" y="2584077"/>
              <a:ext cx="187184" cy="187184"/>
            </a:xfrm>
            <a:prstGeom prst="rect">
              <a:avLst/>
            </a:prstGeom>
            <a:solidFill>
              <a:srgbClr val="CACE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E0FF7AE-5FC0-4FE9-B824-B5FD9D591486}"/>
                </a:ext>
              </a:extLst>
            </p:cNvPr>
            <p:cNvSpPr/>
            <p:nvPr/>
          </p:nvSpPr>
          <p:spPr bwMode="gray">
            <a:xfrm>
              <a:off x="12455176" y="2584077"/>
              <a:ext cx="187184" cy="187184"/>
            </a:xfrm>
            <a:prstGeom prst="rect">
              <a:avLst/>
            </a:prstGeom>
            <a:solidFill>
              <a:srgbClr val="959C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0DA3666-914B-4B70-9285-AC745AC36DD8}"/>
                </a:ext>
              </a:extLst>
            </p:cNvPr>
            <p:cNvSpPr/>
            <p:nvPr/>
          </p:nvSpPr>
          <p:spPr bwMode="gray">
            <a:xfrm>
              <a:off x="12233656" y="1976453"/>
              <a:ext cx="187184" cy="187184"/>
            </a:xfrm>
            <a:prstGeom prst="rect">
              <a:avLst/>
            </a:prstGeom>
            <a:solidFill>
              <a:srgbClr val="8300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5BBD6E4-2C3A-4BDE-91DF-83D595CE5D83}"/>
                </a:ext>
              </a:extLst>
            </p:cNvPr>
            <p:cNvSpPr/>
            <p:nvPr/>
          </p:nvSpPr>
          <p:spPr bwMode="gray">
            <a:xfrm>
              <a:off x="12233656" y="2282071"/>
              <a:ext cx="187184" cy="187184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EA34AC5-EFC7-4238-82A2-6B301C2DDE12}"/>
                </a:ext>
              </a:extLst>
            </p:cNvPr>
            <p:cNvSpPr/>
            <p:nvPr/>
          </p:nvSpPr>
          <p:spPr bwMode="gray">
            <a:xfrm>
              <a:off x="12455176" y="1976453"/>
              <a:ext cx="187184" cy="187184"/>
            </a:xfrm>
            <a:prstGeom prst="rect">
              <a:avLst/>
            </a:prstGeom>
            <a:solidFill>
              <a:srgbClr val="C17F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C959C79-B003-4C43-BB55-D824D8433590}"/>
                </a:ext>
              </a:extLst>
            </p:cNvPr>
            <p:cNvSpPr/>
            <p:nvPr/>
          </p:nvSpPr>
          <p:spPr bwMode="gray">
            <a:xfrm>
              <a:off x="12676696" y="1976453"/>
              <a:ext cx="187184" cy="187184"/>
            </a:xfrm>
            <a:prstGeom prst="rect">
              <a:avLst/>
            </a:prstGeom>
            <a:solidFill>
              <a:srgbClr val="A24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E2F109A-F3DB-4DF0-AE2F-90C6EA4CAB56}"/>
                </a:ext>
              </a:extLst>
            </p:cNvPr>
            <p:cNvSpPr/>
            <p:nvPr/>
          </p:nvSpPr>
          <p:spPr bwMode="gray">
            <a:xfrm>
              <a:off x="12898216" y="1976453"/>
              <a:ext cx="187184" cy="187184"/>
            </a:xfrm>
            <a:prstGeom prst="rect">
              <a:avLst/>
            </a:prstGeom>
            <a:solidFill>
              <a:srgbClr val="E0B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A61E298-EB0A-4E17-BD09-A9BCC2649A12}"/>
                </a:ext>
              </a:extLst>
            </p:cNvPr>
            <p:cNvSpPr txBox="1"/>
            <p:nvPr/>
          </p:nvSpPr>
          <p:spPr>
            <a:xfrm>
              <a:off x="12233656" y="25480"/>
              <a:ext cx="851744" cy="16655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753" dirty="0">
                  <a:solidFill>
                    <a:schemeClr val="tx1"/>
                  </a:solidFill>
                </a:rPr>
                <a:t>100%  50%   75%   25%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705AA33-EE2E-4E4E-B109-36E236936840}"/>
                </a:ext>
              </a:extLst>
            </p:cNvPr>
            <p:cNvSpPr/>
            <p:nvPr/>
          </p:nvSpPr>
          <p:spPr bwMode="gray">
            <a:xfrm>
              <a:off x="12233656" y="2886083"/>
              <a:ext cx="187184" cy="187184"/>
            </a:xfrm>
            <a:prstGeom prst="rect">
              <a:avLst/>
            </a:prstGeom>
            <a:solidFill>
              <a:srgbClr val="F4F4F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EEC58DC-2F2B-4BE2-B67F-07B125678C34}"/>
                </a:ext>
              </a:extLst>
            </p:cNvPr>
            <p:cNvSpPr/>
            <p:nvPr userDrawn="1"/>
          </p:nvSpPr>
          <p:spPr bwMode="gray">
            <a:xfrm>
              <a:off x="12233656" y="1765158"/>
              <a:ext cx="187184" cy="187184"/>
            </a:xfrm>
            <a:prstGeom prst="rect">
              <a:avLst/>
            </a:prstGeom>
            <a:solidFill>
              <a:srgbClr val="C627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549ADF4-EEA9-43D1-8A2A-133C45DB1862}"/>
                </a:ext>
              </a:extLst>
            </p:cNvPr>
            <p:cNvSpPr/>
            <p:nvPr userDrawn="1"/>
          </p:nvSpPr>
          <p:spPr bwMode="gray">
            <a:xfrm>
              <a:off x="12455176" y="1765158"/>
              <a:ext cx="187184" cy="187184"/>
            </a:xfrm>
            <a:prstGeom prst="rect">
              <a:avLst/>
            </a:prstGeom>
            <a:solidFill>
              <a:srgbClr val="E99E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0543385-700D-4FD3-9403-942A7816AFF3}"/>
                </a:ext>
              </a:extLst>
            </p:cNvPr>
            <p:cNvSpPr/>
            <p:nvPr userDrawn="1"/>
          </p:nvSpPr>
          <p:spPr bwMode="gray">
            <a:xfrm>
              <a:off x="12676696" y="1765158"/>
              <a:ext cx="187184" cy="187184"/>
            </a:xfrm>
            <a:prstGeom prst="rect">
              <a:avLst/>
            </a:prstGeom>
            <a:solidFill>
              <a:srgbClr val="DB6C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C64855-B6D7-406E-A904-38AA3CAC33D1}"/>
                </a:ext>
              </a:extLst>
            </p:cNvPr>
            <p:cNvSpPr/>
            <p:nvPr userDrawn="1"/>
          </p:nvSpPr>
          <p:spPr bwMode="gray">
            <a:xfrm>
              <a:off x="12898216" y="1765158"/>
              <a:ext cx="187184" cy="187184"/>
            </a:xfrm>
            <a:prstGeom prst="rect">
              <a:avLst/>
            </a:prstGeom>
            <a:solidFill>
              <a:srgbClr val="F5CE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76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1671D4E-C545-4A51-AD54-465B655DA739}"/>
                </a:ext>
              </a:extLst>
            </p:cNvPr>
            <p:cNvSpPr/>
            <p:nvPr/>
          </p:nvSpPr>
          <p:spPr bwMode="gray">
            <a:xfrm>
              <a:off x="12455176" y="222423"/>
              <a:ext cx="187184" cy="187184"/>
            </a:xfrm>
            <a:prstGeom prst="rect">
              <a:avLst/>
            </a:prstGeom>
            <a:solidFill>
              <a:srgbClr val="7FD1E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B621816-B34D-4C96-B96F-5C715C45829B}"/>
                </a:ext>
              </a:extLst>
            </p:cNvPr>
            <p:cNvSpPr/>
            <p:nvPr/>
          </p:nvSpPr>
          <p:spPr bwMode="gray">
            <a:xfrm>
              <a:off x="12455176" y="443728"/>
              <a:ext cx="187184" cy="187184"/>
            </a:xfrm>
            <a:prstGeom prst="rect">
              <a:avLst/>
            </a:prstGeom>
            <a:solidFill>
              <a:srgbClr val="7FAAC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57F5CE8-B34F-444C-9F30-C4849266D875}"/>
                </a:ext>
              </a:extLst>
            </p:cNvPr>
            <p:cNvSpPr/>
            <p:nvPr/>
          </p:nvSpPr>
          <p:spPr bwMode="gray">
            <a:xfrm>
              <a:off x="12676695" y="222423"/>
              <a:ext cx="187184" cy="187184"/>
            </a:xfrm>
            <a:prstGeom prst="rect">
              <a:avLst/>
            </a:prstGeom>
            <a:solidFill>
              <a:srgbClr val="40BAE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03D284D6-CF6C-4BFC-8BAA-4E3DEFF9F379}"/>
                </a:ext>
              </a:extLst>
            </p:cNvPr>
            <p:cNvSpPr/>
            <p:nvPr/>
          </p:nvSpPr>
          <p:spPr bwMode="gray">
            <a:xfrm>
              <a:off x="12676695" y="443728"/>
              <a:ext cx="187184" cy="187184"/>
            </a:xfrm>
            <a:prstGeom prst="rect">
              <a:avLst/>
            </a:prstGeom>
            <a:solidFill>
              <a:srgbClr val="4080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F2017C50-180E-4CF0-9C26-E8CEE97041A3}"/>
                </a:ext>
              </a:extLst>
            </p:cNvPr>
            <p:cNvSpPr/>
            <p:nvPr/>
          </p:nvSpPr>
          <p:spPr bwMode="gray">
            <a:xfrm>
              <a:off x="12898215" y="222423"/>
              <a:ext cx="187184" cy="187184"/>
            </a:xfrm>
            <a:prstGeom prst="rect">
              <a:avLst/>
            </a:prstGeom>
            <a:solidFill>
              <a:srgbClr val="BFE8F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85309A6-0A06-430D-BC25-9F084A978BC1}"/>
                </a:ext>
              </a:extLst>
            </p:cNvPr>
            <p:cNvSpPr/>
            <p:nvPr/>
          </p:nvSpPr>
          <p:spPr bwMode="gray">
            <a:xfrm>
              <a:off x="12898215" y="443728"/>
              <a:ext cx="187184" cy="187184"/>
            </a:xfrm>
            <a:prstGeom prst="rect">
              <a:avLst/>
            </a:prstGeom>
            <a:solidFill>
              <a:srgbClr val="BFD4E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02F1061-646D-4F4A-BF71-63529009C779}"/>
                </a:ext>
              </a:extLst>
            </p:cNvPr>
            <p:cNvSpPr/>
            <p:nvPr/>
          </p:nvSpPr>
          <p:spPr bwMode="gray">
            <a:xfrm>
              <a:off x="12233656" y="666550"/>
              <a:ext cx="187184" cy="187184"/>
            </a:xfrm>
            <a:prstGeom prst="rect">
              <a:avLst/>
            </a:prstGeom>
            <a:solidFill>
              <a:srgbClr val="43B02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0E5BBAC-94C9-4F7F-9287-47DCDACCDED5}"/>
                </a:ext>
              </a:extLst>
            </p:cNvPr>
            <p:cNvSpPr/>
            <p:nvPr/>
          </p:nvSpPr>
          <p:spPr bwMode="gray">
            <a:xfrm>
              <a:off x="12455176" y="1329200"/>
              <a:ext cx="187184" cy="187184"/>
            </a:xfrm>
            <a:prstGeom prst="rect">
              <a:avLst/>
            </a:prstGeom>
            <a:solidFill>
              <a:srgbClr val="F7D99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D882D5B-CA7B-4921-A5C7-C2A02ADC6E9E}"/>
                </a:ext>
              </a:extLst>
            </p:cNvPr>
            <p:cNvSpPr/>
            <p:nvPr/>
          </p:nvSpPr>
          <p:spPr bwMode="gray">
            <a:xfrm>
              <a:off x="12676695" y="1329200"/>
              <a:ext cx="187184" cy="187184"/>
            </a:xfrm>
            <a:prstGeom prst="rect">
              <a:avLst/>
            </a:prstGeom>
            <a:solidFill>
              <a:srgbClr val="F4C65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9E1E4DF-D2F6-452C-B668-F445C5207AE8}"/>
                </a:ext>
              </a:extLst>
            </p:cNvPr>
            <p:cNvSpPr/>
            <p:nvPr/>
          </p:nvSpPr>
          <p:spPr bwMode="gray">
            <a:xfrm>
              <a:off x="12898215" y="1329200"/>
              <a:ext cx="187184" cy="187184"/>
            </a:xfrm>
            <a:prstGeom prst="rect">
              <a:avLst/>
            </a:prstGeom>
            <a:solidFill>
              <a:srgbClr val="FBECC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B817B419-0520-447A-99C5-2445CD25CBC7}"/>
                </a:ext>
              </a:extLst>
            </p:cNvPr>
            <p:cNvSpPr/>
            <p:nvPr/>
          </p:nvSpPr>
          <p:spPr bwMode="gray">
            <a:xfrm>
              <a:off x="12233656" y="445182"/>
              <a:ext cx="187184" cy="187184"/>
            </a:xfrm>
            <a:prstGeom prst="rect">
              <a:avLst/>
            </a:prstGeom>
            <a:solidFill>
              <a:srgbClr val="00558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AAAD1C3-AC65-4E7F-95B0-0904DA748A91}"/>
                </a:ext>
              </a:extLst>
            </p:cNvPr>
            <p:cNvSpPr/>
            <p:nvPr/>
          </p:nvSpPr>
          <p:spPr bwMode="gray">
            <a:xfrm>
              <a:off x="12455176" y="1550568"/>
              <a:ext cx="187184" cy="187184"/>
            </a:xfrm>
            <a:prstGeom prst="rect">
              <a:avLst/>
            </a:prstGeom>
            <a:solidFill>
              <a:srgbClr val="FEC48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3E25F0A-706F-4DD8-A3DC-8BA19EF80FF9}"/>
                </a:ext>
              </a:extLst>
            </p:cNvPr>
            <p:cNvSpPr/>
            <p:nvPr/>
          </p:nvSpPr>
          <p:spPr bwMode="gray">
            <a:xfrm>
              <a:off x="12676695" y="1550568"/>
              <a:ext cx="187184" cy="187184"/>
            </a:xfrm>
            <a:prstGeom prst="rect">
              <a:avLst/>
            </a:prstGeom>
            <a:solidFill>
              <a:srgbClr val="FEA7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F5CD6E0-1E3E-40C5-A52C-E38D01328967}"/>
                </a:ext>
              </a:extLst>
            </p:cNvPr>
            <p:cNvSpPr/>
            <p:nvPr/>
          </p:nvSpPr>
          <p:spPr bwMode="gray">
            <a:xfrm>
              <a:off x="12898215" y="1550568"/>
              <a:ext cx="187184" cy="187184"/>
            </a:xfrm>
            <a:prstGeom prst="rect">
              <a:avLst/>
            </a:prstGeom>
            <a:solidFill>
              <a:srgbClr val="FFE2C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7F4C58CC-4DF8-4296-B3D0-140D4877D04D}"/>
                </a:ext>
              </a:extLst>
            </p:cNvPr>
            <p:cNvSpPr/>
            <p:nvPr/>
          </p:nvSpPr>
          <p:spPr bwMode="gray">
            <a:xfrm>
              <a:off x="12233656" y="222423"/>
              <a:ext cx="187184" cy="187184"/>
            </a:xfrm>
            <a:prstGeom prst="rect">
              <a:avLst/>
            </a:prstGeom>
            <a:solidFill>
              <a:srgbClr val="00A3E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A8BD596-AF6E-430B-BB6B-EABDF5AEDD8E}"/>
                </a:ext>
              </a:extLst>
            </p:cNvPr>
            <p:cNvSpPr/>
            <p:nvPr/>
          </p:nvSpPr>
          <p:spPr bwMode="gray">
            <a:xfrm>
              <a:off x="12455176" y="1106378"/>
              <a:ext cx="187184" cy="187184"/>
            </a:xfrm>
            <a:prstGeom prst="rect">
              <a:avLst/>
            </a:prstGeom>
            <a:solidFill>
              <a:srgbClr val="7FDFD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31B3C34-B7AB-4090-8ECF-586A4E0A931D}"/>
                </a:ext>
              </a:extLst>
            </p:cNvPr>
            <p:cNvSpPr/>
            <p:nvPr/>
          </p:nvSpPr>
          <p:spPr bwMode="gray">
            <a:xfrm>
              <a:off x="12676695" y="1106378"/>
              <a:ext cx="187184" cy="187184"/>
            </a:xfrm>
            <a:prstGeom prst="rect">
              <a:avLst/>
            </a:prstGeom>
            <a:solidFill>
              <a:srgbClr val="40CFC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9BC3DFDA-BB56-4A0D-A846-DFCB8EF88D81}"/>
                </a:ext>
              </a:extLst>
            </p:cNvPr>
            <p:cNvSpPr/>
            <p:nvPr/>
          </p:nvSpPr>
          <p:spPr bwMode="gray">
            <a:xfrm>
              <a:off x="12898215" y="1106378"/>
              <a:ext cx="187184" cy="187184"/>
            </a:xfrm>
            <a:prstGeom prst="rect">
              <a:avLst/>
            </a:prstGeom>
            <a:solidFill>
              <a:srgbClr val="BFEFE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9B4C1DB7-696A-41FA-B3FE-4C10635D8931}"/>
                </a:ext>
              </a:extLst>
            </p:cNvPr>
            <p:cNvSpPr/>
            <p:nvPr/>
          </p:nvSpPr>
          <p:spPr bwMode="gray">
            <a:xfrm>
              <a:off x="12233656" y="1330654"/>
              <a:ext cx="187184" cy="187184"/>
            </a:xfrm>
            <a:prstGeom prst="rect">
              <a:avLst/>
            </a:prstGeom>
            <a:solidFill>
              <a:srgbClr val="F0B32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C2A2C519-863C-4FFE-885E-34C8AB2B023E}"/>
                </a:ext>
              </a:extLst>
            </p:cNvPr>
            <p:cNvSpPr/>
            <p:nvPr/>
          </p:nvSpPr>
          <p:spPr bwMode="gray">
            <a:xfrm>
              <a:off x="12233656" y="1550568"/>
              <a:ext cx="187184" cy="187184"/>
            </a:xfrm>
            <a:prstGeom prst="rect">
              <a:avLst/>
            </a:prstGeom>
            <a:solidFill>
              <a:srgbClr val="FE8A1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0299C38-075C-4023-BA01-5FBB57E7B93E}"/>
                </a:ext>
              </a:extLst>
            </p:cNvPr>
            <p:cNvSpPr/>
            <p:nvPr/>
          </p:nvSpPr>
          <p:spPr bwMode="gray">
            <a:xfrm>
              <a:off x="12233656" y="1109286"/>
              <a:ext cx="187184" cy="187184"/>
            </a:xfrm>
            <a:prstGeom prst="rect">
              <a:avLst/>
            </a:prstGeom>
            <a:solidFill>
              <a:srgbClr val="00BF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230E707-137B-4479-8F7E-1687687A179F}"/>
                </a:ext>
              </a:extLst>
            </p:cNvPr>
            <p:cNvSpPr/>
            <p:nvPr/>
          </p:nvSpPr>
          <p:spPr bwMode="gray">
            <a:xfrm>
              <a:off x="12233656" y="887918"/>
              <a:ext cx="187184" cy="187184"/>
            </a:xfrm>
            <a:prstGeom prst="rect">
              <a:avLst/>
            </a:prstGeom>
            <a:solidFill>
              <a:srgbClr val="02712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30CCC58-FAA5-4900-A5F9-0B899F2A0460}"/>
                </a:ext>
              </a:extLst>
            </p:cNvPr>
            <p:cNvSpPr/>
            <p:nvPr/>
          </p:nvSpPr>
          <p:spPr bwMode="gray">
            <a:xfrm>
              <a:off x="12455176" y="887918"/>
              <a:ext cx="187184" cy="187184"/>
            </a:xfrm>
            <a:prstGeom prst="rect">
              <a:avLst/>
            </a:prstGeom>
            <a:solidFill>
              <a:srgbClr val="80B89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D728566-B8B7-4E9D-8B72-20AC79577B3C}"/>
                </a:ext>
              </a:extLst>
            </p:cNvPr>
            <p:cNvSpPr/>
            <p:nvPr/>
          </p:nvSpPr>
          <p:spPr bwMode="gray">
            <a:xfrm>
              <a:off x="12455176" y="666550"/>
              <a:ext cx="187184" cy="187184"/>
            </a:xfrm>
            <a:prstGeom prst="rect">
              <a:avLst/>
            </a:prstGeom>
            <a:solidFill>
              <a:srgbClr val="A1D79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654B01F-B9ED-460E-8A42-71800A74AFD1}"/>
                </a:ext>
              </a:extLst>
            </p:cNvPr>
            <p:cNvSpPr/>
            <p:nvPr/>
          </p:nvSpPr>
          <p:spPr bwMode="gray">
            <a:xfrm>
              <a:off x="12676695" y="887918"/>
              <a:ext cx="187184" cy="187184"/>
            </a:xfrm>
            <a:prstGeom prst="rect">
              <a:avLst/>
            </a:prstGeom>
            <a:solidFill>
              <a:srgbClr val="41955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198DE376-4FF4-4A06-A431-8F072BE6F442}"/>
                </a:ext>
              </a:extLst>
            </p:cNvPr>
            <p:cNvSpPr/>
            <p:nvPr/>
          </p:nvSpPr>
          <p:spPr bwMode="gray">
            <a:xfrm>
              <a:off x="12676695" y="666550"/>
              <a:ext cx="187184" cy="187184"/>
            </a:xfrm>
            <a:prstGeom prst="rect">
              <a:avLst/>
            </a:prstGeom>
            <a:solidFill>
              <a:srgbClr val="72C45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83CCD18B-54DC-422F-BC15-C5819DF277AE}"/>
                </a:ext>
              </a:extLst>
            </p:cNvPr>
            <p:cNvSpPr/>
            <p:nvPr/>
          </p:nvSpPr>
          <p:spPr bwMode="gray">
            <a:xfrm>
              <a:off x="12898215" y="887918"/>
              <a:ext cx="187184" cy="187184"/>
            </a:xfrm>
            <a:prstGeom prst="rect">
              <a:avLst/>
            </a:prstGeom>
            <a:solidFill>
              <a:srgbClr val="C0DCC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9AC4FBA-1217-4369-8CD8-64FAE85D8B82}"/>
                </a:ext>
              </a:extLst>
            </p:cNvPr>
            <p:cNvSpPr/>
            <p:nvPr/>
          </p:nvSpPr>
          <p:spPr bwMode="gray">
            <a:xfrm>
              <a:off x="12898215" y="666550"/>
              <a:ext cx="187184" cy="187184"/>
            </a:xfrm>
            <a:prstGeom prst="rect">
              <a:avLst/>
            </a:prstGeom>
            <a:solidFill>
              <a:srgbClr val="D0EBC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14323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52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743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4" r:id="rId1"/>
    <p:sldLayoutId id="2147484235" r:id="rId2"/>
    <p:sldLayoutId id="2147484236" r:id="rId3"/>
    <p:sldLayoutId id="2147484238" r:id="rId4"/>
    <p:sldLayoutId id="2147484239" r:id="rId5"/>
    <p:sldLayoutId id="2147484240" r:id="rId6"/>
    <p:sldLayoutId id="2147484241" r:id="rId7"/>
    <p:sldLayoutId id="2147484242" r:id="rId8"/>
    <p:sldLayoutId id="2147484243" r:id="rId9"/>
    <p:sldLayoutId id="2147484244" r:id="rId10"/>
    <p:sldLayoutId id="2147484245" r:id="rId11"/>
    <p:sldLayoutId id="2147484246" r:id="rId12"/>
    <p:sldLayoutId id="2147484247" r:id="rId13"/>
    <p:sldLayoutId id="2147484248" r:id="rId14"/>
    <p:sldLayoutId id="2147484249" r:id="rId15"/>
    <p:sldLayoutId id="2147484250" r:id="rId16"/>
    <p:sldLayoutId id="2147484251" r:id="rId17"/>
    <p:sldLayoutId id="2147484252" r:id="rId18"/>
    <p:sldLayoutId id="2147484253" r:id="rId19"/>
    <p:sldLayoutId id="2147484254" r:id="rId20"/>
    <p:sldLayoutId id="2147484255" r:id="rId21"/>
    <p:sldLayoutId id="2147484256" r:id="rId22"/>
    <p:sldLayoutId id="2147484257" r:id="rId23"/>
    <p:sldLayoutId id="2147484261" r:id="rId24"/>
    <p:sldLayoutId id="2147484258" r:id="rId25"/>
    <p:sldLayoutId id="2147484259" r:id="rId26"/>
    <p:sldLayoutId id="2147484260" r:id="rId2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1143236" rtl="0" eaLnBrk="1" latinLnBrk="0" hangingPunct="1">
        <a:lnSpc>
          <a:spcPct val="90000"/>
        </a:lnSpc>
        <a:spcBef>
          <a:spcPct val="0"/>
        </a:spcBef>
        <a:buNone/>
        <a:defRPr sz="54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806" indent="-285806" algn="l" defTabSz="1143236" rtl="0" eaLnBrk="1" latinLnBrk="0" hangingPunct="1">
        <a:lnSpc>
          <a:spcPct val="90000"/>
        </a:lnSpc>
        <a:spcBef>
          <a:spcPts val="1249"/>
        </a:spcBef>
        <a:buFont typeface="Arial" panose="020B0604020202020204" pitchFamily="34" charset="0"/>
        <a:buChar char="•"/>
        <a:defRPr sz="3501" kern="1200">
          <a:solidFill>
            <a:schemeClr val="tx1"/>
          </a:solidFill>
          <a:latin typeface="+mn-lt"/>
          <a:ea typeface="+mn-ea"/>
          <a:cs typeface="+mn-cs"/>
        </a:defRPr>
      </a:lvl1pPr>
      <a:lvl2pPr marL="857425" indent="-285806" algn="l" defTabSz="1143236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3005" kern="1200">
          <a:solidFill>
            <a:schemeClr val="tx1"/>
          </a:solidFill>
          <a:latin typeface="+mn-lt"/>
          <a:ea typeface="+mn-ea"/>
          <a:cs typeface="+mn-cs"/>
        </a:defRPr>
      </a:lvl2pPr>
      <a:lvl3pPr marL="1429043" indent="-285806" algn="l" defTabSz="1143236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2502" kern="1200">
          <a:solidFill>
            <a:schemeClr val="tx1"/>
          </a:solidFill>
          <a:latin typeface="+mn-lt"/>
          <a:ea typeface="+mn-ea"/>
          <a:cs typeface="+mn-cs"/>
        </a:defRPr>
      </a:lvl3pPr>
      <a:lvl4pPr marL="2000656" indent="-285806" algn="l" defTabSz="1143236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2252" kern="1200">
          <a:solidFill>
            <a:schemeClr val="tx1"/>
          </a:solidFill>
          <a:latin typeface="+mn-lt"/>
          <a:ea typeface="+mn-ea"/>
          <a:cs typeface="+mn-cs"/>
        </a:defRPr>
      </a:lvl4pPr>
      <a:lvl5pPr marL="2572275" indent="-285806" algn="l" defTabSz="1143236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2252" kern="1200">
          <a:solidFill>
            <a:schemeClr val="tx1"/>
          </a:solidFill>
          <a:latin typeface="+mn-lt"/>
          <a:ea typeface="+mn-ea"/>
          <a:cs typeface="+mn-cs"/>
        </a:defRPr>
      </a:lvl5pPr>
      <a:lvl6pPr marL="3143889" indent="-285806" algn="l" defTabSz="1143236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2252" kern="1200">
          <a:solidFill>
            <a:schemeClr val="tx1"/>
          </a:solidFill>
          <a:latin typeface="+mn-lt"/>
          <a:ea typeface="+mn-ea"/>
          <a:cs typeface="+mn-cs"/>
        </a:defRPr>
      </a:lvl6pPr>
      <a:lvl7pPr marL="3715508" indent="-285806" algn="l" defTabSz="1143236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2252" kern="1200">
          <a:solidFill>
            <a:schemeClr val="tx1"/>
          </a:solidFill>
          <a:latin typeface="+mn-lt"/>
          <a:ea typeface="+mn-ea"/>
          <a:cs typeface="+mn-cs"/>
        </a:defRPr>
      </a:lvl7pPr>
      <a:lvl8pPr marL="4287125" indent="-285806" algn="l" defTabSz="1143236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2252" kern="1200">
          <a:solidFill>
            <a:schemeClr val="tx1"/>
          </a:solidFill>
          <a:latin typeface="+mn-lt"/>
          <a:ea typeface="+mn-ea"/>
          <a:cs typeface="+mn-cs"/>
        </a:defRPr>
      </a:lvl8pPr>
      <a:lvl9pPr marL="4858739" indent="-285806" algn="l" defTabSz="1143236" rtl="0" eaLnBrk="1" latinLnBrk="0" hangingPunct="1">
        <a:lnSpc>
          <a:spcPct val="90000"/>
        </a:lnSpc>
        <a:spcBef>
          <a:spcPts val="622"/>
        </a:spcBef>
        <a:buFont typeface="Arial" panose="020B0604020202020204" pitchFamily="34" charset="0"/>
        <a:buChar char="•"/>
        <a:defRPr sz="2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3236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1pPr>
      <a:lvl2pPr marL="571614" algn="l" defTabSz="1143236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2pPr>
      <a:lvl3pPr marL="1143236" algn="l" defTabSz="1143236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3pPr>
      <a:lvl4pPr marL="1714850" algn="l" defTabSz="1143236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4pPr>
      <a:lvl5pPr marL="2286464" algn="l" defTabSz="1143236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5pPr>
      <a:lvl6pPr marL="2858083" algn="l" defTabSz="1143236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6pPr>
      <a:lvl7pPr marL="3429700" algn="l" defTabSz="1143236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7pPr>
      <a:lvl8pPr marL="4001314" algn="l" defTabSz="1143236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8pPr>
      <a:lvl9pPr marL="4572932" algn="l" defTabSz="1143236" rtl="0" eaLnBrk="1" latinLnBrk="0" hangingPunct="1">
        <a:defRPr sz="2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Top Corners Rounded 17">
            <a:extLst>
              <a:ext uri="{FF2B5EF4-FFF2-40B4-BE49-F238E27FC236}">
                <a16:creationId xmlns:a16="http://schemas.microsoft.com/office/drawing/2014/main" id="{43635E3B-3F72-4737-BC86-303BD9D4B34F}"/>
              </a:ext>
            </a:extLst>
          </p:cNvPr>
          <p:cNvSpPr/>
          <p:nvPr/>
        </p:nvSpPr>
        <p:spPr>
          <a:xfrm rot="5400000">
            <a:off x="14722931" y="7973784"/>
            <a:ext cx="571501" cy="462646"/>
          </a:xfrm>
          <a:prstGeom prst="round2SameRect">
            <a:avLst>
              <a:gd name="adj1" fmla="val 12500"/>
              <a:gd name="adj2" fmla="val 0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>
              <a:defRPr/>
            </a:pPr>
            <a:endParaRPr lang="en-US" sz="2002" kern="0" dirty="0" err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Rectangle: Top Corners One Rounded and One Snipped 1">
            <a:extLst>
              <a:ext uri="{FF2B5EF4-FFF2-40B4-BE49-F238E27FC236}">
                <a16:creationId xmlns:a16="http://schemas.microsoft.com/office/drawing/2014/main" id="{A24C3229-6C09-B316-9B8C-C3E23A8045D9}"/>
              </a:ext>
            </a:extLst>
          </p:cNvPr>
          <p:cNvSpPr/>
          <p:nvPr/>
        </p:nvSpPr>
        <p:spPr>
          <a:xfrm rot="5400000">
            <a:off x="3318004" y="-3318006"/>
            <a:ext cx="8604000" cy="15240011"/>
          </a:xfrm>
          <a:prstGeom prst="snipRoundRect">
            <a:avLst>
              <a:gd name="adj1" fmla="val 6949"/>
              <a:gd name="adj2" fmla="val 493"/>
            </a:avLst>
          </a:prstGeom>
          <a:gradFill flip="none" rotWithShape="1">
            <a:gsLst>
              <a:gs pos="0">
                <a:srgbClr val="140A41"/>
              </a:gs>
              <a:gs pos="100000">
                <a:srgbClr val="123266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2002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01589B-998E-C249-0DF5-61EA8D49782A}"/>
              </a:ext>
            </a:extLst>
          </p:cNvPr>
          <p:cNvSpPr txBox="1"/>
          <p:nvPr/>
        </p:nvSpPr>
        <p:spPr>
          <a:xfrm>
            <a:off x="1667434" y="2037810"/>
            <a:ext cx="1259878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is the purpose of this solution?</a:t>
            </a:r>
          </a:p>
          <a:p>
            <a:b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Title allows report users to focus on…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0C13D1A-E712-51D1-DF3F-4ED213EA52DD}"/>
              </a:ext>
            </a:extLst>
          </p:cNvPr>
          <p:cNvCxnSpPr>
            <a:cxnSpLocks/>
          </p:cNvCxnSpPr>
          <p:nvPr/>
        </p:nvCxnSpPr>
        <p:spPr>
          <a:xfrm>
            <a:off x="0" y="531978"/>
            <a:ext cx="15240000" cy="0"/>
          </a:xfrm>
          <a:prstGeom prst="line">
            <a:avLst/>
          </a:prstGeom>
          <a:ln w="3175" cap="rnd" cmpd="dbl">
            <a:solidFill>
              <a:schemeClr val="bg2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20284AA7-8B73-2B82-F153-ABD6F761EBB5}"/>
              </a:ext>
            </a:extLst>
          </p:cNvPr>
          <p:cNvSpPr/>
          <p:nvPr/>
        </p:nvSpPr>
        <p:spPr>
          <a:xfrm rot="5400000">
            <a:off x="7158783" y="-4526975"/>
            <a:ext cx="991118" cy="14246032"/>
          </a:xfrm>
          <a:prstGeom prst="round2SameRect">
            <a:avLst>
              <a:gd name="adj1" fmla="val 4640"/>
              <a:gd name="adj2" fmla="val 0"/>
            </a:avLst>
          </a:prstGeom>
          <a:solidFill>
            <a:srgbClr val="1134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sz="667" dirty="0" err="1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7027822-6E67-05B3-C0AE-9979444DE526}"/>
              </a:ext>
            </a:extLst>
          </p:cNvPr>
          <p:cNvCxnSpPr>
            <a:cxnSpLocks/>
          </p:cNvCxnSpPr>
          <p:nvPr/>
        </p:nvCxnSpPr>
        <p:spPr>
          <a:xfrm flipH="1">
            <a:off x="527296" y="2100482"/>
            <a:ext cx="4030" cy="991115"/>
          </a:xfrm>
          <a:prstGeom prst="line">
            <a:avLst/>
          </a:prstGeom>
          <a:ln w="12700" cmpd="sng">
            <a:solidFill>
              <a:srgbClr val="33BB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D6289F5-C509-0687-DFFA-04E8987E1931}"/>
              </a:ext>
            </a:extLst>
          </p:cNvPr>
          <p:cNvSpPr txBox="1"/>
          <p:nvPr/>
        </p:nvSpPr>
        <p:spPr>
          <a:xfrm>
            <a:off x="634278" y="829134"/>
            <a:ext cx="342735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Your Report Title</a:t>
            </a:r>
            <a:br>
              <a:rPr lang="en-GB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Home Page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770753E-8BC5-A247-ECCB-12847201E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2559" y="3469153"/>
            <a:ext cx="1157288" cy="1157288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070D808E-F788-BCB9-F056-7C24E01A69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75771" y="3500109"/>
            <a:ext cx="1047750" cy="1095375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CE7E72EA-F0B0-B50B-242D-24A525144D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59165" y="3554878"/>
            <a:ext cx="1071563" cy="1071563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47B0354A-69D1-C631-7C7C-590AC3D0F29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36489" y="3571547"/>
            <a:ext cx="1238250" cy="952500"/>
          </a:xfrm>
          <a:prstGeom prst="rect">
            <a:avLst/>
          </a:prstGeom>
        </p:spPr>
      </p:pic>
      <p:sp>
        <p:nvSpPr>
          <p:cNvPr id="47" name="Rectangle: Top Corners Rounded 46">
            <a:extLst>
              <a:ext uri="{FF2B5EF4-FFF2-40B4-BE49-F238E27FC236}">
                <a16:creationId xmlns:a16="http://schemas.microsoft.com/office/drawing/2014/main" id="{A3D911E4-CA64-912F-AB05-B8F82128AA85}"/>
              </a:ext>
            </a:extLst>
          </p:cNvPr>
          <p:cNvSpPr/>
          <p:nvPr/>
        </p:nvSpPr>
        <p:spPr>
          <a:xfrm>
            <a:off x="4229251" y="5247081"/>
            <a:ext cx="2956847" cy="1775590"/>
          </a:xfrm>
          <a:prstGeom prst="round2SameRect">
            <a:avLst>
              <a:gd name="adj1" fmla="val 3696"/>
              <a:gd name="adj2" fmla="val 0"/>
            </a:avLst>
          </a:prstGeom>
          <a:solidFill>
            <a:srgbClr val="33BB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sz="667" dirty="0" err="1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9387BA3-7392-4418-DD58-A60C02F28FAA}"/>
              </a:ext>
            </a:extLst>
          </p:cNvPr>
          <p:cNvSpPr/>
          <p:nvPr/>
        </p:nvSpPr>
        <p:spPr>
          <a:xfrm>
            <a:off x="4222596" y="5328722"/>
            <a:ext cx="2963501" cy="2738597"/>
          </a:xfrm>
          <a:prstGeom prst="rect">
            <a:avLst/>
          </a:prstGeom>
          <a:solidFill>
            <a:srgbClr val="12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sz="2002" dirty="0" err="1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8D666E3-2A9D-5F81-661C-49FD27048545}"/>
              </a:ext>
            </a:extLst>
          </p:cNvPr>
          <p:cNvSpPr txBox="1"/>
          <p:nvPr/>
        </p:nvSpPr>
        <p:spPr>
          <a:xfrm>
            <a:off x="7917896" y="4657960"/>
            <a:ext cx="2963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solidFill>
                  <a:schemeClr val="bg1"/>
                </a:solidFill>
              </a:rPr>
              <a:t>[Report Page 3]</a:t>
            </a:r>
          </a:p>
        </p:txBody>
      </p:sp>
      <p:sp>
        <p:nvSpPr>
          <p:cNvPr id="50" name="Rectangle: Top Corners Rounded 49">
            <a:extLst>
              <a:ext uri="{FF2B5EF4-FFF2-40B4-BE49-F238E27FC236}">
                <a16:creationId xmlns:a16="http://schemas.microsoft.com/office/drawing/2014/main" id="{5703C553-2588-0ACF-A6DD-C863E266D422}"/>
              </a:ext>
            </a:extLst>
          </p:cNvPr>
          <p:cNvSpPr/>
          <p:nvPr/>
        </p:nvSpPr>
        <p:spPr>
          <a:xfrm>
            <a:off x="7924551" y="5247080"/>
            <a:ext cx="2956847" cy="1775591"/>
          </a:xfrm>
          <a:prstGeom prst="round2SameRect">
            <a:avLst>
              <a:gd name="adj1" fmla="val 3696"/>
              <a:gd name="adj2" fmla="val 0"/>
            </a:avLst>
          </a:prstGeom>
          <a:solidFill>
            <a:srgbClr val="33BB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sz="667" dirty="0" err="1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E5C19D2-FCFC-76FF-839D-7BF98873AAB8}"/>
              </a:ext>
            </a:extLst>
          </p:cNvPr>
          <p:cNvSpPr/>
          <p:nvPr/>
        </p:nvSpPr>
        <p:spPr>
          <a:xfrm>
            <a:off x="7917896" y="5328722"/>
            <a:ext cx="2963501" cy="2738597"/>
          </a:xfrm>
          <a:prstGeom prst="rect">
            <a:avLst/>
          </a:prstGeom>
          <a:solidFill>
            <a:srgbClr val="12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sz="2002" dirty="0" err="1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EDAAA8-7119-2EDE-00F7-F3E914A39D8E}"/>
              </a:ext>
            </a:extLst>
          </p:cNvPr>
          <p:cNvSpPr txBox="1"/>
          <p:nvPr/>
        </p:nvSpPr>
        <p:spPr>
          <a:xfrm>
            <a:off x="11619852" y="4657960"/>
            <a:ext cx="2940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solidFill>
                  <a:schemeClr val="bg1"/>
                </a:solidFill>
              </a:rPr>
              <a:t>[Report Page 4]</a:t>
            </a:r>
          </a:p>
        </p:txBody>
      </p:sp>
      <p:sp>
        <p:nvSpPr>
          <p:cNvPr id="53" name="Rectangle: Top Corners Rounded 52">
            <a:extLst>
              <a:ext uri="{FF2B5EF4-FFF2-40B4-BE49-F238E27FC236}">
                <a16:creationId xmlns:a16="http://schemas.microsoft.com/office/drawing/2014/main" id="{9132352D-FBB6-03BE-8273-57B8B87FE8ED}"/>
              </a:ext>
            </a:extLst>
          </p:cNvPr>
          <p:cNvSpPr/>
          <p:nvPr/>
        </p:nvSpPr>
        <p:spPr>
          <a:xfrm>
            <a:off x="11619852" y="5247080"/>
            <a:ext cx="2956847" cy="1775591"/>
          </a:xfrm>
          <a:prstGeom prst="round2SameRect">
            <a:avLst>
              <a:gd name="adj1" fmla="val 3696"/>
              <a:gd name="adj2" fmla="val 0"/>
            </a:avLst>
          </a:prstGeom>
          <a:solidFill>
            <a:srgbClr val="33BB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sz="667" dirty="0" err="1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2E25510-20CF-C5B2-307E-3F1C9A2811F7}"/>
              </a:ext>
            </a:extLst>
          </p:cNvPr>
          <p:cNvSpPr/>
          <p:nvPr/>
        </p:nvSpPr>
        <p:spPr>
          <a:xfrm>
            <a:off x="11613197" y="5328722"/>
            <a:ext cx="2963501" cy="2738597"/>
          </a:xfrm>
          <a:prstGeom prst="rect">
            <a:avLst/>
          </a:prstGeom>
          <a:solidFill>
            <a:srgbClr val="12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sz="2002" dirty="0" err="1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B88D90A-873D-2B45-E70A-9C20A9878D61}"/>
              </a:ext>
            </a:extLst>
          </p:cNvPr>
          <p:cNvCxnSpPr>
            <a:cxnSpLocks/>
          </p:cNvCxnSpPr>
          <p:nvPr/>
        </p:nvCxnSpPr>
        <p:spPr>
          <a:xfrm>
            <a:off x="-107156" y="1875234"/>
            <a:ext cx="15347156" cy="0"/>
          </a:xfrm>
          <a:prstGeom prst="line">
            <a:avLst/>
          </a:prstGeom>
          <a:ln w="3175" cap="rnd" cmpd="dbl">
            <a:solidFill>
              <a:schemeClr val="bg2">
                <a:alpha val="20000"/>
              </a:schemeClr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5EDB538-1526-5A5E-F70D-4A6104C1C262}"/>
              </a:ext>
            </a:extLst>
          </p:cNvPr>
          <p:cNvSpPr txBox="1"/>
          <p:nvPr/>
        </p:nvSpPr>
        <p:spPr>
          <a:xfrm>
            <a:off x="527296" y="4657960"/>
            <a:ext cx="297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solidFill>
                  <a:schemeClr val="bg1"/>
                </a:solidFill>
              </a:rPr>
              <a:t>[Report Page 1]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5F25D4-96B7-0657-7C9C-64D945EC583A}"/>
              </a:ext>
            </a:extLst>
          </p:cNvPr>
          <p:cNvSpPr txBox="1"/>
          <p:nvPr/>
        </p:nvSpPr>
        <p:spPr>
          <a:xfrm>
            <a:off x="4229251" y="4657960"/>
            <a:ext cx="2956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solidFill>
                  <a:schemeClr val="bg1"/>
                </a:solidFill>
              </a:rPr>
              <a:t>[Report Page 2]</a:t>
            </a:r>
          </a:p>
        </p:txBody>
      </p:sp>
      <p:sp>
        <p:nvSpPr>
          <p:cNvPr id="58" name="Rectangle: Top Corners Rounded 57">
            <a:extLst>
              <a:ext uri="{FF2B5EF4-FFF2-40B4-BE49-F238E27FC236}">
                <a16:creationId xmlns:a16="http://schemas.microsoft.com/office/drawing/2014/main" id="{3C64383A-E685-36F8-00AD-03E528D70C0A}"/>
              </a:ext>
            </a:extLst>
          </p:cNvPr>
          <p:cNvSpPr/>
          <p:nvPr/>
        </p:nvSpPr>
        <p:spPr>
          <a:xfrm>
            <a:off x="533945" y="5247081"/>
            <a:ext cx="2963501" cy="2917974"/>
          </a:xfrm>
          <a:prstGeom prst="round2SameRect">
            <a:avLst>
              <a:gd name="adj1" fmla="val 3883"/>
              <a:gd name="adj2" fmla="val 5043"/>
            </a:avLst>
          </a:prstGeom>
          <a:solidFill>
            <a:srgbClr val="33BB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sz="667" dirty="0" err="1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6BC3419-74B1-A831-590C-6537C9443045}"/>
              </a:ext>
            </a:extLst>
          </p:cNvPr>
          <p:cNvSpPr/>
          <p:nvPr/>
        </p:nvSpPr>
        <p:spPr>
          <a:xfrm>
            <a:off x="527296" y="5327999"/>
            <a:ext cx="2970000" cy="2837055"/>
          </a:xfrm>
          <a:prstGeom prst="rect">
            <a:avLst/>
          </a:prstGeom>
          <a:solidFill>
            <a:srgbClr val="12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sz="2002" dirty="0" err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B57CFB9-EB85-84CE-B04A-A835590FE561}"/>
              </a:ext>
            </a:extLst>
          </p:cNvPr>
          <p:cNvSpPr txBox="1"/>
          <p:nvPr/>
        </p:nvSpPr>
        <p:spPr>
          <a:xfrm>
            <a:off x="634278" y="2133451"/>
            <a:ext cx="13926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Segoe UI" panose="020B0502040204020203" pitchFamily="34" charset="0"/>
              </a:rPr>
              <a:t>Use this section to provide a high-level overview of the entire report. See example below:</a:t>
            </a:r>
            <a:br>
              <a:rPr lang="en-GB" sz="1200" dirty="0">
                <a:solidFill>
                  <a:schemeClr val="bg1"/>
                </a:solidFill>
                <a:latin typeface="Segoe UI" panose="020B0502040204020203" pitchFamily="34" charset="0"/>
              </a:rPr>
            </a:br>
            <a:r>
              <a:rPr lang="en-GB" sz="1200" dirty="0">
                <a:solidFill>
                  <a:schemeClr val="bg1"/>
                </a:solidFill>
                <a:latin typeface="Segoe UI" panose="020B0502040204020203" pitchFamily="34" charset="0"/>
              </a:rPr>
              <a:t>This report has been designed for the XXX team, offering a focused view into regional business performance.</a:t>
            </a:r>
          </a:p>
          <a:p>
            <a:br>
              <a:rPr lang="en-GB" sz="1200" b="0" dirty="0">
                <a:solidFill>
                  <a:schemeClr val="bg1">
                    <a:lumMod val="85000"/>
                  </a:schemeClr>
                </a:solidFill>
                <a:effectLst/>
                <a:latin typeface="Segoe UI" panose="020B0502040204020203" pitchFamily="34" charset="0"/>
              </a:rPr>
            </a:br>
            <a:endParaRPr lang="en-GB" sz="1200" b="0" dirty="0">
              <a:solidFill>
                <a:schemeClr val="bg1">
                  <a:lumMod val="85000"/>
                </a:schemeClr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ECBBAF-B777-7CB7-3991-D3A07DCA15BA}"/>
              </a:ext>
            </a:extLst>
          </p:cNvPr>
          <p:cNvSpPr txBox="1"/>
          <p:nvPr/>
        </p:nvSpPr>
        <p:spPr>
          <a:xfrm>
            <a:off x="124914" y="29854"/>
            <a:ext cx="1542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[L o g o]</a:t>
            </a:r>
          </a:p>
        </p:txBody>
      </p:sp>
    </p:spTree>
    <p:extLst>
      <p:ext uri="{BB962C8B-B14F-4D97-AF65-F5344CB8AC3E}">
        <p14:creationId xmlns:p14="http://schemas.microsoft.com/office/powerpoint/2010/main" val="3301664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81E23-DAB3-7CF7-6169-1E402030B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Top Corners Rounded 17">
            <a:extLst>
              <a:ext uri="{FF2B5EF4-FFF2-40B4-BE49-F238E27FC236}">
                <a16:creationId xmlns:a16="http://schemas.microsoft.com/office/drawing/2014/main" id="{8E46A464-9D3F-0A2E-3ECA-8C82B36C7DE7}"/>
              </a:ext>
            </a:extLst>
          </p:cNvPr>
          <p:cNvSpPr/>
          <p:nvPr/>
        </p:nvSpPr>
        <p:spPr>
          <a:xfrm rot="5400000">
            <a:off x="14722931" y="7973784"/>
            <a:ext cx="571501" cy="462646"/>
          </a:xfrm>
          <a:prstGeom prst="round2SameRect">
            <a:avLst>
              <a:gd name="adj1" fmla="val 12500"/>
              <a:gd name="adj2" fmla="val 0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11429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2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: Top Corners One Rounded and One Snipped 1">
            <a:extLst>
              <a:ext uri="{FF2B5EF4-FFF2-40B4-BE49-F238E27FC236}">
                <a16:creationId xmlns:a16="http://schemas.microsoft.com/office/drawing/2014/main" id="{D57BCEE9-565A-FC9E-6380-770374E5D087}"/>
              </a:ext>
            </a:extLst>
          </p:cNvPr>
          <p:cNvSpPr/>
          <p:nvPr/>
        </p:nvSpPr>
        <p:spPr>
          <a:xfrm rot="5400000">
            <a:off x="3318001" y="-3318006"/>
            <a:ext cx="8603999" cy="15240011"/>
          </a:xfrm>
          <a:prstGeom prst="snipRoundRect">
            <a:avLst>
              <a:gd name="adj1" fmla="val 6949"/>
              <a:gd name="adj2" fmla="val 493"/>
            </a:avLst>
          </a:prstGeom>
          <a:gradFill flip="none" rotWithShape="1">
            <a:gsLst>
              <a:gs pos="0">
                <a:srgbClr val="140A41"/>
              </a:gs>
              <a:gs pos="100000">
                <a:srgbClr val="123266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11429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2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ectangle: Top Corners One Rounded and One Snipped 3">
            <a:extLst>
              <a:ext uri="{FF2B5EF4-FFF2-40B4-BE49-F238E27FC236}">
                <a16:creationId xmlns:a16="http://schemas.microsoft.com/office/drawing/2014/main" id="{1123DA69-1CCB-F0E4-D1B6-788D6A8D06F0}"/>
              </a:ext>
            </a:extLst>
          </p:cNvPr>
          <p:cNvSpPr/>
          <p:nvPr/>
        </p:nvSpPr>
        <p:spPr>
          <a:xfrm rot="5400000">
            <a:off x="4212888" y="-2423112"/>
            <a:ext cx="6814224" cy="15240000"/>
          </a:xfrm>
          <a:prstGeom prst="snipRound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11429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2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6" name="Straight Connector 4">
            <a:extLst>
              <a:ext uri="{FF2B5EF4-FFF2-40B4-BE49-F238E27FC236}">
                <a16:creationId xmlns:a16="http://schemas.microsoft.com/office/drawing/2014/main" id="{C0005D23-2866-672F-AF5C-7DF5F7486929}"/>
              </a:ext>
            </a:extLst>
          </p:cNvPr>
          <p:cNvCxnSpPr>
            <a:cxnSpLocks/>
          </p:cNvCxnSpPr>
          <p:nvPr/>
        </p:nvCxnSpPr>
        <p:spPr>
          <a:xfrm>
            <a:off x="-17" y="531978"/>
            <a:ext cx="15240012" cy="0"/>
          </a:xfrm>
          <a:prstGeom prst="line">
            <a:avLst/>
          </a:prstGeom>
          <a:ln w="3175" cap="rnd" cmpd="dbl">
            <a:solidFill>
              <a:schemeClr val="bg2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4">
            <a:extLst>
              <a:ext uri="{FF2B5EF4-FFF2-40B4-BE49-F238E27FC236}">
                <a16:creationId xmlns:a16="http://schemas.microsoft.com/office/drawing/2014/main" id="{C0BAE5D8-D03F-512B-053B-E2B937565EA1}"/>
              </a:ext>
            </a:extLst>
          </p:cNvPr>
          <p:cNvCxnSpPr>
            <a:cxnSpLocks/>
          </p:cNvCxnSpPr>
          <p:nvPr/>
        </p:nvCxnSpPr>
        <p:spPr>
          <a:xfrm>
            <a:off x="0" y="1789776"/>
            <a:ext cx="15240012" cy="0"/>
          </a:xfrm>
          <a:prstGeom prst="line">
            <a:avLst/>
          </a:prstGeom>
          <a:ln w="3175" cap="rnd" cmpd="dbl">
            <a:solidFill>
              <a:schemeClr val="bg2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3">
            <a:extLst>
              <a:ext uri="{FF2B5EF4-FFF2-40B4-BE49-F238E27FC236}">
                <a16:creationId xmlns:a16="http://schemas.microsoft.com/office/drawing/2014/main" id="{9AD764BD-7251-F850-5651-34F8491917E5}"/>
              </a:ext>
            </a:extLst>
          </p:cNvPr>
          <p:cNvSpPr txBox="1"/>
          <p:nvPr/>
        </p:nvSpPr>
        <p:spPr>
          <a:xfrm>
            <a:off x="634279" y="761176"/>
            <a:ext cx="6397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1429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[</a:t>
            </a:r>
            <a:r>
              <a:rPr lang="en-GB" sz="32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Page Name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]</a:t>
            </a:r>
          </a:p>
          <a:p>
            <a:pPr marL="0" marR="0" lvl="0" indent="0" algn="l" defTabSz="11429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Subtitle</a:t>
            </a:r>
          </a:p>
          <a:p>
            <a:pPr marL="0" marR="0" lvl="0" indent="0" algn="l" defTabSz="11429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9AFA6F-3243-90D6-DA50-5887BD4A63DC}"/>
              </a:ext>
            </a:extLst>
          </p:cNvPr>
          <p:cNvSpPr txBox="1"/>
          <p:nvPr/>
        </p:nvSpPr>
        <p:spPr>
          <a:xfrm>
            <a:off x="307794" y="35157"/>
            <a:ext cx="1542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[L o g o]</a:t>
            </a:r>
          </a:p>
        </p:txBody>
      </p:sp>
    </p:spTree>
    <p:extLst>
      <p:ext uri="{BB962C8B-B14F-4D97-AF65-F5344CB8AC3E}">
        <p14:creationId xmlns:p14="http://schemas.microsoft.com/office/powerpoint/2010/main" val="3998000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QVIA_V2.1.0">
  <a:themeElements>
    <a:clrScheme name="IQVIA Master Brand">
      <a:dk1>
        <a:srgbClr val="2B3A42"/>
      </a:dk1>
      <a:lt1>
        <a:srgbClr val="FFFFFF"/>
      </a:lt1>
      <a:dk2>
        <a:srgbClr val="606B71"/>
      </a:dk2>
      <a:lt2>
        <a:srgbClr val="F3F3F3"/>
      </a:lt2>
      <a:accent1>
        <a:srgbClr val="00A3E0"/>
      </a:accent1>
      <a:accent2>
        <a:srgbClr val="005587"/>
      </a:accent2>
      <a:accent3>
        <a:srgbClr val="43B02A"/>
      </a:accent3>
      <a:accent4>
        <a:srgbClr val="027123"/>
      </a:accent4>
      <a:accent5>
        <a:srgbClr val="00BFB3"/>
      </a:accent5>
      <a:accent6>
        <a:srgbClr val="F0B323"/>
      </a:accent6>
      <a:hlink>
        <a:srgbClr val="00A3E0"/>
      </a:hlink>
      <a:folHlink>
        <a:srgbClr val="0055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t" anchorCtr="0"/>
      <a:lstStyle>
        <a:defPPr algn="l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A6DE1258-39A2-2945-9072-8BE7ECCDA81F}" vid="{B8DDE78A-610C-3E43-B28E-6C810C23E004}"/>
    </a:ext>
  </a:extLst>
</a:theme>
</file>

<file path=ppt/theme/theme2.xml><?xml version="1.0" encoding="utf-8"?>
<a:theme xmlns:a="http://schemas.openxmlformats.org/drawingml/2006/main" name="Office Theme">
  <a:themeElements>
    <a:clrScheme name="IQVIA">
      <a:dk1>
        <a:srgbClr val="2B3A42"/>
      </a:dk1>
      <a:lt1>
        <a:sysClr val="window" lastClr="FFFFFF"/>
      </a:lt1>
      <a:dk2>
        <a:srgbClr val="005587"/>
      </a:dk2>
      <a:lt2>
        <a:srgbClr val="00A3E0"/>
      </a:lt2>
      <a:accent1>
        <a:srgbClr val="FE8A12"/>
      </a:accent1>
      <a:accent2>
        <a:srgbClr val="43B02A"/>
      </a:accent2>
      <a:accent3>
        <a:srgbClr val="027223"/>
      </a:accent3>
      <a:accent4>
        <a:srgbClr val="00C7B1"/>
      </a:accent4>
      <a:accent5>
        <a:srgbClr val="FFD100"/>
      </a:accent5>
      <a:accent6>
        <a:srgbClr val="3F5765"/>
      </a:accent6>
      <a:hlink>
        <a:srgbClr val="2B3A42"/>
      </a:hlink>
      <a:folHlink>
        <a:srgbClr val="0055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IQVIA">
      <a:dk1>
        <a:srgbClr val="2B3A42"/>
      </a:dk1>
      <a:lt1>
        <a:sysClr val="window" lastClr="FFFFFF"/>
      </a:lt1>
      <a:dk2>
        <a:srgbClr val="005587"/>
      </a:dk2>
      <a:lt2>
        <a:srgbClr val="00A3E0"/>
      </a:lt2>
      <a:accent1>
        <a:srgbClr val="FE8A12"/>
      </a:accent1>
      <a:accent2>
        <a:srgbClr val="43B02A"/>
      </a:accent2>
      <a:accent3>
        <a:srgbClr val="027223"/>
      </a:accent3>
      <a:accent4>
        <a:srgbClr val="00C7B1"/>
      </a:accent4>
      <a:accent5>
        <a:srgbClr val="FFD100"/>
      </a:accent5>
      <a:accent6>
        <a:srgbClr val="3F5765"/>
      </a:accent6>
      <a:hlink>
        <a:srgbClr val="2B3A42"/>
      </a:hlink>
      <a:folHlink>
        <a:srgbClr val="0055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33F270CC45AF4B816FEE2CB7B927C2" ma:contentTypeVersion="14" ma:contentTypeDescription="Create a new document." ma:contentTypeScope="" ma:versionID="66755a4783d041293e2597956d7113fb">
  <xsd:schema xmlns:xsd="http://www.w3.org/2001/XMLSchema" xmlns:xs="http://www.w3.org/2001/XMLSchema" xmlns:p="http://schemas.microsoft.com/office/2006/metadata/properties" xmlns:ns2="5ccb220a-93d4-492e-81c3-b5afb573e1d8" xmlns:ns3="f4bf8e45-56cf-4a3a-9b8e-0bb925823bd7" targetNamespace="http://schemas.microsoft.com/office/2006/metadata/properties" ma:root="true" ma:fieldsID="5c0687442c2afdbf2ea4b72479f65cb8" ns2:_="" ns3:_="">
    <xsd:import namespace="5ccb220a-93d4-492e-81c3-b5afb573e1d8"/>
    <xsd:import namespace="f4bf8e45-56cf-4a3a-9b8e-0bb925823b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cb220a-93d4-492e-81c3-b5afb573e1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68784c8-5187-4d12-af89-ac967a8112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bf8e45-56cf-4a3a-9b8e-0bb925823bd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38da77e-572d-44c2-97fb-d0e936f16b9f}" ma:internalName="TaxCatchAll" ma:showField="CatchAllData" ma:web="f4bf8e45-56cf-4a3a-9b8e-0bb925823b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4bf8e45-56cf-4a3a-9b8e-0bb925823bd7" xsi:nil="true"/>
    <lcf76f155ced4ddcb4097134ff3c332f xmlns="5ccb220a-93d4-492e-81c3-b5afb573e1d8">
      <Terms xmlns="http://schemas.microsoft.com/office/infopath/2007/PartnerControls"/>
    </lcf76f155ced4ddcb4097134ff3c332f>
    <SharedWithUsers xmlns="f4bf8e45-56cf-4a3a-9b8e-0bb925823bd7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06E6E382-4A5A-4CBA-94F9-C1D6B2C860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cb220a-93d4-492e-81c3-b5afb573e1d8"/>
    <ds:schemaRef ds:uri="f4bf8e45-56cf-4a3a-9b8e-0bb925823b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A20D55-0901-4D41-9CBA-E35385A88F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27C0BDA-C679-4967-92CF-7AE4F0120F6F}">
  <ds:schemaRefs>
    <ds:schemaRef ds:uri="http://schemas.microsoft.com/office/2006/metadata/properties"/>
    <ds:schemaRef ds:uri="http://purl.org/dc/elements/1.1/"/>
    <ds:schemaRef ds:uri="http://purl.org/dc/dcmitype/"/>
    <ds:schemaRef ds:uri="5ccb220a-93d4-492e-81c3-b5afb573e1d8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f4bf8e45-56cf-4a3a-9b8e-0bb925823bd7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989ece0-f90e-40bf-9c79-1a7beccdb861}" enabled="0" method="" siteId="{5989ece0-f90e-40bf-9c79-1a7beccdb8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45246</TotalTime>
  <Words>100</Words>
  <Application>Microsoft Office PowerPoint</Application>
  <PresentationFormat>Custom</PresentationFormat>
  <Paragraphs>15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Narrow</vt:lpstr>
      <vt:lpstr>Georgia</vt:lpstr>
      <vt:lpstr>Segoe UI</vt:lpstr>
      <vt:lpstr>System Font Regular</vt:lpstr>
      <vt:lpstr>Wingdings</vt:lpstr>
      <vt:lpstr>IQVIA_V2.1.0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Zarzyka, Magdalena</dc:creator>
  <cp:lastModifiedBy>Zarzyka, Magdalena</cp:lastModifiedBy>
  <cp:revision>13</cp:revision>
  <cp:lastPrinted>2019-08-20T20:33:24Z</cp:lastPrinted>
  <dcterms:created xsi:type="dcterms:W3CDTF">2023-02-15T14:27:49Z</dcterms:created>
  <dcterms:modified xsi:type="dcterms:W3CDTF">2026-03-09T11:57:17Z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0x0101005333F270CC45AF4B816FEE2CB7B927C2</vt:lpwstr>
  </property>
  <property fmtid="{D5CDD505-2E9C-101B-9397-08002B2CF9AE}" pid="3" name="MediaServiceImageTags">
    <vt:lpwstr/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